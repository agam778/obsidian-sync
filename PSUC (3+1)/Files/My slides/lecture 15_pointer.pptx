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4"/>
  </p:sldMasterIdLst>
  <p:notesMasterIdLst>
    <p:notesMasterId r:id="rId14"/>
  </p:notesMasterIdLst>
  <p:sldIdLst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5ED49F-3C16-49D2-A2D2-4D1F7ADBA5BE}" v="15" dt="2025-10-07T09:53:35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97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addSld delSld modSld sldOrd">
      <pc:chgData name="Arvind Kumar Mehta [MU - Jaipur]" userId="05c91892-566a-4226-a371-aa1d586f0be7" providerId="ADAL" clId="{B053A5CE-0A90-414C-9281-C211CC0B95EF}" dt="2025-10-07T11:30:14.610" v="1208" actId="20577"/>
      <pc:docMkLst>
        <pc:docMk/>
      </pc:docMkLst>
      <pc:sldChg chg="addSp delSp modSp add del mod">
        <pc:chgData name="Arvind Kumar Mehta [MU - Jaipur]" userId="05c91892-566a-4226-a371-aa1d586f0be7" providerId="ADAL" clId="{B053A5CE-0A90-414C-9281-C211CC0B95EF}" dt="2025-10-07T09:27:56.394" v="878" actId="1076"/>
        <pc:sldMkLst>
          <pc:docMk/>
          <pc:sldMk cId="1226806093" sldId="308"/>
        </pc:sldMkLst>
        <pc:spChg chg="add del mod">
          <ac:chgData name="Arvind Kumar Mehta [MU - Jaipur]" userId="05c91892-566a-4226-a371-aa1d586f0be7" providerId="ADAL" clId="{B053A5CE-0A90-414C-9281-C211CC0B95EF}" dt="2025-10-07T09:07:58.497" v="874" actId="1076"/>
          <ac:spMkLst>
            <pc:docMk/>
            <pc:sldMk cId="1226806093" sldId="308"/>
            <ac:spMk id="3" creationId="{FCD1722B-649C-05F1-9CD9-630DC17F5121}"/>
          </ac:spMkLst>
        </pc:spChg>
        <pc:spChg chg="mod">
          <ac:chgData name="Arvind Kumar Mehta [MU - Jaipur]" userId="05c91892-566a-4226-a371-aa1d586f0be7" providerId="ADAL" clId="{B053A5CE-0A90-414C-9281-C211CC0B95EF}" dt="2025-10-07T09:06:12.439" v="860" actId="20577"/>
          <ac:spMkLst>
            <pc:docMk/>
            <pc:sldMk cId="1226806093" sldId="308"/>
            <ac:spMk id="43010" creationId="{00000000-0000-0000-0000-000000000000}"/>
          </ac:spMkLst>
        </pc:spChg>
        <pc:picChg chg="add mod">
          <ac:chgData name="Arvind Kumar Mehta [MU - Jaipur]" userId="05c91892-566a-4226-a371-aa1d586f0be7" providerId="ADAL" clId="{B053A5CE-0A90-414C-9281-C211CC0B95EF}" dt="2025-10-07T09:27:56.394" v="878" actId="1076"/>
          <ac:picMkLst>
            <pc:docMk/>
            <pc:sldMk cId="1226806093" sldId="308"/>
            <ac:picMk id="4" creationId="{8D90426E-5E17-7E38-BFD4-DEDF254D201E}"/>
          </ac:picMkLst>
        </pc:picChg>
      </pc:sldChg>
      <pc:sldChg chg="addSp delSp modSp new del mod modClrScheme chgLayout">
        <pc:chgData name="Arvind Kumar Mehta [MU - Jaipur]" userId="05c91892-566a-4226-a371-aa1d586f0be7" providerId="ADAL" clId="{B053A5CE-0A90-414C-9281-C211CC0B95EF}" dt="2025-10-07T09:05:54.602" v="840" actId="47"/>
        <pc:sldMkLst>
          <pc:docMk/>
          <pc:sldMk cId="96433071" sldId="309"/>
        </pc:sldMkLst>
      </pc:sldChg>
      <pc:sldChg chg="addSp delSp modSp add mod">
        <pc:chgData name="Arvind Kumar Mehta [MU - Jaipur]" userId="05c91892-566a-4226-a371-aa1d586f0be7" providerId="ADAL" clId="{B053A5CE-0A90-414C-9281-C211CC0B95EF}" dt="2025-10-07T09:41:05.727" v="1066" actId="1076"/>
        <pc:sldMkLst>
          <pc:docMk/>
          <pc:sldMk cId="1908690080" sldId="309"/>
        </pc:sldMkLst>
        <pc:spChg chg="del mod">
          <ac:chgData name="Arvind Kumar Mehta [MU - Jaipur]" userId="05c91892-566a-4226-a371-aa1d586f0be7" providerId="ADAL" clId="{B053A5CE-0A90-414C-9281-C211CC0B95EF}" dt="2025-10-07T09:30:14.225" v="940" actId="478"/>
          <ac:spMkLst>
            <pc:docMk/>
            <pc:sldMk cId="1908690080" sldId="309"/>
            <ac:spMk id="3" creationId="{0FED885B-2971-17C2-8C63-37B20172A788}"/>
          </ac:spMkLst>
        </pc:spChg>
        <pc:spChg chg="mod">
          <ac:chgData name="Arvind Kumar Mehta [MU - Jaipur]" userId="05c91892-566a-4226-a371-aa1d586f0be7" providerId="ADAL" clId="{B053A5CE-0A90-414C-9281-C211CC0B95EF}" dt="2025-10-07T09:41:05.727" v="1066" actId="1076"/>
          <ac:spMkLst>
            <pc:docMk/>
            <pc:sldMk cId="1908690080" sldId="309"/>
            <ac:spMk id="43010" creationId="{DDB0E9B7-765E-3479-B2DD-DDE1945749AA}"/>
          </ac:spMkLst>
        </pc:spChg>
        <pc:picChg chg="del">
          <ac:chgData name="Arvind Kumar Mehta [MU - Jaipur]" userId="05c91892-566a-4226-a371-aa1d586f0be7" providerId="ADAL" clId="{B053A5CE-0A90-414C-9281-C211CC0B95EF}" dt="2025-10-07T09:30:11.722" v="938" actId="478"/>
          <ac:picMkLst>
            <pc:docMk/>
            <pc:sldMk cId="1908690080" sldId="309"/>
            <ac:picMk id="4" creationId="{C7C1E8A5-B217-F3CA-62B4-105AAD9D5385}"/>
          </ac:picMkLst>
        </pc:picChg>
        <pc:picChg chg="add mod">
          <ac:chgData name="Arvind Kumar Mehta [MU - Jaipur]" userId="05c91892-566a-4226-a371-aa1d586f0be7" providerId="ADAL" clId="{B053A5CE-0A90-414C-9281-C211CC0B95EF}" dt="2025-10-07T09:40:40.236" v="1064" actId="1076"/>
          <ac:picMkLst>
            <pc:docMk/>
            <pc:sldMk cId="1908690080" sldId="309"/>
            <ac:picMk id="5" creationId="{27692624-8373-A8C4-3A8F-C7B70C468022}"/>
          </ac:picMkLst>
        </pc:picChg>
      </pc:sldChg>
      <pc:sldChg chg="addSp modSp new del mod">
        <pc:chgData name="Arvind Kumar Mehta [MU - Jaipur]" userId="05c91892-566a-4226-a371-aa1d586f0be7" providerId="ADAL" clId="{B053A5CE-0A90-414C-9281-C211CC0B95EF}" dt="2025-10-07T09:05:54.922" v="841" actId="47"/>
        <pc:sldMkLst>
          <pc:docMk/>
          <pc:sldMk cId="592754720" sldId="310"/>
        </pc:sldMkLst>
      </pc:sldChg>
      <pc:sldChg chg="addSp delSp modSp new mod modClrScheme chgLayout">
        <pc:chgData name="Arvind Kumar Mehta [MU - Jaipur]" userId="05c91892-566a-4226-a371-aa1d586f0be7" providerId="ADAL" clId="{B053A5CE-0A90-414C-9281-C211CC0B95EF}" dt="2025-10-07T11:27:08.143" v="1199" actId="20577"/>
        <pc:sldMkLst>
          <pc:docMk/>
          <pc:sldMk cId="2069557956" sldId="310"/>
        </pc:sldMkLst>
        <pc:spChg chg="del">
          <ac:chgData name="Arvind Kumar Mehta [MU - Jaipur]" userId="05c91892-566a-4226-a371-aa1d586f0be7" providerId="ADAL" clId="{B053A5CE-0A90-414C-9281-C211CC0B95EF}" dt="2025-10-07T09:31:05.603" v="945" actId="700"/>
          <ac:spMkLst>
            <pc:docMk/>
            <pc:sldMk cId="2069557956" sldId="310"/>
            <ac:spMk id="2" creationId="{A9B5D7EF-DEAC-FAE3-DDD3-059A5A7E7293}"/>
          </ac:spMkLst>
        </pc:spChg>
        <pc:spChg chg="del">
          <ac:chgData name="Arvind Kumar Mehta [MU - Jaipur]" userId="05c91892-566a-4226-a371-aa1d586f0be7" providerId="ADAL" clId="{B053A5CE-0A90-414C-9281-C211CC0B95EF}" dt="2025-10-07T09:31:05.603" v="945" actId="700"/>
          <ac:spMkLst>
            <pc:docMk/>
            <pc:sldMk cId="2069557956" sldId="310"/>
            <ac:spMk id="3" creationId="{28E27FA7-C531-E31B-39EF-4AB941063209}"/>
          </ac:spMkLst>
        </pc:spChg>
        <pc:spChg chg="mod ord">
          <ac:chgData name="Arvind Kumar Mehta [MU - Jaipur]" userId="05c91892-566a-4226-a371-aa1d586f0be7" providerId="ADAL" clId="{B053A5CE-0A90-414C-9281-C211CC0B95EF}" dt="2025-10-07T09:31:05.603" v="945" actId="700"/>
          <ac:spMkLst>
            <pc:docMk/>
            <pc:sldMk cId="2069557956" sldId="310"/>
            <ac:spMk id="4" creationId="{D402535E-BE9C-0320-0E61-CB967B7BD3A8}"/>
          </ac:spMkLst>
        </pc:spChg>
        <pc:spChg chg="mod ord">
          <ac:chgData name="Arvind Kumar Mehta [MU - Jaipur]" userId="05c91892-566a-4226-a371-aa1d586f0be7" providerId="ADAL" clId="{B053A5CE-0A90-414C-9281-C211CC0B95EF}" dt="2025-10-07T09:31:05.603" v="945" actId="700"/>
          <ac:spMkLst>
            <pc:docMk/>
            <pc:sldMk cId="2069557956" sldId="310"/>
            <ac:spMk id="5" creationId="{4BC4D48B-4148-CA2D-A6E6-C7252422ADD2}"/>
          </ac:spMkLst>
        </pc:spChg>
        <pc:spChg chg="add mod">
          <ac:chgData name="Arvind Kumar Mehta [MU - Jaipur]" userId="05c91892-566a-4226-a371-aa1d586f0be7" providerId="ADAL" clId="{B053A5CE-0A90-414C-9281-C211CC0B95EF}" dt="2025-10-07T09:32:32.603" v="962" actId="20577"/>
          <ac:spMkLst>
            <pc:docMk/>
            <pc:sldMk cId="2069557956" sldId="310"/>
            <ac:spMk id="9" creationId="{3E02E984-1F45-0C8C-D6A6-E8533A13BCBA}"/>
          </ac:spMkLst>
        </pc:spChg>
        <pc:spChg chg="add mod">
          <ac:chgData name="Arvind Kumar Mehta [MU - Jaipur]" userId="05c91892-566a-4226-a371-aa1d586f0be7" providerId="ADAL" clId="{B053A5CE-0A90-414C-9281-C211CC0B95EF}" dt="2025-10-07T11:27:08.143" v="1199" actId="20577"/>
          <ac:spMkLst>
            <pc:docMk/>
            <pc:sldMk cId="2069557956" sldId="310"/>
            <ac:spMk id="11" creationId="{50ABE116-A75A-0E40-EECB-693EB27EA331}"/>
          </ac:spMkLst>
        </pc:spChg>
        <pc:picChg chg="add mod">
          <ac:chgData name="Arvind Kumar Mehta [MU - Jaipur]" userId="05c91892-566a-4226-a371-aa1d586f0be7" providerId="ADAL" clId="{B053A5CE-0A90-414C-9281-C211CC0B95EF}" dt="2025-10-07T09:31:12.510" v="947" actId="1076"/>
          <ac:picMkLst>
            <pc:docMk/>
            <pc:sldMk cId="2069557956" sldId="310"/>
            <ac:picMk id="7" creationId="{0DA09299-4F66-D044-67FA-AE25AD4A1F32}"/>
          </ac:picMkLst>
        </pc:picChg>
      </pc:sldChg>
      <pc:sldChg chg="del">
        <pc:chgData name="Arvind Kumar Mehta [MU - Jaipur]" userId="05c91892-566a-4226-a371-aa1d586f0be7" providerId="ADAL" clId="{B053A5CE-0A90-414C-9281-C211CC0B95EF}" dt="2025-09-02T09:59:18.251" v="1" actId="47"/>
        <pc:sldMkLst>
          <pc:docMk/>
          <pc:sldMk cId="2046738340" sldId="311"/>
        </pc:sldMkLst>
      </pc:sldChg>
      <pc:sldChg chg="addSp delSp modSp new mod">
        <pc:chgData name="Arvind Kumar Mehta [MU - Jaipur]" userId="05c91892-566a-4226-a371-aa1d586f0be7" providerId="ADAL" clId="{B053A5CE-0A90-414C-9281-C211CC0B95EF}" dt="2025-10-07T11:30:14.610" v="1208" actId="20577"/>
        <pc:sldMkLst>
          <pc:docMk/>
          <pc:sldMk cId="2777066942" sldId="311"/>
        </pc:sldMkLst>
        <pc:spChg chg="add mod">
          <ac:chgData name="Arvind Kumar Mehta [MU - Jaipur]" userId="05c91892-566a-4226-a371-aa1d586f0be7" providerId="ADAL" clId="{B053A5CE-0A90-414C-9281-C211CC0B95EF}" dt="2025-10-07T11:30:14.610" v="1208" actId="20577"/>
          <ac:spMkLst>
            <pc:docMk/>
            <pc:sldMk cId="2777066942" sldId="311"/>
            <ac:spMk id="5" creationId="{21EE8187-0006-214C-5E23-9321AD943ABF}"/>
          </ac:spMkLst>
        </pc:spChg>
        <pc:picChg chg="add del">
          <ac:chgData name="Arvind Kumar Mehta [MU - Jaipur]" userId="05c91892-566a-4226-a371-aa1d586f0be7" providerId="ADAL" clId="{B053A5CE-0A90-414C-9281-C211CC0B95EF}" dt="2025-10-07T09:35:49.232" v="1049" actId="22"/>
          <ac:picMkLst>
            <pc:docMk/>
            <pc:sldMk cId="2777066942" sldId="311"/>
            <ac:picMk id="7" creationId="{78A5528D-132F-84C6-EC47-273F5D4FFC48}"/>
          </ac:picMkLst>
        </pc:picChg>
      </pc:sldChg>
      <pc:sldChg chg="addSp modSp new del mod">
        <pc:chgData name="Arvind Kumar Mehta [MU - Jaipur]" userId="05c91892-566a-4226-a371-aa1d586f0be7" providerId="ADAL" clId="{B053A5CE-0A90-414C-9281-C211CC0B95EF}" dt="2025-10-07T09:05:55.145" v="842" actId="47"/>
        <pc:sldMkLst>
          <pc:docMk/>
          <pc:sldMk cId="4276459101" sldId="311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5.314" v="843" actId="47"/>
        <pc:sldMkLst>
          <pc:docMk/>
          <pc:sldMk cId="983099599" sldId="312"/>
        </pc:sldMkLst>
      </pc:sldChg>
      <pc:sldChg chg="addSp new mod">
        <pc:chgData name="Arvind Kumar Mehta [MU - Jaipur]" userId="05c91892-566a-4226-a371-aa1d586f0be7" providerId="ADAL" clId="{B053A5CE-0A90-414C-9281-C211CC0B95EF}" dt="2025-10-07T09:35:53.445" v="1051" actId="22"/>
        <pc:sldMkLst>
          <pc:docMk/>
          <pc:sldMk cId="1595230790" sldId="312"/>
        </pc:sldMkLst>
        <pc:picChg chg="add">
          <ac:chgData name="Arvind Kumar Mehta [MU - Jaipur]" userId="05c91892-566a-4226-a371-aa1d586f0be7" providerId="ADAL" clId="{B053A5CE-0A90-414C-9281-C211CC0B95EF}" dt="2025-10-07T09:35:53.445" v="1051" actId="22"/>
          <ac:picMkLst>
            <pc:docMk/>
            <pc:sldMk cId="1595230790" sldId="312"/>
            <ac:picMk id="5" creationId="{8A5E2C9F-4B98-4358-1392-85F873EADA42}"/>
          </ac:picMkLst>
        </pc:picChg>
      </pc:sldChg>
      <pc:sldChg chg="del">
        <pc:chgData name="Arvind Kumar Mehta [MU - Jaipur]" userId="05c91892-566a-4226-a371-aa1d586f0be7" providerId="ADAL" clId="{B053A5CE-0A90-414C-9281-C211CC0B95EF}" dt="2025-09-02T09:59:20.778" v="2" actId="47"/>
        <pc:sldMkLst>
          <pc:docMk/>
          <pc:sldMk cId="2319850223" sldId="312"/>
        </pc:sldMkLst>
      </pc:sldChg>
      <pc:sldChg chg="del">
        <pc:chgData name="Arvind Kumar Mehta [MU - Jaipur]" userId="05c91892-566a-4226-a371-aa1d586f0be7" providerId="ADAL" clId="{B053A5CE-0A90-414C-9281-C211CC0B95EF}" dt="2025-09-02T09:59:24.361" v="3" actId="47"/>
        <pc:sldMkLst>
          <pc:docMk/>
          <pc:sldMk cId="192079766" sldId="313"/>
        </pc:sldMkLst>
      </pc:sldChg>
      <pc:sldChg chg="addSp delSp modSp new mod">
        <pc:chgData name="Arvind Kumar Mehta [MU - Jaipur]" userId="05c91892-566a-4226-a371-aa1d586f0be7" providerId="ADAL" clId="{B053A5CE-0A90-414C-9281-C211CC0B95EF}" dt="2025-10-07T09:51:33.496" v="1153" actId="1076"/>
        <pc:sldMkLst>
          <pc:docMk/>
          <pc:sldMk cId="1836925192" sldId="313"/>
        </pc:sldMkLst>
        <pc:spChg chg="add del mod">
          <ac:chgData name="Arvind Kumar Mehta [MU - Jaipur]" userId="05c91892-566a-4226-a371-aa1d586f0be7" providerId="ADAL" clId="{B053A5CE-0A90-414C-9281-C211CC0B95EF}" dt="2025-10-07T09:40:09.041" v="1063" actId="478"/>
          <ac:spMkLst>
            <pc:docMk/>
            <pc:sldMk cId="1836925192" sldId="313"/>
            <ac:spMk id="5" creationId="{8B022FEC-104E-8D2C-A86B-8EB584F71F29}"/>
          </ac:spMkLst>
        </pc:spChg>
        <pc:spChg chg="add mod">
          <ac:chgData name="Arvind Kumar Mehta [MU - Jaipur]" userId="05c91892-566a-4226-a371-aa1d586f0be7" providerId="ADAL" clId="{B053A5CE-0A90-414C-9281-C211CC0B95EF}" dt="2025-10-07T09:50:10.288" v="1145" actId="20577"/>
          <ac:spMkLst>
            <pc:docMk/>
            <pc:sldMk cId="1836925192" sldId="313"/>
            <ac:spMk id="7" creationId="{CFA9014A-9D36-83AE-4438-6F3D54F6CBE5}"/>
          </ac:spMkLst>
        </pc:spChg>
        <pc:picChg chg="add mod">
          <ac:chgData name="Arvind Kumar Mehta [MU - Jaipur]" userId="05c91892-566a-4226-a371-aa1d586f0be7" providerId="ADAL" clId="{B053A5CE-0A90-414C-9281-C211CC0B95EF}" dt="2025-10-07T09:51:33.496" v="1153" actId="1076"/>
          <ac:picMkLst>
            <pc:docMk/>
            <pc:sldMk cId="1836925192" sldId="313"/>
            <ac:picMk id="1026" creationId="{4EDB47AE-B7B4-9030-121F-3461696E953D}"/>
          </ac:picMkLst>
        </pc:picChg>
      </pc:sldChg>
      <pc:sldChg chg="addSp delSp modSp new del mod">
        <pc:chgData name="Arvind Kumar Mehta [MU - Jaipur]" userId="05c91892-566a-4226-a371-aa1d586f0be7" providerId="ADAL" clId="{B053A5CE-0A90-414C-9281-C211CC0B95EF}" dt="2025-10-07T09:05:55.514" v="844" actId="47"/>
        <pc:sldMkLst>
          <pc:docMk/>
          <pc:sldMk cId="2315086327" sldId="313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5.653" v="845" actId="47"/>
        <pc:sldMkLst>
          <pc:docMk/>
          <pc:sldMk cId="397698764" sldId="314"/>
        </pc:sldMkLst>
      </pc:sldChg>
      <pc:sldChg chg="del">
        <pc:chgData name="Arvind Kumar Mehta [MU - Jaipur]" userId="05c91892-566a-4226-a371-aa1d586f0be7" providerId="ADAL" clId="{B053A5CE-0A90-414C-9281-C211CC0B95EF}" dt="2025-09-18T09:01:45.749" v="477" actId="47"/>
        <pc:sldMkLst>
          <pc:docMk/>
          <pc:sldMk cId="1143593055" sldId="314"/>
        </pc:sldMkLst>
      </pc:sldChg>
      <pc:sldChg chg="addSp delSp modSp new mod">
        <pc:chgData name="Arvind Kumar Mehta [MU - Jaipur]" userId="05c91892-566a-4226-a371-aa1d586f0be7" providerId="ADAL" clId="{B053A5CE-0A90-414C-9281-C211CC0B95EF}" dt="2025-10-07T09:55:11.964" v="1187" actId="1076"/>
        <pc:sldMkLst>
          <pc:docMk/>
          <pc:sldMk cId="3351751506" sldId="314"/>
        </pc:sldMkLst>
        <pc:spChg chg="del">
          <ac:chgData name="Arvind Kumar Mehta [MU - Jaipur]" userId="05c91892-566a-4226-a371-aa1d586f0be7" providerId="ADAL" clId="{B053A5CE-0A90-414C-9281-C211CC0B95EF}" dt="2025-10-07T09:52:13.404" v="1158" actId="478"/>
          <ac:spMkLst>
            <pc:docMk/>
            <pc:sldMk cId="3351751506" sldId="314"/>
            <ac:spMk id="2" creationId="{7F121166-A1A3-1DB0-BA97-D994D5DE8636}"/>
          </ac:spMkLst>
        </pc:spChg>
        <pc:spChg chg="del">
          <ac:chgData name="Arvind Kumar Mehta [MU - Jaipur]" userId="05c91892-566a-4226-a371-aa1d586f0be7" providerId="ADAL" clId="{B053A5CE-0A90-414C-9281-C211CC0B95EF}" dt="2025-10-07T09:52:13.404" v="1158" actId="478"/>
          <ac:spMkLst>
            <pc:docMk/>
            <pc:sldMk cId="3351751506" sldId="314"/>
            <ac:spMk id="3" creationId="{9AB53575-37A8-A4DD-5126-0361F0A7A409}"/>
          </ac:spMkLst>
        </pc:spChg>
        <pc:spChg chg="add mod">
          <ac:chgData name="Arvind Kumar Mehta [MU - Jaipur]" userId="05c91892-566a-4226-a371-aa1d586f0be7" providerId="ADAL" clId="{B053A5CE-0A90-414C-9281-C211CC0B95EF}" dt="2025-10-07T09:54:23.301" v="1183" actId="1076"/>
          <ac:spMkLst>
            <pc:docMk/>
            <pc:sldMk cId="3351751506" sldId="314"/>
            <ac:spMk id="10" creationId="{FB8AD196-7488-4AFE-C200-11E05F625770}"/>
          </ac:spMkLst>
        </pc:spChg>
        <pc:graphicFrameChg chg="add del mod">
          <ac:chgData name="Arvind Kumar Mehta [MU - Jaipur]" userId="05c91892-566a-4226-a371-aa1d586f0be7" providerId="ADAL" clId="{B053A5CE-0A90-414C-9281-C211CC0B95EF}" dt="2025-10-07T09:52:13.404" v="1158" actId="478"/>
          <ac:graphicFrameMkLst>
            <pc:docMk/>
            <pc:sldMk cId="3351751506" sldId="314"/>
            <ac:graphicFrameMk id="4" creationId="{02D2F84C-5A90-46FF-6BF1-F9DE32A612CB}"/>
          </ac:graphicFrameMkLst>
        </pc:graphicFrameChg>
        <pc:graphicFrameChg chg="add del mod">
          <ac:chgData name="Arvind Kumar Mehta [MU - Jaipur]" userId="05c91892-566a-4226-a371-aa1d586f0be7" providerId="ADAL" clId="{B053A5CE-0A90-414C-9281-C211CC0B95EF}" dt="2025-10-07T09:52:13.404" v="1158" actId="478"/>
          <ac:graphicFrameMkLst>
            <pc:docMk/>
            <pc:sldMk cId="3351751506" sldId="314"/>
            <ac:graphicFrameMk id="5" creationId="{3320778A-B1D7-1FC7-C646-A6888F713F29}"/>
          </ac:graphicFrameMkLst>
        </pc:graphicFrameChg>
        <pc:graphicFrameChg chg="add del mod">
          <ac:chgData name="Arvind Kumar Mehta [MU - Jaipur]" userId="05c91892-566a-4226-a371-aa1d586f0be7" providerId="ADAL" clId="{B053A5CE-0A90-414C-9281-C211CC0B95EF}" dt="2025-10-07T09:52:13.404" v="1158" actId="478"/>
          <ac:graphicFrameMkLst>
            <pc:docMk/>
            <pc:sldMk cId="3351751506" sldId="314"/>
            <ac:graphicFrameMk id="6" creationId="{9CFE1512-4CAA-57B7-7C18-612199B9348F}"/>
          </ac:graphicFrameMkLst>
        </pc:graphicFrameChg>
        <pc:graphicFrameChg chg="add del mod">
          <ac:chgData name="Arvind Kumar Mehta [MU - Jaipur]" userId="05c91892-566a-4226-a371-aa1d586f0be7" providerId="ADAL" clId="{B053A5CE-0A90-414C-9281-C211CC0B95EF}" dt="2025-10-07T09:52:13.404" v="1158" actId="478"/>
          <ac:graphicFrameMkLst>
            <pc:docMk/>
            <pc:sldMk cId="3351751506" sldId="314"/>
            <ac:graphicFrameMk id="7" creationId="{A85E44F0-12D1-5057-B1CF-39F6ECF21F0E}"/>
          </ac:graphicFrameMkLst>
        </pc:graphicFrameChg>
        <pc:graphicFrameChg chg="add del mod modGraphic">
          <ac:chgData name="Arvind Kumar Mehta [MU - Jaipur]" userId="05c91892-566a-4226-a371-aa1d586f0be7" providerId="ADAL" clId="{B053A5CE-0A90-414C-9281-C211CC0B95EF}" dt="2025-10-07T09:52:13.404" v="1158" actId="478"/>
          <ac:graphicFrameMkLst>
            <pc:docMk/>
            <pc:sldMk cId="3351751506" sldId="314"/>
            <ac:graphicFrameMk id="8" creationId="{649D2F7B-B899-23EF-4A05-DDE8E50A8CDE}"/>
          </ac:graphicFrameMkLst>
        </pc:graphicFrameChg>
        <pc:picChg chg="add mod">
          <ac:chgData name="Arvind Kumar Mehta [MU - Jaipur]" userId="05c91892-566a-4226-a371-aa1d586f0be7" providerId="ADAL" clId="{B053A5CE-0A90-414C-9281-C211CC0B95EF}" dt="2025-10-07T09:55:11.964" v="1187" actId="1076"/>
          <ac:picMkLst>
            <pc:docMk/>
            <pc:sldMk cId="3351751506" sldId="314"/>
            <ac:picMk id="12" creationId="{69C8E28F-2003-8F3F-D5B8-B4AC2FAAAC00}"/>
          </ac:picMkLst>
        </pc:picChg>
      </pc:sldChg>
      <pc:sldChg chg="addSp modSp new del mod">
        <pc:chgData name="Arvind Kumar Mehta [MU - Jaipur]" userId="05c91892-566a-4226-a371-aa1d586f0be7" providerId="ADAL" clId="{B053A5CE-0A90-414C-9281-C211CC0B95EF}" dt="2025-10-07T09:05:56.716" v="847" actId="47"/>
        <pc:sldMkLst>
          <pc:docMk/>
          <pc:sldMk cId="2207448639" sldId="315"/>
        </pc:sldMkLst>
      </pc:sldChg>
      <pc:sldChg chg="del">
        <pc:chgData name="Arvind Kumar Mehta [MU - Jaipur]" userId="05c91892-566a-4226-a371-aa1d586f0be7" providerId="ADAL" clId="{B053A5CE-0A90-414C-9281-C211CC0B95EF}" dt="2025-09-02T09:59:36.162" v="4" actId="47"/>
        <pc:sldMkLst>
          <pc:docMk/>
          <pc:sldMk cId="2529966270" sldId="315"/>
        </pc:sldMkLst>
      </pc:sldChg>
      <pc:sldChg chg="addSp new mod">
        <pc:chgData name="Arvind Kumar Mehta [MU - Jaipur]" userId="05c91892-566a-4226-a371-aa1d586f0be7" providerId="ADAL" clId="{B053A5CE-0A90-414C-9281-C211CC0B95EF}" dt="2025-10-07T10:00:48.251" v="1189" actId="22"/>
        <pc:sldMkLst>
          <pc:docMk/>
          <pc:sldMk cId="3804123760" sldId="315"/>
        </pc:sldMkLst>
        <pc:picChg chg="add">
          <ac:chgData name="Arvind Kumar Mehta [MU - Jaipur]" userId="05c91892-566a-4226-a371-aa1d586f0be7" providerId="ADAL" clId="{B053A5CE-0A90-414C-9281-C211CC0B95EF}" dt="2025-10-07T10:00:48.251" v="1189" actId="22"/>
          <ac:picMkLst>
            <pc:docMk/>
            <pc:sldMk cId="3804123760" sldId="315"/>
            <ac:picMk id="5" creationId="{EAFA71DD-DBD3-3C48-077A-05E97D6236FA}"/>
          </ac:picMkLst>
        </pc:picChg>
      </pc:sldChg>
      <pc:sldChg chg="addSp new mod">
        <pc:chgData name="Arvind Kumar Mehta [MU - Jaipur]" userId="05c91892-566a-4226-a371-aa1d586f0be7" providerId="ADAL" clId="{B053A5CE-0A90-414C-9281-C211CC0B95EF}" dt="2025-10-07T10:01:50.151" v="1191" actId="22"/>
        <pc:sldMkLst>
          <pc:docMk/>
          <pc:sldMk cId="427360432" sldId="316"/>
        </pc:sldMkLst>
        <pc:picChg chg="add">
          <ac:chgData name="Arvind Kumar Mehta [MU - Jaipur]" userId="05c91892-566a-4226-a371-aa1d586f0be7" providerId="ADAL" clId="{B053A5CE-0A90-414C-9281-C211CC0B95EF}" dt="2025-10-07T10:01:50.151" v="1191" actId="22"/>
          <ac:picMkLst>
            <pc:docMk/>
            <pc:sldMk cId="427360432" sldId="316"/>
            <ac:picMk id="5" creationId="{5D948F0E-F16B-D8F8-DB2B-9AA55A48ED6D}"/>
          </ac:picMkLst>
        </pc:picChg>
      </pc:sldChg>
      <pc:sldChg chg="addSp modSp new del mod ord">
        <pc:chgData name="Arvind Kumar Mehta [MU - Jaipur]" userId="05c91892-566a-4226-a371-aa1d586f0be7" providerId="ADAL" clId="{B053A5CE-0A90-414C-9281-C211CC0B95EF}" dt="2025-10-07T09:05:56.120" v="846" actId="47"/>
        <pc:sldMkLst>
          <pc:docMk/>
          <pc:sldMk cId="1751858633" sldId="316"/>
        </pc:sldMkLst>
      </pc:sldChg>
      <pc:sldChg chg="del">
        <pc:chgData name="Arvind Kumar Mehta [MU - Jaipur]" userId="05c91892-566a-4226-a371-aa1d586f0be7" providerId="ADAL" clId="{B053A5CE-0A90-414C-9281-C211CC0B95EF}" dt="2025-09-02T09:59:39.205" v="5" actId="47"/>
        <pc:sldMkLst>
          <pc:docMk/>
          <pc:sldMk cId="3031133928" sldId="316"/>
        </pc:sldMkLst>
      </pc:sldChg>
      <pc:sldChg chg="del">
        <pc:chgData name="Arvind Kumar Mehta [MU - Jaipur]" userId="05c91892-566a-4226-a371-aa1d586f0be7" providerId="ADAL" clId="{B053A5CE-0A90-414C-9281-C211CC0B95EF}" dt="2025-09-02T09:59:42.088" v="6" actId="47"/>
        <pc:sldMkLst>
          <pc:docMk/>
          <pc:sldMk cId="796632334" sldId="317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7.236" v="848" actId="47"/>
        <pc:sldMkLst>
          <pc:docMk/>
          <pc:sldMk cId="1312468425" sldId="317"/>
        </pc:sldMkLst>
      </pc:sldChg>
      <pc:sldChg chg="addSp new del mod">
        <pc:chgData name="Arvind Kumar Mehta [MU - Jaipur]" userId="05c91892-566a-4226-a371-aa1d586f0be7" providerId="ADAL" clId="{B053A5CE-0A90-414C-9281-C211CC0B95EF}" dt="2025-10-07T09:05:57.731" v="849" actId="47"/>
        <pc:sldMkLst>
          <pc:docMk/>
          <pc:sldMk cId="2602182826" sldId="318"/>
        </pc:sldMkLst>
      </pc:sldChg>
      <pc:sldChg chg="addSp delSp modSp del mod">
        <pc:chgData name="Arvind Kumar Mehta [MU - Jaipur]" userId="05c91892-566a-4226-a371-aa1d586f0be7" providerId="ADAL" clId="{B053A5CE-0A90-414C-9281-C211CC0B95EF}" dt="2025-09-18T09:01:45.872" v="480" actId="47"/>
        <pc:sldMkLst>
          <pc:docMk/>
          <pc:sldMk cId="3434609221" sldId="318"/>
        </pc:sldMkLst>
      </pc:sldChg>
      <pc:sldChg chg="addSp delSp modSp del mod delAnim modAnim">
        <pc:chgData name="Arvind Kumar Mehta [MU - Jaipur]" userId="05c91892-566a-4226-a371-aa1d586f0be7" providerId="ADAL" clId="{B053A5CE-0A90-414C-9281-C211CC0B95EF}" dt="2025-09-02T10:14:20.878" v="309" actId="47"/>
        <pc:sldMkLst>
          <pc:docMk/>
          <pc:sldMk cId="2577839129" sldId="319"/>
        </pc:sldMkLst>
      </pc:sldChg>
      <pc:sldChg chg="addSp modSp new del mod">
        <pc:chgData name="Arvind Kumar Mehta [MU - Jaipur]" userId="05c91892-566a-4226-a371-aa1d586f0be7" providerId="ADAL" clId="{B053A5CE-0A90-414C-9281-C211CC0B95EF}" dt="2025-10-07T09:05:58.281" v="850" actId="47"/>
        <pc:sldMkLst>
          <pc:docMk/>
          <pc:sldMk cId="4098957958" sldId="319"/>
        </pc:sldMkLst>
      </pc:sldChg>
      <pc:sldChg chg="addSp new del mod">
        <pc:chgData name="Arvind Kumar Mehta [MU - Jaipur]" userId="05c91892-566a-4226-a371-aa1d586f0be7" providerId="ADAL" clId="{B053A5CE-0A90-414C-9281-C211CC0B95EF}" dt="2025-10-07T09:06:04.319" v="851" actId="47"/>
        <pc:sldMkLst>
          <pc:docMk/>
          <pc:sldMk cId="786411972" sldId="320"/>
        </pc:sldMkLst>
      </pc:sldChg>
      <pc:sldChg chg="addSp delSp modSp add del mod delAnim">
        <pc:chgData name="Arvind Kumar Mehta [MU - Jaipur]" userId="05c91892-566a-4226-a371-aa1d586f0be7" providerId="ADAL" clId="{B053A5CE-0A90-414C-9281-C211CC0B95EF}" dt="2025-09-18T09:01:45.893" v="481" actId="47"/>
        <pc:sldMkLst>
          <pc:docMk/>
          <pc:sldMk cId="4150820478" sldId="320"/>
        </pc:sldMkLst>
      </pc:sldChg>
      <pc:sldChg chg="addSp new del mod">
        <pc:chgData name="Arvind Kumar Mehta [MU - Jaipur]" userId="05c91892-566a-4226-a371-aa1d586f0be7" providerId="ADAL" clId="{B053A5CE-0A90-414C-9281-C211CC0B95EF}" dt="2025-10-07T09:06:06.738" v="852" actId="47"/>
        <pc:sldMkLst>
          <pc:docMk/>
          <pc:sldMk cId="21251370" sldId="321"/>
        </pc:sldMkLst>
      </pc:sldChg>
      <pc:sldChg chg="modSp del">
        <pc:chgData name="Arvind Kumar Mehta [MU - Jaipur]" userId="05c91892-566a-4226-a371-aa1d586f0be7" providerId="ADAL" clId="{B053A5CE-0A90-414C-9281-C211CC0B95EF}" dt="2025-09-18T09:01:45.924" v="482" actId="47"/>
        <pc:sldMkLst>
          <pc:docMk/>
          <pc:sldMk cId="205557640" sldId="321"/>
        </pc:sldMkLst>
      </pc:sldChg>
      <pc:sldChg chg="addSp delSp modSp del mod">
        <pc:chgData name="Arvind Kumar Mehta [MU - Jaipur]" userId="05c91892-566a-4226-a371-aa1d586f0be7" providerId="ADAL" clId="{B053A5CE-0A90-414C-9281-C211CC0B95EF}" dt="2025-09-18T09:01:45.796" v="478" actId="47"/>
        <pc:sldMkLst>
          <pc:docMk/>
          <pc:sldMk cId="24939701" sldId="358"/>
        </pc:sldMkLst>
      </pc:sldChg>
      <pc:sldChg chg="modSp del mod">
        <pc:chgData name="Arvind Kumar Mehta [MU - Jaipur]" userId="05c91892-566a-4226-a371-aa1d586f0be7" providerId="ADAL" clId="{B053A5CE-0A90-414C-9281-C211CC0B95EF}" dt="2025-09-18T09:01:45.827" v="479" actId="47"/>
        <pc:sldMkLst>
          <pc:docMk/>
          <pc:sldMk cId="1189190445" sldId="359"/>
        </pc:sldMkLst>
      </pc:sldChg>
      <pc:sldChg chg="del">
        <pc:chgData name="Arvind Kumar Mehta [MU - Jaipur]" userId="05c91892-566a-4226-a371-aa1d586f0be7" providerId="ADAL" clId="{B053A5CE-0A90-414C-9281-C211CC0B95EF}" dt="2025-09-02T10:01:40.049" v="49" actId="47"/>
        <pc:sldMkLst>
          <pc:docMk/>
          <pc:sldMk cId="3108161345" sldId="360"/>
        </pc:sldMkLst>
      </pc:sldChg>
      <pc:sldChg chg="del">
        <pc:chgData name="Arvind Kumar Mehta [MU - Jaipur]" userId="05c91892-566a-4226-a371-aa1d586f0be7" providerId="ADAL" clId="{B053A5CE-0A90-414C-9281-C211CC0B95EF}" dt="2025-09-02T10:01:43.970" v="50" actId="47"/>
        <pc:sldMkLst>
          <pc:docMk/>
          <pc:sldMk cId="503878474" sldId="361"/>
        </pc:sldMkLst>
      </pc:sldChg>
      <pc:sldChg chg="del">
        <pc:chgData name="Arvind Kumar Mehta [MU - Jaipur]" userId="05c91892-566a-4226-a371-aa1d586f0be7" providerId="ADAL" clId="{B053A5CE-0A90-414C-9281-C211CC0B95EF}" dt="2025-09-02T10:01:47.144" v="51" actId="47"/>
        <pc:sldMkLst>
          <pc:docMk/>
          <pc:sldMk cId="2617088619" sldId="362"/>
        </pc:sldMkLst>
      </pc:sldChg>
      <pc:sldChg chg="del">
        <pc:chgData name="Arvind Kumar Mehta [MU - Jaipur]" userId="05c91892-566a-4226-a371-aa1d586f0be7" providerId="ADAL" clId="{B053A5CE-0A90-414C-9281-C211CC0B95EF}" dt="2025-09-02T10:01:54.637" v="52" actId="47"/>
        <pc:sldMkLst>
          <pc:docMk/>
          <pc:sldMk cId="3036209520" sldId="363"/>
        </pc:sldMkLst>
      </pc:sldChg>
      <pc:sldChg chg="del ord">
        <pc:chgData name="Arvind Kumar Mehta [MU - Jaipur]" userId="05c91892-566a-4226-a371-aa1d586f0be7" providerId="ADAL" clId="{B053A5CE-0A90-414C-9281-C211CC0B95EF}" dt="2025-09-02T10:02:14.321" v="55" actId="47"/>
        <pc:sldMkLst>
          <pc:docMk/>
          <pc:sldMk cId="148035015" sldId="367"/>
        </pc:sldMkLst>
      </pc:sldChg>
      <pc:sldChg chg="modSp del mod">
        <pc:chgData name="Arvind Kumar Mehta [MU - Jaipur]" userId="05c91892-566a-4226-a371-aa1d586f0be7" providerId="ADAL" clId="{B053A5CE-0A90-414C-9281-C211CC0B95EF}" dt="2025-09-18T09:01:45.310" v="476" actId="47"/>
        <pc:sldMkLst>
          <pc:docMk/>
          <pc:sldMk cId="1107600666" sldId="368"/>
        </pc:sldMkLst>
      </pc:sldChg>
      <pc:sldChg chg="del">
        <pc:chgData name="Arvind Kumar Mehta [MU - Jaipur]" userId="05c91892-566a-4226-a371-aa1d586f0be7" providerId="ADAL" clId="{B053A5CE-0A90-414C-9281-C211CC0B95EF}" dt="2025-09-02T09:59:11.294" v="0" actId="47"/>
        <pc:sldMkLst>
          <pc:docMk/>
          <pc:sldMk cId="1250099007" sldId="369"/>
        </pc:sldMkLst>
      </pc:sldChg>
      <pc:sldChg chg="delSp modSp new del mod modClrScheme chgLayout">
        <pc:chgData name="Arvind Kumar Mehta [MU - Jaipur]" userId="05c91892-566a-4226-a371-aa1d586f0be7" providerId="ADAL" clId="{B053A5CE-0A90-414C-9281-C211CC0B95EF}" dt="2025-09-18T09:01:45.955" v="483" actId="47"/>
        <pc:sldMkLst>
          <pc:docMk/>
          <pc:sldMk cId="3121743165" sldId="3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80D58-E4F7-4FC3-B219-1D20EE7F0FFC}" type="datetimeFigureOut">
              <a:rPr lang="en-IN" smtClean="0"/>
              <a:t>07-10-2025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10463E-A946-4DB7-84F1-2B38F7DE12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3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C94F63-EACE-44D4-906D-A341EB46228A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5174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4F8E8-F423-0951-AC6F-5CEEBE03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E214F8EE-5D8A-2E66-120C-9E11E4C168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71600" y="1143000"/>
            <a:ext cx="41148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D700F365-1E98-9142-5563-F7F903D31A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4C34FF5-B3AB-4DE0-F393-B9B43E549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C94F63-EACE-44D4-906D-A341EB46228A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864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4745-080E-4B88-8B8B-2992D21A2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4FCC-663F-4763-BD22-ED6902EE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37EB-2F3B-4811-9996-207993AA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A531-6B05-4E29-A076-286E4BFF5D19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6A9E-BCDE-41C3-9CC5-60E5429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BD90-BB00-4963-8C24-3F10ACCD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278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458-8B79-452D-921E-0ECB61C2A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3611-6A6B-4C43-BC3F-2D55523D3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29E3-AC0D-450F-9A49-5C61C4E3A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D0025-6DC4-4532-92BB-0035F529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B8A83-CA99-4D72-B625-29725E26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625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A839-A5B7-418C-BCAD-FF5ECF04D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F598-AD66-4E78-BD33-F2CAFCE8F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1A7E6-34A8-42D9-8468-C791AC86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C2AC9-BBBF-4F41-B782-98E53920ED8E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5F426-0C69-4147-90A0-49BD0718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6A7B-B42C-4261-9E1C-BAE9C180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7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AE-95E6-4734-B0CA-6B3F1786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F3265-9837-449F-B9B5-10EF38B971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C79CB-7734-4551-8220-E3D4D9137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4707-78EE-4BB5-92F6-BB536223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66E22-53BA-4991-8881-0249A5195271}" type="datetime1">
              <a:rPr lang="en-US" smtClean="0"/>
              <a:t>10/7/2025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88337-0745-4DB8-BCBB-B2C3787A7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57A4B-F2B7-413C-B502-1F67C910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1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5BA4-0615-4F7C-873A-1CE0AB72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65B24-BF8C-46F6-860A-585437657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55C70-C911-4814-925A-E28281B68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632A8-B556-4ADA-B8D9-24C84CAD7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E47CDF-2C21-477A-9E4F-D478C9090B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70FE3E-BEF0-4D27-86EA-E7C12757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5EF3F-D11F-4760-BD8F-2AFD2FEC523A}" type="datetime1">
              <a:rPr lang="en-US" smtClean="0"/>
              <a:t>10/7/2025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35C4-93B3-4934-8FAB-308E4C473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261A2-2E89-45BF-9912-25CADFD2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71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8C8-DCFC-42DE-B589-797097CE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FAD1B-25A8-401B-A470-BB8F690D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DB7C-9D3D-4090-BB7B-E9E11131932A}" type="datetime1">
              <a:rPr lang="en-US" smtClean="0"/>
              <a:t>10/7/2025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8D88C-4868-4C00-B069-222F73C2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EB5A61-237C-4FD4-82DC-2C14D4AF2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0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215D0-8CE4-4634-A3FA-8B102DFC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10/7/2025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CC80B2-EC71-4848-8516-94910D35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4BB75-7581-4616-954C-12FD6B12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ADD6-0EDC-410D-B6A9-C0379C90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99FBF-7F3F-496B-8533-E5759A0FF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0088-0DCF-454C-BCA0-E08A6B5CE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FB6B-25DA-4495-8891-E5462B4A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EE203-33E8-4D2C-9F23-AD91F4AE60D5}" type="datetime1">
              <a:rPr lang="en-US" smtClean="0"/>
              <a:t>10/7/2025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4F900-E8EB-4577-9FD7-128CBF6F5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CEBB4-9CD1-4A50-A6DB-D2C7080B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46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0DBF-BFAB-445E-ACC4-A51766A08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2BF54-ABF7-4365-A8C2-EEA4EEFAD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747-C8FB-4EF1-8EDF-C5EE17A2F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1E11C-023F-4B6F-B57A-7042D7302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B910-2086-4764-92B4-4785AFCAFF03}" type="datetime1">
              <a:rPr lang="en-US" smtClean="0"/>
              <a:t>10/7/2025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397CEB-9DD0-4B74-BE5C-FB70FBC2D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7B171-7A1B-4CAC-8C40-29BB69356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43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4F1F-5027-4E1F-89BF-075A57C9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E24CC-301E-4D8A-BFC7-3ED1E685B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69E63-03AB-4658-B659-F96379FA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2F31F-FE0C-4C35-A350-C14124AE2070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7C7C-EA7C-43D7-9C98-4953DDD98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FE119-F33A-43B2-ACCD-2210AE6C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66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BDDC8D-D96B-4CF8-B742-313A77CEEA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2A008-CAC5-4BD4-B085-79537F13E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35-5983-430E-9A6F-966CA34E8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E0CF7-CF28-4272-9AA0-1081ED956651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E1584-0A77-4AB0-ABA1-EF7A9661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1001                           Department of CSE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3395-9EB0-45A5-9312-7EF200F5F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97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FE960E-A823-46A1-B92C-C835BEC3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15254"/>
            <a:ext cx="8245807" cy="6283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B4212-C96E-427C-881B-D2A407656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69243"/>
            <a:ext cx="8245806" cy="4907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0C667-5E2D-43CB-81C1-2C89384C1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8657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21C9E-CAB4-4FB8-9861-F2078AC750E3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0E833-EA5E-4A50-A759-535E45CBD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58203" y="6356351"/>
            <a:ext cx="6581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1001                    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6493-223E-484B-B535-A556B9BBA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15350" y="6356351"/>
            <a:ext cx="3591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EA51C-495D-44A2-B925-9AAC4BD9F0A2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  <p:pic>
        <p:nvPicPr>
          <p:cNvPr id="9" name="Picture 8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8E97DF4-2C3E-4424-8C33-C417831B462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40945"/>
            <a:ext cx="3545006" cy="62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2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6045" y="302525"/>
            <a:ext cx="5810250" cy="857250"/>
          </a:xfrm>
        </p:spPr>
        <p:txBody>
          <a:bodyPr>
            <a:normAutofit/>
          </a:bodyPr>
          <a:lstStyle/>
          <a:p>
            <a:r>
              <a:rPr lang="en-IN" dirty="0"/>
              <a:t>Pointer</a:t>
            </a:r>
            <a:endParaRPr lang="en-US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1722B-649C-05F1-9CD9-630DC17F5121}"/>
              </a:ext>
            </a:extLst>
          </p:cNvPr>
          <p:cNvSpPr txBox="1"/>
          <p:nvPr/>
        </p:nvSpPr>
        <p:spPr>
          <a:xfrm>
            <a:off x="425669" y="1342724"/>
            <a:ext cx="81297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A </a:t>
            </a:r>
            <a:r>
              <a:rPr lang="en-IN" sz="2800" b="1" dirty="0"/>
              <a:t>pointer</a:t>
            </a:r>
            <a:r>
              <a:rPr lang="en-IN" sz="2800" dirty="0"/>
              <a:t> in C is a </a:t>
            </a:r>
            <a:r>
              <a:rPr lang="en-IN" sz="2800" b="1" dirty="0"/>
              <a:t>variable that stores the memory address</a:t>
            </a:r>
            <a:r>
              <a:rPr lang="en-IN" sz="2800" dirty="0"/>
              <a:t> of  variable.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0426E-5E17-7E38-BFD4-DEDF254D2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93" y="2479780"/>
            <a:ext cx="8345214" cy="293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80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F8C4-EBE7-16D1-0F9A-FCA51148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DB0E9B7-765E-3479-B2DD-DDE1945749A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66875" y="62784"/>
            <a:ext cx="5810250" cy="857250"/>
          </a:xfrm>
        </p:spPr>
        <p:txBody>
          <a:bodyPr>
            <a:normAutofit/>
          </a:bodyPr>
          <a:lstStyle/>
          <a:p>
            <a:r>
              <a:rPr lang="en-IN" dirty="0"/>
              <a:t>I/O with Pointer</a:t>
            </a:r>
            <a:endParaRPr lang="en-US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92624-8373-A8C4-3A8F-C7B70C468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411" y="1159775"/>
            <a:ext cx="6171872" cy="520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9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2535E-BE9C-0320-0E61-CB967B7B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33469-6D9C-4298-BB14-BF4CE7B085D3}" type="datetime1">
              <a:rPr lang="en-US" smtClean="0"/>
              <a:t>10/7/2025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4D48B-4148-CA2D-A6E6-C7252422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A09299-4F66-D044-67FA-AE25AD4A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986"/>
            <a:ext cx="9144000" cy="22701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2E984-1F45-0C8C-D6A6-E8533A13BCBA}"/>
              </a:ext>
            </a:extLst>
          </p:cNvPr>
          <p:cNvSpPr txBox="1"/>
          <p:nvPr/>
        </p:nvSpPr>
        <p:spPr>
          <a:xfrm>
            <a:off x="236483" y="305966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Pointer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ABE116-A75A-0E40-EECB-693EB27EA331}"/>
              </a:ext>
            </a:extLst>
          </p:cNvPr>
          <p:cNvSpPr txBox="1"/>
          <p:nvPr/>
        </p:nvSpPr>
        <p:spPr>
          <a:xfrm>
            <a:off x="388883" y="3780454"/>
            <a:ext cx="60907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IN" sz="2800" b="1" dirty="0"/>
              <a:t>int *p = ‘\0’;</a:t>
            </a:r>
          </a:p>
          <a:p>
            <a:pPr marL="514350" indent="-514350">
              <a:buAutoNum type="arabicPeriod"/>
            </a:pPr>
            <a:r>
              <a:rPr lang="en-IN" sz="2800" b="1" dirty="0"/>
              <a:t>void Pointer</a:t>
            </a:r>
          </a:p>
        </p:txBody>
      </p:sp>
    </p:spTree>
    <p:extLst>
      <p:ext uri="{BB962C8B-B14F-4D97-AF65-F5344CB8AC3E}">
        <p14:creationId xmlns:p14="http://schemas.microsoft.com/office/powerpoint/2010/main" val="206955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07295-5B48-8009-FB1C-BF24E80A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10/7/2025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1DF737-E6B0-A18C-0592-97816055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E8187-0006-214C-5E23-9321AD943ABF}"/>
              </a:ext>
            </a:extLst>
          </p:cNvPr>
          <p:cNvSpPr txBox="1"/>
          <p:nvPr/>
        </p:nvSpPr>
        <p:spPr>
          <a:xfrm>
            <a:off x="404648" y="603270"/>
            <a:ext cx="84698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void pointer:</a:t>
            </a:r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 </a:t>
            </a:r>
            <a:r>
              <a:rPr lang="en-IN" sz="2800" b="1" dirty="0"/>
              <a:t>void pointer</a:t>
            </a:r>
            <a:r>
              <a:rPr lang="en-IN" sz="2800" dirty="0"/>
              <a:t> in C is a </a:t>
            </a:r>
            <a:r>
              <a:rPr lang="en-IN" sz="2800" b="1" dirty="0"/>
              <a:t>special type of pointer</a:t>
            </a:r>
            <a:r>
              <a:rPr lang="en-IN" sz="2800" dirty="0"/>
              <a:t> that can hold the address of </a:t>
            </a:r>
            <a:r>
              <a:rPr lang="en-IN" sz="2800" b="1" dirty="0"/>
              <a:t>any data </a:t>
            </a:r>
            <a:r>
              <a:rPr lang="en-IN" sz="2800" b="1"/>
              <a:t>type variable.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Can access value using Type</a:t>
            </a:r>
            <a:r>
              <a:rPr lang="en-IN" sz="2800" dirty="0"/>
              <a:t> casting.</a:t>
            </a:r>
          </a:p>
        </p:txBody>
      </p:sp>
    </p:spTree>
    <p:extLst>
      <p:ext uri="{BB962C8B-B14F-4D97-AF65-F5344CB8AC3E}">
        <p14:creationId xmlns:p14="http://schemas.microsoft.com/office/powerpoint/2010/main" val="277706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59F03-4E91-B929-77F1-34508AEB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10/7/2025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0E679-6ADF-6072-EAB6-B04CE1B44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E2C9F-4B98-4358-1392-85F873EAD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" y="333375"/>
            <a:ext cx="866775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23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4D624-A52C-6715-5A8C-0D324C0F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10/7/2025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5BC785-EA14-BD2C-DF11-5F097E1DA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9014A-9D36-83AE-4438-6F3D54F6CBE5}"/>
              </a:ext>
            </a:extLst>
          </p:cNvPr>
          <p:cNvSpPr txBox="1"/>
          <p:nvPr/>
        </p:nvSpPr>
        <p:spPr>
          <a:xfrm>
            <a:off x="425668" y="443749"/>
            <a:ext cx="80896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800" b="1" dirty="0"/>
              <a:t>Pointer arithmetic</a:t>
            </a:r>
            <a:r>
              <a:rPr lang="en-IN" sz="2800" dirty="0"/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Addition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sz="2800" dirty="0"/>
              <a:t>Subtraction 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Used to </a:t>
            </a:r>
            <a:r>
              <a:rPr lang="en-IN" sz="2800" b="1" dirty="0"/>
              <a:t>Move Pointer Forward or Backword.</a:t>
            </a:r>
            <a:endParaRPr lang="en-IN" sz="2800" dirty="0"/>
          </a:p>
        </p:txBody>
      </p:sp>
      <p:pic>
        <p:nvPicPr>
          <p:cNvPr id="1026" name="Picture 2" descr="Pointer (computer programming) - Wikipedia">
            <a:extLst>
              <a:ext uri="{FF2B5EF4-FFF2-40B4-BE49-F238E27FC236}">
                <a16:creationId xmlns:a16="http://schemas.microsoft.com/office/drawing/2014/main" id="{4EDB47AE-B7B4-9030-121F-3461696E9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277" y="2650533"/>
            <a:ext cx="3494620" cy="388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92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B8AD196-7488-4AFE-C200-11E05F625770}"/>
              </a:ext>
            </a:extLst>
          </p:cNvPr>
          <p:cNvSpPr txBox="1"/>
          <p:nvPr/>
        </p:nvSpPr>
        <p:spPr>
          <a:xfrm>
            <a:off x="751489" y="296605"/>
            <a:ext cx="80666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Operation	Meaning</a:t>
            </a:r>
          </a:p>
          <a:p>
            <a:r>
              <a:rPr lang="en-IN" sz="2800" dirty="0" err="1"/>
              <a:t>ptr</a:t>
            </a:r>
            <a:r>
              <a:rPr lang="en-IN" sz="2800" dirty="0"/>
              <a:t>++		Move to next element location</a:t>
            </a:r>
          </a:p>
          <a:p>
            <a:r>
              <a:rPr lang="en-IN" sz="2800" dirty="0" err="1"/>
              <a:t>ptr</a:t>
            </a:r>
            <a:r>
              <a:rPr lang="en-IN" sz="2800" dirty="0"/>
              <a:t>--		Move to previous element location</a:t>
            </a:r>
          </a:p>
          <a:p>
            <a:r>
              <a:rPr lang="en-IN" sz="2800" dirty="0" err="1"/>
              <a:t>ptr</a:t>
            </a:r>
            <a:r>
              <a:rPr lang="en-IN" sz="2800" dirty="0"/>
              <a:t> + n	Move n elements locations forward</a:t>
            </a:r>
          </a:p>
          <a:p>
            <a:r>
              <a:rPr lang="en-IN" sz="2800" dirty="0" err="1"/>
              <a:t>ptr</a:t>
            </a:r>
            <a:r>
              <a:rPr lang="en-IN" sz="2800" dirty="0"/>
              <a:t> - n		Move n elements locations backward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C8E28F-2003-8F3F-D5B8-B4AC2FAA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10" y="2543374"/>
            <a:ext cx="66389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5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9C4978-8380-7526-868E-349779C4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10/7/2025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CA41D0-FC23-5112-B4D9-8D7FD8E3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FA71DD-DBD3-3C48-077A-05E97D62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537"/>
            <a:ext cx="9144000" cy="476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2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DA8C33-B2FB-C40F-7AAA-0349199A7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4E836-3CE9-4184-B490-BAFD4201EC5B}" type="datetime1">
              <a:rPr lang="en-US" smtClean="0"/>
              <a:t>10/7/2025</a:t>
            </a:fld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881053-DF7C-A439-B1C6-95BAAF1A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EA51C-495D-44A2-B925-9AAC4BD9F0A2}" type="slidenum">
              <a:rPr lang="en-IN" smtClean="0"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48F0E-F16B-D8F8-DB2B-9AA55A48E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183" y="0"/>
            <a:ext cx="4843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0432"/>
      </p:ext>
    </p:extLst>
  </p:cSld>
  <p:clrMapOvr>
    <a:masterClrMapping/>
  </p:clrMapOvr>
</p:sld>
</file>

<file path=ppt/theme/theme1.xml><?xml version="1.0" encoding="utf-8"?>
<a:theme xmlns:a="http://schemas.openxmlformats.org/drawingml/2006/main" name="PSUC2018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SUC2018 Template" id="{93EF96F5-E747-46F5-91A5-49A1A8F17C25}" vid="{65C9EF66-907A-46B3-BC73-6E107B4F26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DF5B91811CE1479B5AC94E7432E9CC" ma:contentTypeVersion="5" ma:contentTypeDescription="Create a new document." ma:contentTypeScope="" ma:versionID="e67ab8a85e8740b7de8dd1dec19a88cb">
  <xsd:schema xmlns:xsd="http://www.w3.org/2001/XMLSchema" xmlns:xs="http://www.w3.org/2001/XMLSchema" xmlns:p="http://schemas.microsoft.com/office/2006/metadata/properties" xmlns:ns2="09eb9e8c-5042-4e07-b1e7-8851b83ebf39" targetNamespace="http://schemas.microsoft.com/office/2006/metadata/properties" ma:root="true" ma:fieldsID="dccccadeddc5a7ff6b3649b2bc78d160" ns2:_="">
    <xsd:import namespace="09eb9e8c-5042-4e07-b1e7-8851b83ebf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eb9e8c-5042-4e07-b1e7-8851b83eb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FAF3DE-0981-4491-90F5-8C105AF2A8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2AD4BEB-B3E3-4241-A0AB-13A2E3C77D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0E71E2-CE9B-4240-BF92-317A5DFEB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eb9e8c-5042-4e07-b1e7-8851b83ebf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PSUC2018 Template</Template>
  <TotalTime>3845</TotalTime>
  <Words>130</Words>
  <Application>Microsoft Office PowerPoint</Application>
  <PresentationFormat>On-screen Show (4:3)</PresentationFormat>
  <Paragraphs>35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PSUC2018 Template</vt:lpstr>
      <vt:lpstr>Pointer</vt:lpstr>
      <vt:lpstr>I/O with Pointer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Making, Branching &amp; Switch</dc:title>
  <dc:creator>Mahe</dc:creator>
  <cp:lastModifiedBy>Arvind Kumar Mehta [MU - Jaipur]</cp:lastModifiedBy>
  <cp:revision>56</cp:revision>
  <dcterms:created xsi:type="dcterms:W3CDTF">2018-05-08T11:06:27Z</dcterms:created>
  <dcterms:modified xsi:type="dcterms:W3CDTF">2025-10-07T11:30:20Z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0x01010016DF5B91811CE1479B5AC94E7432E9CC</vt:lpwstr>
  </property>
</Properties>
</file>