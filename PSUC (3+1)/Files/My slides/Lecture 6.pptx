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handoutMasterIdLst>
    <p:handoutMasterId r:id="rId7"/>
  </p:handoutMasterIdLst>
  <p:sldIdLst>
    <p:sldId id="295" r:id="rId2"/>
    <p:sldId id="297" r:id="rId3"/>
    <p:sldId id="298" r:id="rId4"/>
    <p:sldId id="299" r:id="rId5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918" autoAdjust="0"/>
  </p:normalViewPr>
  <p:slideViewPr>
    <p:cSldViewPr>
      <p:cViewPr varScale="1">
        <p:scale>
          <a:sx n="53" d="100"/>
          <a:sy n="53" d="100"/>
        </p:scale>
        <p:origin x="158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67D29-0E54-4FC2-B286-9BE94D2829B8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9E78D-3266-4CC1-916B-2600E39DD5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4BA4553-079D-4D20-B90C-B0C298FDB8E7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3"/>
            <a:ext cx="5563870" cy="4189095"/>
          </a:xfrm>
          <a:prstGeom prst="rect">
            <a:avLst/>
          </a:prstGeom>
        </p:spPr>
        <p:txBody>
          <a:bodyPr vert="horz" lIns="92930" tIns="46465" rIns="92930" bIns="4646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ACEE32E0-70ED-475D-B6A3-4A43F6DB1D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45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808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3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17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2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81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2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8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6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3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748E43-AAF6-4998-B241-677BD4572ECB}" type="datetimeFigureOut">
              <a:rPr lang="en-US" smtClean="0"/>
              <a:pPr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88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28600" y="457200"/>
            <a:ext cx="8686800" cy="461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600" b="1" dirty="0"/>
              <a:t>Problem Solving Using Computers</a:t>
            </a:r>
          </a:p>
          <a:p>
            <a:pPr algn="ctr"/>
            <a:r>
              <a:rPr lang="en-IN" sz="3600" b="1" dirty="0">
                <a:solidFill>
                  <a:srgbClr val="C00000"/>
                </a:solidFill>
              </a:rPr>
              <a:t>Introduction to Algorithms</a:t>
            </a: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566968-D25A-4731-47E2-29C351B47A79}"/>
              </a:ext>
            </a:extLst>
          </p:cNvPr>
          <p:cNvSpPr txBox="1"/>
          <p:nvPr/>
        </p:nvSpPr>
        <p:spPr>
          <a:xfrm>
            <a:off x="152400" y="457200"/>
            <a:ext cx="8534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dirty="0"/>
              <a:t>What is an Algorithm?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/>
              <a:t>An algorithm is a step-by-step procedure or formula for solving a problem.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32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/>
              <a:t>It is a set of instructions designed to perform a specific task or solve a specific problem.</a:t>
            </a:r>
          </a:p>
        </p:txBody>
      </p:sp>
    </p:spTree>
    <p:extLst>
      <p:ext uri="{BB962C8B-B14F-4D97-AF65-F5344CB8AC3E}">
        <p14:creationId xmlns:p14="http://schemas.microsoft.com/office/powerpoint/2010/main" val="2582684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BDF13D-9FC6-ABDA-DFA9-52BF2570C2C7}"/>
              </a:ext>
            </a:extLst>
          </p:cNvPr>
          <p:cNvSpPr txBox="1"/>
          <p:nvPr/>
        </p:nvSpPr>
        <p:spPr>
          <a:xfrm>
            <a:off x="533400" y="228600"/>
            <a:ext cx="84582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Characteristics of an Algorithm: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Input</a:t>
            </a:r>
            <a:r>
              <a:rPr lang="en-IN" sz="2800" dirty="0"/>
              <a:t>: Algorithms can have zero or more inputs.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Output</a:t>
            </a:r>
            <a:r>
              <a:rPr lang="en-IN" sz="2800" dirty="0"/>
              <a:t>: There is at least one output generated.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Definiteness</a:t>
            </a:r>
            <a:r>
              <a:rPr lang="en-IN" sz="2800" dirty="0"/>
              <a:t>: Every step of the algorithm must be clear and unambiguous.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Finiteness</a:t>
            </a:r>
            <a:r>
              <a:rPr lang="en-IN" sz="2800" dirty="0"/>
              <a:t>: The algorithm must terminate after a finite number of steps.</a:t>
            </a:r>
          </a:p>
          <a:p>
            <a:pPr>
              <a:buFont typeface="+mj-lt"/>
              <a:buAutoNum type="arabicPeriod"/>
            </a:pPr>
            <a:r>
              <a:rPr lang="en-IN" sz="2800" b="1" dirty="0"/>
              <a:t>Effectiveness</a:t>
            </a:r>
            <a:r>
              <a:rPr lang="en-IN" sz="2800" dirty="0"/>
              <a:t>: Each step must be basic enough to be carried out, in principle, by a person using a pencil and paper.</a:t>
            </a:r>
          </a:p>
        </p:txBody>
      </p:sp>
    </p:spTree>
    <p:extLst>
      <p:ext uri="{BB962C8B-B14F-4D97-AF65-F5344CB8AC3E}">
        <p14:creationId xmlns:p14="http://schemas.microsoft.com/office/powerpoint/2010/main" val="3149546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1E0CFC-6619-5900-68AA-602D55EC6F04}"/>
              </a:ext>
            </a:extLst>
          </p:cNvPr>
          <p:cNvSpPr txBox="1"/>
          <p:nvPr/>
        </p:nvSpPr>
        <p:spPr>
          <a:xfrm>
            <a:off x="914400" y="457200"/>
            <a:ext cx="8001000" cy="3709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3200" b="1" dirty="0"/>
              <a:t>Find the sum of two Number?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3200" b="1" dirty="0"/>
              <a:t>Find the Maximum between two Number?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3200" b="1" dirty="0"/>
              <a:t>Find the Maximum between three Number?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3200" b="1" dirty="0"/>
              <a:t>Calculate Factorial of a number</a:t>
            </a:r>
          </a:p>
          <a:p>
            <a:pPr>
              <a:lnSpc>
                <a:spcPct val="150000"/>
              </a:lnSpc>
            </a:pP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023727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7704</TotalTime>
  <Words>145</Words>
  <Application>Microsoft Office PowerPoint</Application>
  <PresentationFormat>On-screen Show (4:3)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Palatino</vt:lpstr>
      <vt:lpstr>Retrospect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shubhangi</dc:creator>
  <cp:lastModifiedBy>Arvind Kumar Mehta [MU - Jaipur]</cp:lastModifiedBy>
  <cp:revision>225</cp:revision>
  <dcterms:created xsi:type="dcterms:W3CDTF">2017-07-11T09:12:16Z</dcterms:created>
  <dcterms:modified xsi:type="dcterms:W3CDTF">2025-01-31T03:48:54Z</dcterms:modified>
</cp:coreProperties>
</file>