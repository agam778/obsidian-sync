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7" r:id="rId4"/>
    <p:sldMasterId id="2147483700" r:id="rId5"/>
  </p:sldMasterIdLst>
  <p:notesMasterIdLst>
    <p:notesMasterId r:id="rId21"/>
  </p:notesMasterIdLst>
  <p:sldIdLst>
    <p:sldId id="683" r:id="rId6"/>
    <p:sldId id="262" r:id="rId7"/>
    <p:sldId id="263" r:id="rId8"/>
    <p:sldId id="603" r:id="rId9"/>
    <p:sldId id="672" r:id="rId10"/>
    <p:sldId id="689" r:id="rId11"/>
    <p:sldId id="690" r:id="rId12"/>
    <p:sldId id="684" r:id="rId13"/>
    <p:sldId id="685" r:id="rId14"/>
    <p:sldId id="688" r:id="rId15"/>
    <p:sldId id="686" r:id="rId16"/>
    <p:sldId id="678" r:id="rId17"/>
    <p:sldId id="679" r:id="rId18"/>
    <p:sldId id="680" r:id="rId19"/>
    <p:sldId id="271" r:id="rId2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869" autoAdjust="0"/>
  </p:normalViewPr>
  <p:slideViewPr>
    <p:cSldViewPr snapToGrid="0">
      <p:cViewPr varScale="1">
        <p:scale>
          <a:sx n="54" d="100"/>
          <a:sy n="54" d="100"/>
        </p:scale>
        <p:origin x="1568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vind Kumar Mehta [MU - Jaipur]" userId="05c91892-566a-4226-a371-aa1d586f0be7" providerId="ADAL" clId="{B053A5CE-0A90-414C-9281-C211CC0B95EF}"/>
    <pc:docChg chg="custSel addSld delSld modSld sldOrd">
      <pc:chgData name="Arvind Kumar Mehta [MU - Jaipur]" userId="05c91892-566a-4226-a371-aa1d586f0be7" providerId="ADAL" clId="{B053A5CE-0A90-414C-9281-C211CC0B95EF}" dt="2026-08-12T07:28:58.074" v="183" actId="47"/>
      <pc:docMkLst>
        <pc:docMk/>
      </pc:docMkLst>
      <pc:sldChg chg="modSp mod modClrScheme chgLayout">
        <pc:chgData name="Arvind Kumar Mehta [MU - Jaipur]" userId="05c91892-566a-4226-a371-aa1d586f0be7" providerId="ADAL" clId="{B053A5CE-0A90-414C-9281-C211CC0B95EF}" dt="2026-08-06T09:06:45.262" v="20" actId="14100"/>
        <pc:sldMkLst>
          <pc:docMk/>
          <pc:sldMk cId="2439667360" sldId="263"/>
        </pc:sldMkLst>
        <pc:spChg chg="mod ord">
          <ac:chgData name="Arvind Kumar Mehta [MU - Jaipur]" userId="05c91892-566a-4226-a371-aa1d586f0be7" providerId="ADAL" clId="{B053A5CE-0A90-414C-9281-C211CC0B95EF}" dt="2026-08-06T09:06:30.029" v="11" actId="26606"/>
          <ac:spMkLst>
            <pc:docMk/>
            <pc:sldMk cId="2439667360" sldId="263"/>
            <ac:spMk id="40963" creationId="{00000000-0000-0000-0000-000000000000}"/>
          </ac:spMkLst>
        </pc:spChg>
        <pc:spChg chg="mod">
          <ac:chgData name="Arvind Kumar Mehta [MU - Jaipur]" userId="05c91892-566a-4226-a371-aa1d586f0be7" providerId="ADAL" clId="{B053A5CE-0A90-414C-9281-C211CC0B95EF}" dt="2026-08-06T09:06:45.262" v="20" actId="14100"/>
          <ac:spMkLst>
            <pc:docMk/>
            <pc:sldMk cId="2439667360" sldId="263"/>
            <ac:spMk id="40964" creationId="{00000000-0000-0000-0000-000000000000}"/>
          </ac:spMkLst>
        </pc:spChg>
        <pc:spChg chg="mod ord">
          <ac:chgData name="Arvind Kumar Mehta [MU - Jaipur]" userId="05c91892-566a-4226-a371-aa1d586f0be7" providerId="ADAL" clId="{B053A5CE-0A90-414C-9281-C211CC0B95EF}" dt="2026-08-06T09:06:35.378" v="15" actId="403"/>
          <ac:spMkLst>
            <pc:docMk/>
            <pc:sldMk cId="2439667360" sldId="263"/>
            <ac:spMk id="40965" creationId="{00000000-0000-0000-0000-000000000000}"/>
          </ac:spMkLst>
        </pc:spChg>
        <pc:picChg chg="mod">
          <ac:chgData name="Arvind Kumar Mehta [MU - Jaipur]" userId="05c91892-566a-4226-a371-aa1d586f0be7" providerId="ADAL" clId="{B053A5CE-0A90-414C-9281-C211CC0B95EF}" dt="2026-08-06T09:06:30.029" v="11" actId="26606"/>
          <ac:picMkLst>
            <pc:docMk/>
            <pc:sldMk cId="2439667360" sldId="263"/>
            <ac:picMk id="1026" creationId="{00000000-0000-0000-0000-000000000000}"/>
          </ac:picMkLst>
        </pc:picChg>
      </pc:sldChg>
      <pc:sldChg chg="del">
        <pc:chgData name="Arvind Kumar Mehta [MU - Jaipur]" userId="05c91892-566a-4226-a371-aa1d586f0be7" providerId="ADAL" clId="{B053A5CE-0A90-414C-9281-C211CC0B95EF}" dt="2026-08-12T07:28:47.812" v="179" actId="47"/>
        <pc:sldMkLst>
          <pc:docMk/>
          <pc:sldMk cId="1910154274" sldId="268"/>
        </pc:sldMkLst>
      </pc:sldChg>
      <pc:sldChg chg="del">
        <pc:chgData name="Arvind Kumar Mehta [MU - Jaipur]" userId="05c91892-566a-4226-a371-aa1d586f0be7" providerId="ADAL" clId="{B053A5CE-0A90-414C-9281-C211CC0B95EF}" dt="2026-08-12T07:28:56.854" v="182" actId="47"/>
        <pc:sldMkLst>
          <pc:docMk/>
          <pc:sldMk cId="3213842608" sldId="274"/>
        </pc:sldMkLst>
      </pc:sldChg>
      <pc:sldChg chg="modSp mod">
        <pc:chgData name="Arvind Kumar Mehta [MU - Jaipur]" userId="05c91892-566a-4226-a371-aa1d586f0be7" providerId="ADAL" clId="{B053A5CE-0A90-414C-9281-C211CC0B95EF}" dt="2026-08-10T06:35:21.651" v="178" actId="114"/>
        <pc:sldMkLst>
          <pc:docMk/>
          <pc:sldMk cId="0" sldId="603"/>
        </pc:sldMkLst>
        <pc:spChg chg="mod">
          <ac:chgData name="Arvind Kumar Mehta [MU - Jaipur]" userId="05c91892-566a-4226-a371-aa1d586f0be7" providerId="ADAL" clId="{B053A5CE-0A90-414C-9281-C211CC0B95EF}" dt="2026-08-10T06:35:21.651" v="178" actId="114"/>
          <ac:spMkLst>
            <pc:docMk/>
            <pc:sldMk cId="0" sldId="603"/>
            <ac:spMk id="505861" creationId="{49AA8932-733F-4D41-8D0C-C2FB73311E49}"/>
          </ac:spMkLst>
        </pc:spChg>
      </pc:sldChg>
      <pc:sldChg chg="addSp delSp mod">
        <pc:chgData name="Arvind Kumar Mehta [MU - Jaipur]" userId="05c91892-566a-4226-a371-aa1d586f0be7" providerId="ADAL" clId="{B053A5CE-0A90-414C-9281-C211CC0B95EF}" dt="2026-08-06T09:08:29.258" v="24" actId="22"/>
        <pc:sldMkLst>
          <pc:docMk/>
          <pc:sldMk cId="0" sldId="672"/>
        </pc:sldMkLst>
        <pc:picChg chg="add">
          <ac:chgData name="Arvind Kumar Mehta [MU - Jaipur]" userId="05c91892-566a-4226-a371-aa1d586f0be7" providerId="ADAL" clId="{B053A5CE-0A90-414C-9281-C211CC0B95EF}" dt="2026-08-06T09:08:29.258" v="24" actId="22"/>
          <ac:picMkLst>
            <pc:docMk/>
            <pc:sldMk cId="0" sldId="672"/>
            <ac:picMk id="3" creationId="{C7C60D2F-5AC4-143C-1602-245889293CF1}"/>
          </ac:picMkLst>
        </pc:picChg>
      </pc:sldChg>
      <pc:sldChg chg="del">
        <pc:chgData name="Arvind Kumar Mehta [MU - Jaipur]" userId="05c91892-566a-4226-a371-aa1d586f0be7" providerId="ADAL" clId="{B053A5CE-0A90-414C-9281-C211CC0B95EF}" dt="2026-08-12T07:28:53.259" v="181" actId="47"/>
        <pc:sldMkLst>
          <pc:docMk/>
          <pc:sldMk cId="1451019271" sldId="676"/>
        </pc:sldMkLst>
      </pc:sldChg>
      <pc:sldChg chg="del">
        <pc:chgData name="Arvind Kumar Mehta [MU - Jaipur]" userId="05c91892-566a-4226-a371-aa1d586f0be7" providerId="ADAL" clId="{B053A5CE-0A90-414C-9281-C211CC0B95EF}" dt="2026-08-12T07:28:49.981" v="180" actId="47"/>
        <pc:sldMkLst>
          <pc:docMk/>
          <pc:sldMk cId="3760648549" sldId="677"/>
        </pc:sldMkLst>
      </pc:sldChg>
      <pc:sldChg chg="ord">
        <pc:chgData name="Arvind Kumar Mehta [MU - Jaipur]" userId="05c91892-566a-4226-a371-aa1d586f0be7" providerId="ADAL" clId="{B053A5CE-0A90-414C-9281-C211CC0B95EF}" dt="2026-08-06T09:17:19.786" v="64"/>
        <pc:sldMkLst>
          <pc:docMk/>
          <pc:sldMk cId="2482084329" sldId="678"/>
        </pc:sldMkLst>
      </pc:sldChg>
      <pc:sldChg chg="del">
        <pc:chgData name="Arvind Kumar Mehta [MU - Jaipur]" userId="05c91892-566a-4226-a371-aa1d586f0be7" providerId="ADAL" clId="{B053A5CE-0A90-414C-9281-C211CC0B95EF}" dt="2026-08-12T07:28:58.074" v="183" actId="47"/>
        <pc:sldMkLst>
          <pc:docMk/>
          <pc:sldMk cId="1713225767" sldId="682"/>
        </pc:sldMkLst>
      </pc:sldChg>
      <pc:sldChg chg="addSp delSp modSp new mod modClrScheme chgLayout">
        <pc:chgData name="Arvind Kumar Mehta [MU - Jaipur]" userId="05c91892-566a-4226-a371-aa1d586f0be7" providerId="ADAL" clId="{B053A5CE-0A90-414C-9281-C211CC0B95EF}" dt="2026-08-06T09:05:20.683" v="4" actId="22"/>
        <pc:sldMkLst>
          <pc:docMk/>
          <pc:sldMk cId="579654074" sldId="683"/>
        </pc:sldMkLst>
        <pc:spChg chg="mod ord">
          <ac:chgData name="Arvind Kumar Mehta [MU - Jaipur]" userId="05c91892-566a-4226-a371-aa1d586f0be7" providerId="ADAL" clId="{B053A5CE-0A90-414C-9281-C211CC0B95EF}" dt="2026-08-06T09:05:18.547" v="3" actId="700"/>
          <ac:spMkLst>
            <pc:docMk/>
            <pc:sldMk cId="579654074" sldId="683"/>
            <ac:spMk id="4" creationId="{A68D89F0-1227-C5DA-12C5-F58D701D3ED7}"/>
          </ac:spMkLst>
        </pc:spChg>
        <pc:picChg chg="add">
          <ac:chgData name="Arvind Kumar Mehta [MU - Jaipur]" userId="05c91892-566a-4226-a371-aa1d586f0be7" providerId="ADAL" clId="{B053A5CE-0A90-414C-9281-C211CC0B95EF}" dt="2026-08-06T09:05:20.683" v="4" actId="22"/>
          <ac:picMkLst>
            <pc:docMk/>
            <pc:sldMk cId="579654074" sldId="683"/>
            <ac:picMk id="6" creationId="{D05F82CF-5EDE-70F1-C2CB-0643890B4460}"/>
          </ac:picMkLst>
        </pc:picChg>
      </pc:sldChg>
      <pc:sldChg chg="addSp new mod ord">
        <pc:chgData name="Arvind Kumar Mehta [MU - Jaipur]" userId="05c91892-566a-4226-a371-aa1d586f0be7" providerId="ADAL" clId="{B053A5CE-0A90-414C-9281-C211CC0B95EF}" dt="2026-08-06T09:12:08.264" v="34" actId="22"/>
        <pc:sldMkLst>
          <pc:docMk/>
          <pc:sldMk cId="3799895118" sldId="684"/>
        </pc:sldMkLst>
        <pc:picChg chg="add">
          <ac:chgData name="Arvind Kumar Mehta [MU - Jaipur]" userId="05c91892-566a-4226-a371-aa1d586f0be7" providerId="ADAL" clId="{B053A5CE-0A90-414C-9281-C211CC0B95EF}" dt="2026-08-06T09:12:08.264" v="34" actId="22"/>
          <ac:picMkLst>
            <pc:docMk/>
            <pc:sldMk cId="3799895118" sldId="684"/>
            <ac:picMk id="4" creationId="{7ED669EB-5653-2725-CC4E-329C35E2C064}"/>
          </ac:picMkLst>
        </pc:picChg>
      </pc:sldChg>
      <pc:sldChg chg="addSp delSp modSp new mod">
        <pc:chgData name="Arvind Kumar Mehta [MU - Jaipur]" userId="05c91892-566a-4226-a371-aa1d586f0be7" providerId="ADAL" clId="{B053A5CE-0A90-414C-9281-C211CC0B95EF}" dt="2026-08-06T09:16:38.887" v="54" actId="1076"/>
        <pc:sldMkLst>
          <pc:docMk/>
          <pc:sldMk cId="658930902" sldId="685"/>
        </pc:sldMkLst>
        <pc:picChg chg="add mod modCrop">
          <ac:chgData name="Arvind Kumar Mehta [MU - Jaipur]" userId="05c91892-566a-4226-a371-aa1d586f0be7" providerId="ADAL" clId="{B053A5CE-0A90-414C-9281-C211CC0B95EF}" dt="2026-08-06T09:16:38.887" v="54" actId="1076"/>
          <ac:picMkLst>
            <pc:docMk/>
            <pc:sldMk cId="658930902" sldId="685"/>
            <ac:picMk id="4" creationId="{BF49734B-70BA-0EB2-AE36-CAE0F3948BBF}"/>
          </ac:picMkLst>
        </pc:picChg>
      </pc:sldChg>
      <pc:sldChg chg="modSp add mod">
        <pc:chgData name="Arvind Kumar Mehta [MU - Jaipur]" userId="05c91892-566a-4226-a371-aa1d586f0be7" providerId="ADAL" clId="{B053A5CE-0A90-414C-9281-C211CC0B95EF}" dt="2026-08-06T09:17:07.973" v="61" actId="1076"/>
        <pc:sldMkLst>
          <pc:docMk/>
          <pc:sldMk cId="3993056244" sldId="686"/>
        </pc:sldMkLst>
        <pc:picChg chg="mod modCrop">
          <ac:chgData name="Arvind Kumar Mehta [MU - Jaipur]" userId="05c91892-566a-4226-a371-aa1d586f0be7" providerId="ADAL" clId="{B053A5CE-0A90-414C-9281-C211CC0B95EF}" dt="2026-08-06T09:17:07.973" v="61" actId="1076"/>
          <ac:picMkLst>
            <pc:docMk/>
            <pc:sldMk cId="3993056244" sldId="686"/>
            <ac:picMk id="4" creationId="{E0B1D9AB-A440-D1FD-6455-6E6BB12F6B5A}"/>
          </ac:picMkLst>
        </pc:picChg>
      </pc:sldChg>
      <pc:sldChg chg="delSp modSp add mod">
        <pc:chgData name="Arvind Kumar Mehta [MU - Jaipur]" userId="05c91892-566a-4226-a371-aa1d586f0be7" providerId="ADAL" clId="{B053A5CE-0A90-414C-9281-C211CC0B95EF}" dt="2026-08-06T09:16:33.478" v="53" actId="1076"/>
        <pc:sldMkLst>
          <pc:docMk/>
          <pc:sldMk cId="3119905761" sldId="688"/>
        </pc:sldMkLst>
        <pc:picChg chg="mod">
          <ac:chgData name="Arvind Kumar Mehta [MU - Jaipur]" userId="05c91892-566a-4226-a371-aa1d586f0be7" providerId="ADAL" clId="{B053A5CE-0A90-414C-9281-C211CC0B95EF}" dt="2026-08-06T09:16:33.478" v="53" actId="1076"/>
          <ac:picMkLst>
            <pc:docMk/>
            <pc:sldMk cId="3119905761" sldId="688"/>
            <ac:picMk id="5" creationId="{AC9FB264-00A4-A010-B191-38C5B9767667}"/>
          </ac:picMkLst>
        </pc:picChg>
      </pc:sldChg>
      <pc:sldChg chg="addSp delSp modSp new mod modClrScheme chgLayout">
        <pc:chgData name="Arvind Kumar Mehta [MU - Jaipur]" userId="05c91892-566a-4226-a371-aa1d586f0be7" providerId="ADAL" clId="{B053A5CE-0A90-414C-9281-C211CC0B95EF}" dt="2026-08-07T06:43:22.577" v="145" actId="1076"/>
        <pc:sldMkLst>
          <pc:docMk/>
          <pc:sldMk cId="3898338572" sldId="689"/>
        </pc:sldMkLst>
        <pc:spChg chg="mod ord">
          <ac:chgData name="Arvind Kumar Mehta [MU - Jaipur]" userId="05c91892-566a-4226-a371-aa1d586f0be7" providerId="ADAL" clId="{B053A5CE-0A90-414C-9281-C211CC0B95EF}" dt="2026-08-07T06:41:54.737" v="127" actId="26606"/>
          <ac:spMkLst>
            <pc:docMk/>
            <pc:sldMk cId="3898338572" sldId="689"/>
            <ac:spMk id="2" creationId="{093C6475-ECCA-FB47-77C6-DB1D5F1A25AD}"/>
          </ac:spMkLst>
        </pc:spChg>
        <pc:spChg chg="add mod ord">
          <ac:chgData name="Arvind Kumar Mehta [MU - Jaipur]" userId="05c91892-566a-4226-a371-aa1d586f0be7" providerId="ADAL" clId="{B053A5CE-0A90-414C-9281-C211CC0B95EF}" dt="2026-08-07T06:43:15.044" v="143" actId="1076"/>
          <ac:spMkLst>
            <pc:docMk/>
            <pc:sldMk cId="3898338572" sldId="689"/>
            <ac:spMk id="4" creationId="{468C9761-0E04-B839-6477-2ABA94909147}"/>
          </ac:spMkLst>
        </pc:spChg>
        <pc:spChg chg="add mod">
          <ac:chgData name="Arvind Kumar Mehta [MU - Jaipur]" userId="05c91892-566a-4226-a371-aa1d586f0be7" providerId="ADAL" clId="{B053A5CE-0A90-414C-9281-C211CC0B95EF}" dt="2026-08-07T06:42:24.787" v="136" actId="403"/>
          <ac:spMkLst>
            <pc:docMk/>
            <pc:sldMk cId="3898338572" sldId="689"/>
            <ac:spMk id="6" creationId="{1DAAEF55-E116-F5FA-4013-020F0109D95F}"/>
          </ac:spMkLst>
        </pc:spChg>
        <pc:spChg chg="add mod">
          <ac:chgData name="Arvind Kumar Mehta [MU - Jaipur]" userId="05c91892-566a-4226-a371-aa1d586f0be7" providerId="ADAL" clId="{B053A5CE-0A90-414C-9281-C211CC0B95EF}" dt="2026-08-07T06:43:18.906" v="144" actId="1076"/>
          <ac:spMkLst>
            <pc:docMk/>
            <pc:sldMk cId="3898338572" sldId="689"/>
            <ac:spMk id="12" creationId="{0EAD9F92-90A6-A784-A47D-4AC2B6436545}"/>
          </ac:spMkLst>
        </pc:spChg>
        <pc:spChg chg="add mod">
          <ac:chgData name="Arvind Kumar Mehta [MU - Jaipur]" userId="05c91892-566a-4226-a371-aa1d586f0be7" providerId="ADAL" clId="{B053A5CE-0A90-414C-9281-C211CC0B95EF}" dt="2026-08-07T06:43:22.577" v="145" actId="1076"/>
          <ac:spMkLst>
            <pc:docMk/>
            <pc:sldMk cId="3898338572" sldId="689"/>
            <ac:spMk id="15" creationId="{53A0741F-03CB-81A0-BC61-A3BE07390AD5}"/>
          </ac:spMkLst>
        </pc:spChg>
        <pc:spChg chg="add mod">
          <ac:chgData name="Arvind Kumar Mehta [MU - Jaipur]" userId="05c91892-566a-4226-a371-aa1d586f0be7" providerId="ADAL" clId="{B053A5CE-0A90-414C-9281-C211CC0B95EF}" dt="2026-08-07T06:42:34.768" v="137"/>
          <ac:spMkLst>
            <pc:docMk/>
            <pc:sldMk cId="3898338572" sldId="689"/>
            <ac:spMk id="18" creationId="{E9A72062-B1C7-CB33-722E-4B6678911867}"/>
          </ac:spMkLst>
        </pc:spChg>
        <pc:graphicFrameChg chg="add mod">
          <ac:chgData name="Arvind Kumar Mehta [MU - Jaipur]" userId="05c91892-566a-4226-a371-aa1d586f0be7" providerId="ADAL" clId="{B053A5CE-0A90-414C-9281-C211CC0B95EF}" dt="2026-08-07T06:42:11.407" v="131" actId="14100"/>
          <ac:graphicFrameMkLst>
            <pc:docMk/>
            <pc:sldMk cId="3898338572" sldId="689"/>
            <ac:graphicFrameMk id="14" creationId="{68A6ED13-7393-598A-B8DD-6AD679209E75}"/>
          </ac:graphicFrameMkLst>
        </pc:graphicFrameChg>
      </pc:sldChg>
      <pc:sldChg chg="addSp delSp modSp new mod modClrScheme chgLayout">
        <pc:chgData name="Arvind Kumar Mehta [MU - Jaipur]" userId="05c91892-566a-4226-a371-aa1d586f0be7" providerId="ADAL" clId="{B053A5CE-0A90-414C-9281-C211CC0B95EF}" dt="2026-08-07T06:44:53.499" v="151" actId="478"/>
        <pc:sldMkLst>
          <pc:docMk/>
          <pc:sldMk cId="552523560" sldId="690"/>
        </pc:sldMkLst>
        <pc:spChg chg="mod ord">
          <ac:chgData name="Arvind Kumar Mehta [MU - Jaipur]" userId="05c91892-566a-4226-a371-aa1d586f0be7" providerId="ADAL" clId="{B053A5CE-0A90-414C-9281-C211CC0B95EF}" dt="2026-08-07T06:44:49.435" v="150" actId="26606"/>
          <ac:spMkLst>
            <pc:docMk/>
            <pc:sldMk cId="552523560" sldId="690"/>
            <ac:spMk id="7" creationId="{34D56484-D646-A70B-4A41-00268CBF1D6B}"/>
          </ac:spMkLst>
        </pc:spChg>
        <pc:spChg chg="add mod ord">
          <ac:chgData name="Arvind Kumar Mehta [MU - Jaipur]" userId="05c91892-566a-4226-a371-aa1d586f0be7" providerId="ADAL" clId="{B053A5CE-0A90-414C-9281-C211CC0B95EF}" dt="2026-08-07T06:44:49.435" v="150" actId="26606"/>
          <ac:spMkLst>
            <pc:docMk/>
            <pc:sldMk cId="552523560" sldId="690"/>
            <ac:spMk id="9" creationId="{78CC361A-8D53-6B7B-FB60-F31212CE90F5}"/>
          </ac:spMkLst>
        </pc:spChg>
        <pc:spChg chg="add mod">
          <ac:chgData name="Arvind Kumar Mehta [MU - Jaipur]" userId="05c91892-566a-4226-a371-aa1d586f0be7" providerId="ADAL" clId="{B053A5CE-0A90-414C-9281-C211CC0B95EF}" dt="2026-08-07T06:44:49.435" v="150" actId="26606"/>
          <ac:spMkLst>
            <pc:docMk/>
            <pc:sldMk cId="552523560" sldId="690"/>
            <ac:spMk id="11" creationId="{76D98AD4-3468-DF4E-9BF1-85BC16FD0F37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098C13-0F9F-4139-8DC1-21B371BA03FC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8188971-D7E5-4C87-8FCE-331DC81BD44D}">
      <dgm:prSet/>
      <dgm:spPr/>
      <dgm:t>
        <a:bodyPr/>
        <a:lstStyle/>
        <a:p>
          <a:r>
            <a:rPr lang="en-US" b="1"/>
            <a:t>These are some reserved words in C which have predefined meaning to compiler called keywords. </a:t>
          </a:r>
          <a:endParaRPr lang="en-US"/>
        </a:p>
      </dgm:t>
    </dgm:pt>
    <dgm:pt modelId="{53426E84-0213-441A-803D-87A50E3DC151}" type="parTrans" cxnId="{E30C3BC7-0235-422A-A9AE-2B3C664CBD8A}">
      <dgm:prSet/>
      <dgm:spPr/>
      <dgm:t>
        <a:bodyPr/>
        <a:lstStyle/>
        <a:p>
          <a:endParaRPr lang="en-US"/>
        </a:p>
      </dgm:t>
    </dgm:pt>
    <dgm:pt modelId="{A7214DAB-2DC6-4281-A44D-87A3C0A8F577}" type="sibTrans" cxnId="{E30C3BC7-0235-422A-A9AE-2B3C664CBD8A}">
      <dgm:prSet/>
      <dgm:spPr/>
      <dgm:t>
        <a:bodyPr/>
        <a:lstStyle/>
        <a:p>
          <a:endParaRPr lang="en-US"/>
        </a:p>
      </dgm:t>
    </dgm:pt>
    <dgm:pt modelId="{36D4A236-970C-438D-96C5-1CAAE8E5D5C4}">
      <dgm:prSet/>
      <dgm:spPr/>
      <dgm:t>
        <a:bodyPr/>
        <a:lstStyle/>
        <a:p>
          <a:r>
            <a:rPr lang="en-US" b="1"/>
            <a:t>Keywords are not to be used as variable and constant names. </a:t>
          </a:r>
          <a:endParaRPr lang="en-US"/>
        </a:p>
      </dgm:t>
    </dgm:pt>
    <dgm:pt modelId="{8FEE3D2F-19D0-482F-8D6F-8528DE6A0A54}" type="parTrans" cxnId="{AA808241-F8AA-4DDC-A695-1A848521FFFE}">
      <dgm:prSet/>
      <dgm:spPr/>
      <dgm:t>
        <a:bodyPr/>
        <a:lstStyle/>
        <a:p>
          <a:endParaRPr lang="en-US"/>
        </a:p>
      </dgm:t>
    </dgm:pt>
    <dgm:pt modelId="{AABD0141-50FB-4BB0-9465-C641DF0BAF80}" type="sibTrans" cxnId="{AA808241-F8AA-4DDC-A695-1A848521FFFE}">
      <dgm:prSet/>
      <dgm:spPr/>
      <dgm:t>
        <a:bodyPr/>
        <a:lstStyle/>
        <a:p>
          <a:endParaRPr lang="en-US"/>
        </a:p>
      </dgm:t>
    </dgm:pt>
    <dgm:pt modelId="{12846C00-0D09-46CF-869E-553094A6936E}">
      <dgm:prSet/>
      <dgm:spPr/>
      <dgm:t>
        <a:bodyPr/>
        <a:lstStyle/>
        <a:p>
          <a:r>
            <a:rPr lang="en-US" b="1"/>
            <a:t>All keywords have fixed meanings and these meanings cannot be changed. </a:t>
          </a:r>
          <a:endParaRPr lang="en-US"/>
        </a:p>
      </dgm:t>
    </dgm:pt>
    <dgm:pt modelId="{DE6D3078-5F56-4344-89BC-1D4D1A08E719}" type="parTrans" cxnId="{51A950BD-D5AA-46D6-903B-8392B54A9660}">
      <dgm:prSet/>
      <dgm:spPr/>
      <dgm:t>
        <a:bodyPr/>
        <a:lstStyle/>
        <a:p>
          <a:endParaRPr lang="en-US"/>
        </a:p>
      </dgm:t>
    </dgm:pt>
    <dgm:pt modelId="{A3F34C00-A04D-4D1E-B838-A52E9815AE4D}" type="sibTrans" cxnId="{51A950BD-D5AA-46D6-903B-8392B54A9660}">
      <dgm:prSet/>
      <dgm:spPr/>
      <dgm:t>
        <a:bodyPr/>
        <a:lstStyle/>
        <a:p>
          <a:endParaRPr lang="en-US"/>
        </a:p>
      </dgm:t>
    </dgm:pt>
    <dgm:pt modelId="{2F8F2F41-AF4B-40E1-A168-BBC9CBDD83D7}" type="pres">
      <dgm:prSet presAssocID="{CC098C13-0F9F-4139-8DC1-21B371BA03FC}" presName="linear" presStyleCnt="0">
        <dgm:presLayoutVars>
          <dgm:animLvl val="lvl"/>
          <dgm:resizeHandles val="exact"/>
        </dgm:presLayoutVars>
      </dgm:prSet>
      <dgm:spPr/>
    </dgm:pt>
    <dgm:pt modelId="{D3217208-7B95-4683-AB3E-A87E0280192F}" type="pres">
      <dgm:prSet presAssocID="{68188971-D7E5-4C87-8FCE-331DC81BD44D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A8651D79-1E62-442B-838C-B56DF30AFD83}" type="pres">
      <dgm:prSet presAssocID="{A7214DAB-2DC6-4281-A44D-87A3C0A8F577}" presName="spacer" presStyleCnt="0"/>
      <dgm:spPr/>
    </dgm:pt>
    <dgm:pt modelId="{279AD36D-AAB1-4F1F-938C-697229C403D8}" type="pres">
      <dgm:prSet presAssocID="{36D4A236-970C-438D-96C5-1CAAE8E5D5C4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70587E07-D018-4EBE-928F-A475F5D49AB8}" type="pres">
      <dgm:prSet presAssocID="{AABD0141-50FB-4BB0-9465-C641DF0BAF80}" presName="spacer" presStyleCnt="0"/>
      <dgm:spPr/>
    </dgm:pt>
    <dgm:pt modelId="{28C3F638-7012-4FB7-A5C8-32702B31833C}" type="pres">
      <dgm:prSet presAssocID="{12846C00-0D09-46CF-869E-553094A6936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6342C608-1877-47EB-BB64-5FE0994AE001}" type="presOf" srcId="{36D4A236-970C-438D-96C5-1CAAE8E5D5C4}" destId="{279AD36D-AAB1-4F1F-938C-697229C403D8}" srcOrd="0" destOrd="0" presId="urn:microsoft.com/office/officeart/2005/8/layout/vList2"/>
    <dgm:cxn modelId="{E4956818-495B-4B95-82F4-213379E0FF65}" type="presOf" srcId="{12846C00-0D09-46CF-869E-553094A6936E}" destId="{28C3F638-7012-4FB7-A5C8-32702B31833C}" srcOrd="0" destOrd="0" presId="urn:microsoft.com/office/officeart/2005/8/layout/vList2"/>
    <dgm:cxn modelId="{94759133-4FA5-464F-A808-5AB02523F709}" type="presOf" srcId="{68188971-D7E5-4C87-8FCE-331DC81BD44D}" destId="{D3217208-7B95-4683-AB3E-A87E0280192F}" srcOrd="0" destOrd="0" presId="urn:microsoft.com/office/officeart/2005/8/layout/vList2"/>
    <dgm:cxn modelId="{AA808241-F8AA-4DDC-A695-1A848521FFFE}" srcId="{CC098C13-0F9F-4139-8DC1-21B371BA03FC}" destId="{36D4A236-970C-438D-96C5-1CAAE8E5D5C4}" srcOrd="1" destOrd="0" parTransId="{8FEE3D2F-19D0-482F-8D6F-8528DE6A0A54}" sibTransId="{AABD0141-50FB-4BB0-9465-C641DF0BAF80}"/>
    <dgm:cxn modelId="{986EFE47-1432-4E9A-A456-6A3567AC78B8}" type="presOf" srcId="{CC098C13-0F9F-4139-8DC1-21B371BA03FC}" destId="{2F8F2F41-AF4B-40E1-A168-BBC9CBDD83D7}" srcOrd="0" destOrd="0" presId="urn:microsoft.com/office/officeart/2005/8/layout/vList2"/>
    <dgm:cxn modelId="{51A950BD-D5AA-46D6-903B-8392B54A9660}" srcId="{CC098C13-0F9F-4139-8DC1-21B371BA03FC}" destId="{12846C00-0D09-46CF-869E-553094A6936E}" srcOrd="2" destOrd="0" parTransId="{DE6D3078-5F56-4344-89BC-1D4D1A08E719}" sibTransId="{A3F34C00-A04D-4D1E-B838-A52E9815AE4D}"/>
    <dgm:cxn modelId="{E30C3BC7-0235-422A-A9AE-2B3C664CBD8A}" srcId="{CC098C13-0F9F-4139-8DC1-21B371BA03FC}" destId="{68188971-D7E5-4C87-8FCE-331DC81BD44D}" srcOrd="0" destOrd="0" parTransId="{53426E84-0213-441A-803D-87A50E3DC151}" sibTransId="{A7214DAB-2DC6-4281-A44D-87A3C0A8F577}"/>
    <dgm:cxn modelId="{E96B482C-F175-46EB-88C3-B2905B5A51CE}" type="presParOf" srcId="{2F8F2F41-AF4B-40E1-A168-BBC9CBDD83D7}" destId="{D3217208-7B95-4683-AB3E-A87E0280192F}" srcOrd="0" destOrd="0" presId="urn:microsoft.com/office/officeart/2005/8/layout/vList2"/>
    <dgm:cxn modelId="{E8AB4298-B059-467D-8966-BAA67D9DB1CB}" type="presParOf" srcId="{2F8F2F41-AF4B-40E1-A168-BBC9CBDD83D7}" destId="{A8651D79-1E62-442B-838C-B56DF30AFD83}" srcOrd="1" destOrd="0" presId="urn:microsoft.com/office/officeart/2005/8/layout/vList2"/>
    <dgm:cxn modelId="{EFE79BDE-3DA3-4C3D-9A94-4AEE18F5979B}" type="presParOf" srcId="{2F8F2F41-AF4B-40E1-A168-BBC9CBDD83D7}" destId="{279AD36D-AAB1-4F1F-938C-697229C403D8}" srcOrd="2" destOrd="0" presId="urn:microsoft.com/office/officeart/2005/8/layout/vList2"/>
    <dgm:cxn modelId="{F5204792-547A-4E2C-8CDD-FA90B5CC0645}" type="presParOf" srcId="{2F8F2F41-AF4B-40E1-A168-BBC9CBDD83D7}" destId="{70587E07-D018-4EBE-928F-A475F5D49AB8}" srcOrd="3" destOrd="0" presId="urn:microsoft.com/office/officeart/2005/8/layout/vList2"/>
    <dgm:cxn modelId="{F2C6E2AC-149C-4C0C-8A18-EEA9E4757650}" type="presParOf" srcId="{2F8F2F41-AF4B-40E1-A168-BBC9CBDD83D7}" destId="{28C3F638-7012-4FB7-A5C8-32702B31833C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8D89A37-E620-4BDC-B4D4-DA50E2A8C390}" type="doc">
      <dgm:prSet loTypeId="urn:microsoft.com/office/officeart/2005/8/layout/list1" loCatId="list" qsTypeId="urn:microsoft.com/office/officeart/2005/8/quickstyle/simple2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032F5CEA-2ABD-4B5B-88B8-E45B41C308CD}">
      <dgm:prSet/>
      <dgm:spPr/>
      <dgm:t>
        <a:bodyPr/>
        <a:lstStyle/>
        <a:p>
          <a:r>
            <a:rPr lang="en-IN"/>
            <a:t>enum NewDataType</a:t>
          </a:r>
          <a:endParaRPr lang="en-US"/>
        </a:p>
      </dgm:t>
    </dgm:pt>
    <dgm:pt modelId="{12B00D76-CAFA-4C12-B97C-2FE13BCB5265}" type="parTrans" cxnId="{1BA2388E-5CA0-4CCE-AE98-ADE721A2586D}">
      <dgm:prSet/>
      <dgm:spPr/>
      <dgm:t>
        <a:bodyPr/>
        <a:lstStyle/>
        <a:p>
          <a:endParaRPr lang="en-US"/>
        </a:p>
      </dgm:t>
    </dgm:pt>
    <dgm:pt modelId="{0608C5E4-50F5-47CE-8505-A0B36CFA2548}" type="sibTrans" cxnId="{1BA2388E-5CA0-4CCE-AE98-ADE721A2586D}">
      <dgm:prSet/>
      <dgm:spPr/>
      <dgm:t>
        <a:bodyPr/>
        <a:lstStyle/>
        <a:p>
          <a:endParaRPr lang="en-US"/>
        </a:p>
      </dgm:t>
    </dgm:pt>
    <dgm:pt modelId="{E91897BB-F705-4250-92CC-6B57A2106B73}">
      <dgm:prSet/>
      <dgm:spPr/>
      <dgm:t>
        <a:bodyPr/>
        <a:lstStyle/>
        <a:p>
          <a:r>
            <a:rPr lang="en-IN"/>
            <a:t>{</a:t>
          </a:r>
          <a:endParaRPr lang="en-US"/>
        </a:p>
      </dgm:t>
    </dgm:pt>
    <dgm:pt modelId="{758449BE-F12E-4214-9E8F-BD71ACEF31FD}" type="parTrans" cxnId="{ECE0A84A-FB6E-4B21-B4E8-BA9364D13EB1}">
      <dgm:prSet/>
      <dgm:spPr/>
      <dgm:t>
        <a:bodyPr/>
        <a:lstStyle/>
        <a:p>
          <a:endParaRPr lang="en-US"/>
        </a:p>
      </dgm:t>
    </dgm:pt>
    <dgm:pt modelId="{B26E404C-EE13-4FCB-86F6-F7E6EB5FBCD6}" type="sibTrans" cxnId="{ECE0A84A-FB6E-4B21-B4E8-BA9364D13EB1}">
      <dgm:prSet/>
      <dgm:spPr/>
      <dgm:t>
        <a:bodyPr/>
        <a:lstStyle/>
        <a:p>
          <a:endParaRPr lang="en-US"/>
        </a:p>
      </dgm:t>
    </dgm:pt>
    <dgm:pt modelId="{E5CB6DF3-3FAD-4601-B847-7F534594B4DB}">
      <dgm:prSet/>
      <dgm:spPr/>
      <dgm:t>
        <a:bodyPr/>
        <a:lstStyle/>
        <a:p>
          <a:r>
            <a:rPr lang="en-IN"/>
            <a:t>Symbolic constant1,</a:t>
          </a:r>
          <a:endParaRPr lang="en-US"/>
        </a:p>
      </dgm:t>
    </dgm:pt>
    <dgm:pt modelId="{95C37F90-BD32-4374-969D-64951AA50AA5}" type="parTrans" cxnId="{4C201735-2353-456F-B342-F95802C9CFF1}">
      <dgm:prSet/>
      <dgm:spPr/>
      <dgm:t>
        <a:bodyPr/>
        <a:lstStyle/>
        <a:p>
          <a:endParaRPr lang="en-US"/>
        </a:p>
      </dgm:t>
    </dgm:pt>
    <dgm:pt modelId="{0C6F95ED-EFB9-41DC-81D0-D9DB29C90ED4}" type="sibTrans" cxnId="{4C201735-2353-456F-B342-F95802C9CFF1}">
      <dgm:prSet/>
      <dgm:spPr/>
      <dgm:t>
        <a:bodyPr/>
        <a:lstStyle/>
        <a:p>
          <a:endParaRPr lang="en-US"/>
        </a:p>
      </dgm:t>
    </dgm:pt>
    <dgm:pt modelId="{D67F52E8-425A-43B0-BD68-FEF94586AC8A}">
      <dgm:prSet/>
      <dgm:spPr/>
      <dgm:t>
        <a:bodyPr/>
        <a:lstStyle/>
        <a:p>
          <a:r>
            <a:rPr lang="en-IN"/>
            <a:t>Symbolic constant2,</a:t>
          </a:r>
          <a:endParaRPr lang="en-US"/>
        </a:p>
      </dgm:t>
    </dgm:pt>
    <dgm:pt modelId="{59493338-A5E5-47D9-A69F-FD43E71895D9}" type="parTrans" cxnId="{6F7648FC-1C40-4E38-B6CF-351C07ACA39E}">
      <dgm:prSet/>
      <dgm:spPr/>
      <dgm:t>
        <a:bodyPr/>
        <a:lstStyle/>
        <a:p>
          <a:endParaRPr lang="en-US"/>
        </a:p>
      </dgm:t>
    </dgm:pt>
    <dgm:pt modelId="{B06A32A7-465E-404B-AEE4-6F9AA25708C6}" type="sibTrans" cxnId="{6F7648FC-1C40-4E38-B6CF-351C07ACA39E}">
      <dgm:prSet/>
      <dgm:spPr/>
      <dgm:t>
        <a:bodyPr/>
        <a:lstStyle/>
        <a:p>
          <a:endParaRPr lang="en-US"/>
        </a:p>
      </dgm:t>
    </dgm:pt>
    <dgm:pt modelId="{7090B92F-BBD0-478F-968D-10FD4C0CC572}">
      <dgm:prSet/>
      <dgm:spPr/>
      <dgm:t>
        <a:bodyPr/>
        <a:lstStyle/>
        <a:p>
          <a:r>
            <a:rPr lang="en-IN"/>
            <a:t>Symbolic constant3</a:t>
          </a:r>
          <a:endParaRPr lang="en-US"/>
        </a:p>
      </dgm:t>
    </dgm:pt>
    <dgm:pt modelId="{A3AF6C30-8CF6-4922-A27C-CDE5F230B2FD}" type="parTrans" cxnId="{C93DFF1C-63B6-4C68-B7EC-3505686865F2}">
      <dgm:prSet/>
      <dgm:spPr/>
      <dgm:t>
        <a:bodyPr/>
        <a:lstStyle/>
        <a:p>
          <a:endParaRPr lang="en-US"/>
        </a:p>
      </dgm:t>
    </dgm:pt>
    <dgm:pt modelId="{CAD31955-E67D-44D7-A560-C96B160AE69A}" type="sibTrans" cxnId="{C93DFF1C-63B6-4C68-B7EC-3505686865F2}">
      <dgm:prSet/>
      <dgm:spPr/>
      <dgm:t>
        <a:bodyPr/>
        <a:lstStyle/>
        <a:p>
          <a:endParaRPr lang="en-US"/>
        </a:p>
      </dgm:t>
    </dgm:pt>
    <dgm:pt modelId="{650695CC-AEE4-4966-A1A2-F33108FADF9C}">
      <dgm:prSet/>
      <dgm:spPr/>
      <dgm:t>
        <a:bodyPr/>
        <a:lstStyle/>
        <a:p>
          <a:r>
            <a:rPr lang="en-IN"/>
            <a:t>};</a:t>
          </a:r>
          <a:endParaRPr lang="en-US"/>
        </a:p>
      </dgm:t>
    </dgm:pt>
    <dgm:pt modelId="{77043368-529A-402A-B6D0-44670CE3945B}" type="parTrans" cxnId="{422D3E56-E094-4700-B142-D07308A2D636}">
      <dgm:prSet/>
      <dgm:spPr/>
      <dgm:t>
        <a:bodyPr/>
        <a:lstStyle/>
        <a:p>
          <a:endParaRPr lang="en-US"/>
        </a:p>
      </dgm:t>
    </dgm:pt>
    <dgm:pt modelId="{13F68335-871A-4255-BF1F-16EAAEBB3D30}" type="sibTrans" cxnId="{422D3E56-E094-4700-B142-D07308A2D636}">
      <dgm:prSet/>
      <dgm:spPr/>
      <dgm:t>
        <a:bodyPr/>
        <a:lstStyle/>
        <a:p>
          <a:endParaRPr lang="en-US"/>
        </a:p>
      </dgm:t>
    </dgm:pt>
    <dgm:pt modelId="{637C90CC-BE63-4C71-9251-5C9AE578A639}" type="pres">
      <dgm:prSet presAssocID="{F8D89A37-E620-4BDC-B4D4-DA50E2A8C390}" presName="linear" presStyleCnt="0">
        <dgm:presLayoutVars>
          <dgm:dir/>
          <dgm:animLvl val="lvl"/>
          <dgm:resizeHandles val="exact"/>
        </dgm:presLayoutVars>
      </dgm:prSet>
      <dgm:spPr/>
    </dgm:pt>
    <dgm:pt modelId="{22C56F8D-CCF1-4EA8-8733-D61016D6348B}" type="pres">
      <dgm:prSet presAssocID="{032F5CEA-2ABD-4B5B-88B8-E45B41C308CD}" presName="parentLin" presStyleCnt="0"/>
      <dgm:spPr/>
    </dgm:pt>
    <dgm:pt modelId="{2780F0B6-86A2-4A00-AE0B-2692BFA52111}" type="pres">
      <dgm:prSet presAssocID="{032F5CEA-2ABD-4B5B-88B8-E45B41C308CD}" presName="parentLeftMargin" presStyleLbl="node1" presStyleIdx="0" presStyleCnt="6"/>
      <dgm:spPr/>
    </dgm:pt>
    <dgm:pt modelId="{AB5844B8-AC0A-463C-86C7-E170C5494CAF}" type="pres">
      <dgm:prSet presAssocID="{032F5CEA-2ABD-4B5B-88B8-E45B41C308CD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75BA3A8F-67FE-4FF8-9184-4BCC94C45237}" type="pres">
      <dgm:prSet presAssocID="{032F5CEA-2ABD-4B5B-88B8-E45B41C308CD}" presName="negativeSpace" presStyleCnt="0"/>
      <dgm:spPr/>
    </dgm:pt>
    <dgm:pt modelId="{F1B48A88-602D-4261-9D53-FC022406556A}" type="pres">
      <dgm:prSet presAssocID="{032F5CEA-2ABD-4B5B-88B8-E45B41C308CD}" presName="childText" presStyleLbl="conFgAcc1" presStyleIdx="0" presStyleCnt="6">
        <dgm:presLayoutVars>
          <dgm:bulletEnabled val="1"/>
        </dgm:presLayoutVars>
      </dgm:prSet>
      <dgm:spPr/>
    </dgm:pt>
    <dgm:pt modelId="{874E35DF-91B4-42C7-8398-E962406A8076}" type="pres">
      <dgm:prSet presAssocID="{0608C5E4-50F5-47CE-8505-A0B36CFA2548}" presName="spaceBetweenRectangles" presStyleCnt="0"/>
      <dgm:spPr/>
    </dgm:pt>
    <dgm:pt modelId="{DEBF0268-1B02-4B76-B883-01221C749C15}" type="pres">
      <dgm:prSet presAssocID="{E91897BB-F705-4250-92CC-6B57A2106B73}" presName="parentLin" presStyleCnt="0"/>
      <dgm:spPr/>
    </dgm:pt>
    <dgm:pt modelId="{7BD8DBFE-9A24-4594-B650-86970553CDD2}" type="pres">
      <dgm:prSet presAssocID="{E91897BB-F705-4250-92CC-6B57A2106B73}" presName="parentLeftMargin" presStyleLbl="node1" presStyleIdx="0" presStyleCnt="6"/>
      <dgm:spPr/>
    </dgm:pt>
    <dgm:pt modelId="{D16FC6C4-BC9F-4304-AFDB-2A419B290821}" type="pres">
      <dgm:prSet presAssocID="{E91897BB-F705-4250-92CC-6B57A2106B73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F13C5DC5-E80E-4B23-89B3-8B91550F31E3}" type="pres">
      <dgm:prSet presAssocID="{E91897BB-F705-4250-92CC-6B57A2106B73}" presName="negativeSpace" presStyleCnt="0"/>
      <dgm:spPr/>
    </dgm:pt>
    <dgm:pt modelId="{20D336E6-0AEA-46B0-9F0A-83E43F364A95}" type="pres">
      <dgm:prSet presAssocID="{E91897BB-F705-4250-92CC-6B57A2106B73}" presName="childText" presStyleLbl="conFgAcc1" presStyleIdx="1" presStyleCnt="6">
        <dgm:presLayoutVars>
          <dgm:bulletEnabled val="1"/>
        </dgm:presLayoutVars>
      </dgm:prSet>
      <dgm:spPr/>
    </dgm:pt>
    <dgm:pt modelId="{FC46B0EC-095A-48F6-8E5C-339B467E342B}" type="pres">
      <dgm:prSet presAssocID="{B26E404C-EE13-4FCB-86F6-F7E6EB5FBCD6}" presName="spaceBetweenRectangles" presStyleCnt="0"/>
      <dgm:spPr/>
    </dgm:pt>
    <dgm:pt modelId="{AD807170-F74C-4325-BC21-5FFA15A2B8B2}" type="pres">
      <dgm:prSet presAssocID="{E5CB6DF3-3FAD-4601-B847-7F534594B4DB}" presName="parentLin" presStyleCnt="0"/>
      <dgm:spPr/>
    </dgm:pt>
    <dgm:pt modelId="{242933F1-4316-4ED4-9606-50FB5000F6EE}" type="pres">
      <dgm:prSet presAssocID="{E5CB6DF3-3FAD-4601-B847-7F534594B4DB}" presName="parentLeftMargin" presStyleLbl="node1" presStyleIdx="1" presStyleCnt="6"/>
      <dgm:spPr/>
    </dgm:pt>
    <dgm:pt modelId="{5CA03401-05B7-4CEC-95D1-512109BD509D}" type="pres">
      <dgm:prSet presAssocID="{E5CB6DF3-3FAD-4601-B847-7F534594B4DB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A46F63F0-F7A8-4859-BD96-53229712F708}" type="pres">
      <dgm:prSet presAssocID="{E5CB6DF3-3FAD-4601-B847-7F534594B4DB}" presName="negativeSpace" presStyleCnt="0"/>
      <dgm:spPr/>
    </dgm:pt>
    <dgm:pt modelId="{9EED26D8-B080-4B6A-B3E6-89890C3851DF}" type="pres">
      <dgm:prSet presAssocID="{E5CB6DF3-3FAD-4601-B847-7F534594B4DB}" presName="childText" presStyleLbl="conFgAcc1" presStyleIdx="2" presStyleCnt="6">
        <dgm:presLayoutVars>
          <dgm:bulletEnabled val="1"/>
        </dgm:presLayoutVars>
      </dgm:prSet>
      <dgm:spPr/>
    </dgm:pt>
    <dgm:pt modelId="{A9CD0186-0658-4CBD-B14C-BA77D9648716}" type="pres">
      <dgm:prSet presAssocID="{0C6F95ED-EFB9-41DC-81D0-D9DB29C90ED4}" presName="spaceBetweenRectangles" presStyleCnt="0"/>
      <dgm:spPr/>
    </dgm:pt>
    <dgm:pt modelId="{CEA8BB29-39BC-4C5E-8B11-D7BB4EEC0659}" type="pres">
      <dgm:prSet presAssocID="{D67F52E8-425A-43B0-BD68-FEF94586AC8A}" presName="parentLin" presStyleCnt="0"/>
      <dgm:spPr/>
    </dgm:pt>
    <dgm:pt modelId="{BBC09625-C9B8-445E-8BC3-2A2A886C17A1}" type="pres">
      <dgm:prSet presAssocID="{D67F52E8-425A-43B0-BD68-FEF94586AC8A}" presName="parentLeftMargin" presStyleLbl="node1" presStyleIdx="2" presStyleCnt="6"/>
      <dgm:spPr/>
    </dgm:pt>
    <dgm:pt modelId="{3894B92D-CCB2-428D-9EF1-B1F6760CD2A7}" type="pres">
      <dgm:prSet presAssocID="{D67F52E8-425A-43B0-BD68-FEF94586AC8A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0B146FB1-008E-4554-B291-1628E014A3CB}" type="pres">
      <dgm:prSet presAssocID="{D67F52E8-425A-43B0-BD68-FEF94586AC8A}" presName="negativeSpace" presStyleCnt="0"/>
      <dgm:spPr/>
    </dgm:pt>
    <dgm:pt modelId="{A2E115AD-1875-4862-91CE-0B17B6E5F755}" type="pres">
      <dgm:prSet presAssocID="{D67F52E8-425A-43B0-BD68-FEF94586AC8A}" presName="childText" presStyleLbl="conFgAcc1" presStyleIdx="3" presStyleCnt="6">
        <dgm:presLayoutVars>
          <dgm:bulletEnabled val="1"/>
        </dgm:presLayoutVars>
      </dgm:prSet>
      <dgm:spPr/>
    </dgm:pt>
    <dgm:pt modelId="{FC633E71-0DE1-4755-8E9D-91586C77E991}" type="pres">
      <dgm:prSet presAssocID="{B06A32A7-465E-404B-AEE4-6F9AA25708C6}" presName="spaceBetweenRectangles" presStyleCnt="0"/>
      <dgm:spPr/>
    </dgm:pt>
    <dgm:pt modelId="{80B14A06-7669-4375-9803-0EA129DC91BA}" type="pres">
      <dgm:prSet presAssocID="{7090B92F-BBD0-478F-968D-10FD4C0CC572}" presName="parentLin" presStyleCnt="0"/>
      <dgm:spPr/>
    </dgm:pt>
    <dgm:pt modelId="{88BCC6EC-A00D-4C9B-8545-14725B033F99}" type="pres">
      <dgm:prSet presAssocID="{7090B92F-BBD0-478F-968D-10FD4C0CC572}" presName="parentLeftMargin" presStyleLbl="node1" presStyleIdx="3" presStyleCnt="6"/>
      <dgm:spPr/>
    </dgm:pt>
    <dgm:pt modelId="{BB23E704-F79B-4311-8FD7-CE5B7CF24E8C}" type="pres">
      <dgm:prSet presAssocID="{7090B92F-BBD0-478F-968D-10FD4C0CC572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5AC12538-47FC-4D44-B312-DC5D7121F816}" type="pres">
      <dgm:prSet presAssocID="{7090B92F-BBD0-478F-968D-10FD4C0CC572}" presName="negativeSpace" presStyleCnt="0"/>
      <dgm:spPr/>
    </dgm:pt>
    <dgm:pt modelId="{FBC996B0-5ABC-456B-990E-B89785011B76}" type="pres">
      <dgm:prSet presAssocID="{7090B92F-BBD0-478F-968D-10FD4C0CC572}" presName="childText" presStyleLbl="conFgAcc1" presStyleIdx="4" presStyleCnt="6">
        <dgm:presLayoutVars>
          <dgm:bulletEnabled val="1"/>
        </dgm:presLayoutVars>
      </dgm:prSet>
      <dgm:spPr/>
    </dgm:pt>
    <dgm:pt modelId="{BF610F73-516C-4EBA-967B-8A733A976ED0}" type="pres">
      <dgm:prSet presAssocID="{CAD31955-E67D-44D7-A560-C96B160AE69A}" presName="spaceBetweenRectangles" presStyleCnt="0"/>
      <dgm:spPr/>
    </dgm:pt>
    <dgm:pt modelId="{1ADB51C2-D021-4710-AC50-36A8DBDCDD04}" type="pres">
      <dgm:prSet presAssocID="{650695CC-AEE4-4966-A1A2-F33108FADF9C}" presName="parentLin" presStyleCnt="0"/>
      <dgm:spPr/>
    </dgm:pt>
    <dgm:pt modelId="{88E7FE11-1F8C-47C4-8B64-83C90D48EA8C}" type="pres">
      <dgm:prSet presAssocID="{650695CC-AEE4-4966-A1A2-F33108FADF9C}" presName="parentLeftMargin" presStyleLbl="node1" presStyleIdx="4" presStyleCnt="6"/>
      <dgm:spPr/>
    </dgm:pt>
    <dgm:pt modelId="{A8B7B246-185E-4339-BAD6-0A47327610EA}" type="pres">
      <dgm:prSet presAssocID="{650695CC-AEE4-4966-A1A2-F33108FADF9C}" presName="parentText" presStyleLbl="node1" presStyleIdx="5" presStyleCnt="6">
        <dgm:presLayoutVars>
          <dgm:chMax val="0"/>
          <dgm:bulletEnabled val="1"/>
        </dgm:presLayoutVars>
      </dgm:prSet>
      <dgm:spPr/>
    </dgm:pt>
    <dgm:pt modelId="{46675B82-9276-4A5E-8884-33F315A28339}" type="pres">
      <dgm:prSet presAssocID="{650695CC-AEE4-4966-A1A2-F33108FADF9C}" presName="negativeSpace" presStyleCnt="0"/>
      <dgm:spPr/>
    </dgm:pt>
    <dgm:pt modelId="{0B3050C9-C4B7-4061-B5EC-8ECB49B2CFEC}" type="pres">
      <dgm:prSet presAssocID="{650695CC-AEE4-4966-A1A2-F33108FADF9C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C93DFF1C-63B6-4C68-B7EC-3505686865F2}" srcId="{F8D89A37-E620-4BDC-B4D4-DA50E2A8C390}" destId="{7090B92F-BBD0-478F-968D-10FD4C0CC572}" srcOrd="4" destOrd="0" parTransId="{A3AF6C30-8CF6-4922-A27C-CDE5F230B2FD}" sibTransId="{CAD31955-E67D-44D7-A560-C96B160AE69A}"/>
    <dgm:cxn modelId="{A0C82330-97BC-469E-8B7B-8D2E960C8F78}" type="presOf" srcId="{7090B92F-BBD0-478F-968D-10FD4C0CC572}" destId="{88BCC6EC-A00D-4C9B-8545-14725B033F99}" srcOrd="0" destOrd="0" presId="urn:microsoft.com/office/officeart/2005/8/layout/list1"/>
    <dgm:cxn modelId="{4C201735-2353-456F-B342-F95802C9CFF1}" srcId="{F8D89A37-E620-4BDC-B4D4-DA50E2A8C390}" destId="{E5CB6DF3-3FAD-4601-B847-7F534594B4DB}" srcOrd="2" destOrd="0" parTransId="{95C37F90-BD32-4374-969D-64951AA50AA5}" sibTransId="{0C6F95ED-EFB9-41DC-81D0-D9DB29C90ED4}"/>
    <dgm:cxn modelId="{8E548F41-8278-44E2-AA16-62AE0AE6542F}" type="presOf" srcId="{E5CB6DF3-3FAD-4601-B847-7F534594B4DB}" destId="{242933F1-4316-4ED4-9606-50FB5000F6EE}" srcOrd="0" destOrd="0" presId="urn:microsoft.com/office/officeart/2005/8/layout/list1"/>
    <dgm:cxn modelId="{94FC4742-3C0C-46C3-94A5-0C80C2F8D472}" type="presOf" srcId="{650695CC-AEE4-4966-A1A2-F33108FADF9C}" destId="{A8B7B246-185E-4339-BAD6-0A47327610EA}" srcOrd="1" destOrd="0" presId="urn:microsoft.com/office/officeart/2005/8/layout/list1"/>
    <dgm:cxn modelId="{ECE0A84A-FB6E-4B21-B4E8-BA9364D13EB1}" srcId="{F8D89A37-E620-4BDC-B4D4-DA50E2A8C390}" destId="{E91897BB-F705-4250-92CC-6B57A2106B73}" srcOrd="1" destOrd="0" parTransId="{758449BE-F12E-4214-9E8F-BD71ACEF31FD}" sibTransId="{B26E404C-EE13-4FCB-86F6-F7E6EB5FBCD6}"/>
    <dgm:cxn modelId="{F48C3F4B-DC19-4A89-BB05-26B4EE694F76}" type="presOf" srcId="{032F5CEA-2ABD-4B5B-88B8-E45B41C308CD}" destId="{AB5844B8-AC0A-463C-86C7-E170C5494CAF}" srcOrd="1" destOrd="0" presId="urn:microsoft.com/office/officeart/2005/8/layout/list1"/>
    <dgm:cxn modelId="{422D3E56-E094-4700-B142-D07308A2D636}" srcId="{F8D89A37-E620-4BDC-B4D4-DA50E2A8C390}" destId="{650695CC-AEE4-4966-A1A2-F33108FADF9C}" srcOrd="5" destOrd="0" parTransId="{77043368-529A-402A-B6D0-44670CE3945B}" sibTransId="{13F68335-871A-4255-BF1F-16EAAEBB3D30}"/>
    <dgm:cxn modelId="{AD352059-4800-4561-85AB-3F96847F089A}" type="presOf" srcId="{F8D89A37-E620-4BDC-B4D4-DA50E2A8C390}" destId="{637C90CC-BE63-4C71-9251-5C9AE578A639}" srcOrd="0" destOrd="0" presId="urn:microsoft.com/office/officeart/2005/8/layout/list1"/>
    <dgm:cxn modelId="{95AAA281-F7C8-499A-85FB-22519BCDF96A}" type="presOf" srcId="{D67F52E8-425A-43B0-BD68-FEF94586AC8A}" destId="{3894B92D-CCB2-428D-9EF1-B1F6760CD2A7}" srcOrd="1" destOrd="0" presId="urn:microsoft.com/office/officeart/2005/8/layout/list1"/>
    <dgm:cxn modelId="{1BA2388E-5CA0-4CCE-AE98-ADE721A2586D}" srcId="{F8D89A37-E620-4BDC-B4D4-DA50E2A8C390}" destId="{032F5CEA-2ABD-4B5B-88B8-E45B41C308CD}" srcOrd="0" destOrd="0" parTransId="{12B00D76-CAFA-4C12-B97C-2FE13BCB5265}" sibTransId="{0608C5E4-50F5-47CE-8505-A0B36CFA2548}"/>
    <dgm:cxn modelId="{508EBAA8-E547-4BE9-9394-C630EB1ACD07}" type="presOf" srcId="{E5CB6DF3-3FAD-4601-B847-7F534594B4DB}" destId="{5CA03401-05B7-4CEC-95D1-512109BD509D}" srcOrd="1" destOrd="0" presId="urn:microsoft.com/office/officeart/2005/8/layout/list1"/>
    <dgm:cxn modelId="{9DA28BC9-A4AC-4218-BB5E-F0445BD341D3}" type="presOf" srcId="{D67F52E8-425A-43B0-BD68-FEF94586AC8A}" destId="{BBC09625-C9B8-445E-8BC3-2A2A886C17A1}" srcOrd="0" destOrd="0" presId="urn:microsoft.com/office/officeart/2005/8/layout/list1"/>
    <dgm:cxn modelId="{C06CD8CC-A9A3-4C7F-94F5-F2964FEF0612}" type="presOf" srcId="{032F5CEA-2ABD-4B5B-88B8-E45B41C308CD}" destId="{2780F0B6-86A2-4A00-AE0B-2692BFA52111}" srcOrd="0" destOrd="0" presId="urn:microsoft.com/office/officeart/2005/8/layout/list1"/>
    <dgm:cxn modelId="{3B8EA5D0-E086-4CD2-BF89-70E3F83470C1}" type="presOf" srcId="{E91897BB-F705-4250-92CC-6B57A2106B73}" destId="{7BD8DBFE-9A24-4594-B650-86970553CDD2}" srcOrd="0" destOrd="0" presId="urn:microsoft.com/office/officeart/2005/8/layout/list1"/>
    <dgm:cxn modelId="{40BD8BEB-928C-40A0-88D5-7225BF051719}" type="presOf" srcId="{650695CC-AEE4-4966-A1A2-F33108FADF9C}" destId="{88E7FE11-1F8C-47C4-8B64-83C90D48EA8C}" srcOrd="0" destOrd="0" presId="urn:microsoft.com/office/officeart/2005/8/layout/list1"/>
    <dgm:cxn modelId="{BEA691F0-4DDF-48EE-A09F-D425D5733861}" type="presOf" srcId="{7090B92F-BBD0-478F-968D-10FD4C0CC572}" destId="{BB23E704-F79B-4311-8FD7-CE5B7CF24E8C}" srcOrd="1" destOrd="0" presId="urn:microsoft.com/office/officeart/2005/8/layout/list1"/>
    <dgm:cxn modelId="{D707E3FB-D0C0-4A92-BEBF-3C4DAD10E80F}" type="presOf" srcId="{E91897BB-F705-4250-92CC-6B57A2106B73}" destId="{D16FC6C4-BC9F-4304-AFDB-2A419B290821}" srcOrd="1" destOrd="0" presId="urn:microsoft.com/office/officeart/2005/8/layout/list1"/>
    <dgm:cxn modelId="{6F7648FC-1C40-4E38-B6CF-351C07ACA39E}" srcId="{F8D89A37-E620-4BDC-B4D4-DA50E2A8C390}" destId="{D67F52E8-425A-43B0-BD68-FEF94586AC8A}" srcOrd="3" destOrd="0" parTransId="{59493338-A5E5-47D9-A69F-FD43E71895D9}" sibTransId="{B06A32A7-465E-404B-AEE4-6F9AA25708C6}"/>
    <dgm:cxn modelId="{0E760AAD-EE99-4876-8975-56519680241D}" type="presParOf" srcId="{637C90CC-BE63-4C71-9251-5C9AE578A639}" destId="{22C56F8D-CCF1-4EA8-8733-D61016D6348B}" srcOrd="0" destOrd="0" presId="urn:microsoft.com/office/officeart/2005/8/layout/list1"/>
    <dgm:cxn modelId="{A816F4D0-A864-4436-A55A-856253E83C7F}" type="presParOf" srcId="{22C56F8D-CCF1-4EA8-8733-D61016D6348B}" destId="{2780F0B6-86A2-4A00-AE0B-2692BFA52111}" srcOrd="0" destOrd="0" presId="urn:microsoft.com/office/officeart/2005/8/layout/list1"/>
    <dgm:cxn modelId="{36622244-8CA7-45F1-82B4-9E95F04F2057}" type="presParOf" srcId="{22C56F8D-CCF1-4EA8-8733-D61016D6348B}" destId="{AB5844B8-AC0A-463C-86C7-E170C5494CAF}" srcOrd="1" destOrd="0" presId="urn:microsoft.com/office/officeart/2005/8/layout/list1"/>
    <dgm:cxn modelId="{0AADC242-1776-4CC6-833E-D763FF26189C}" type="presParOf" srcId="{637C90CC-BE63-4C71-9251-5C9AE578A639}" destId="{75BA3A8F-67FE-4FF8-9184-4BCC94C45237}" srcOrd="1" destOrd="0" presId="urn:microsoft.com/office/officeart/2005/8/layout/list1"/>
    <dgm:cxn modelId="{C1CD7E14-178F-4AF1-9445-C2D157304F81}" type="presParOf" srcId="{637C90CC-BE63-4C71-9251-5C9AE578A639}" destId="{F1B48A88-602D-4261-9D53-FC022406556A}" srcOrd="2" destOrd="0" presId="urn:microsoft.com/office/officeart/2005/8/layout/list1"/>
    <dgm:cxn modelId="{62F537AD-BA20-4D20-8E08-C0949894E99A}" type="presParOf" srcId="{637C90CC-BE63-4C71-9251-5C9AE578A639}" destId="{874E35DF-91B4-42C7-8398-E962406A8076}" srcOrd="3" destOrd="0" presId="urn:microsoft.com/office/officeart/2005/8/layout/list1"/>
    <dgm:cxn modelId="{C2400877-1970-47D7-B0FD-8D6BA001A1AF}" type="presParOf" srcId="{637C90CC-BE63-4C71-9251-5C9AE578A639}" destId="{DEBF0268-1B02-4B76-B883-01221C749C15}" srcOrd="4" destOrd="0" presId="urn:microsoft.com/office/officeart/2005/8/layout/list1"/>
    <dgm:cxn modelId="{D1DF16BD-0939-4BB6-8739-4FAEBFBB96E9}" type="presParOf" srcId="{DEBF0268-1B02-4B76-B883-01221C749C15}" destId="{7BD8DBFE-9A24-4594-B650-86970553CDD2}" srcOrd="0" destOrd="0" presId="urn:microsoft.com/office/officeart/2005/8/layout/list1"/>
    <dgm:cxn modelId="{94F336C8-AF5C-4E78-A81D-8AB6C9B71501}" type="presParOf" srcId="{DEBF0268-1B02-4B76-B883-01221C749C15}" destId="{D16FC6C4-BC9F-4304-AFDB-2A419B290821}" srcOrd="1" destOrd="0" presId="urn:microsoft.com/office/officeart/2005/8/layout/list1"/>
    <dgm:cxn modelId="{49E062E8-BF68-40F7-AF32-9838F209596F}" type="presParOf" srcId="{637C90CC-BE63-4C71-9251-5C9AE578A639}" destId="{F13C5DC5-E80E-4B23-89B3-8B91550F31E3}" srcOrd="5" destOrd="0" presId="urn:microsoft.com/office/officeart/2005/8/layout/list1"/>
    <dgm:cxn modelId="{7E38B63C-D7D8-44CF-8D5F-CBC146EF040E}" type="presParOf" srcId="{637C90CC-BE63-4C71-9251-5C9AE578A639}" destId="{20D336E6-0AEA-46B0-9F0A-83E43F364A95}" srcOrd="6" destOrd="0" presId="urn:microsoft.com/office/officeart/2005/8/layout/list1"/>
    <dgm:cxn modelId="{D516DA77-FBC3-48D9-B754-88A36D6F7020}" type="presParOf" srcId="{637C90CC-BE63-4C71-9251-5C9AE578A639}" destId="{FC46B0EC-095A-48F6-8E5C-339B467E342B}" srcOrd="7" destOrd="0" presId="urn:microsoft.com/office/officeart/2005/8/layout/list1"/>
    <dgm:cxn modelId="{AF8F5F23-DF19-44F1-B66D-D917202723A0}" type="presParOf" srcId="{637C90CC-BE63-4C71-9251-5C9AE578A639}" destId="{AD807170-F74C-4325-BC21-5FFA15A2B8B2}" srcOrd="8" destOrd="0" presId="urn:microsoft.com/office/officeart/2005/8/layout/list1"/>
    <dgm:cxn modelId="{239D4020-194B-40B5-AA12-70392EDA13B7}" type="presParOf" srcId="{AD807170-F74C-4325-BC21-5FFA15A2B8B2}" destId="{242933F1-4316-4ED4-9606-50FB5000F6EE}" srcOrd="0" destOrd="0" presId="urn:microsoft.com/office/officeart/2005/8/layout/list1"/>
    <dgm:cxn modelId="{8F5862FD-8A2F-495B-ACE7-16C2C56808D0}" type="presParOf" srcId="{AD807170-F74C-4325-BC21-5FFA15A2B8B2}" destId="{5CA03401-05B7-4CEC-95D1-512109BD509D}" srcOrd="1" destOrd="0" presId="urn:microsoft.com/office/officeart/2005/8/layout/list1"/>
    <dgm:cxn modelId="{D1190525-F9AB-429A-A389-3C1C35ECE12C}" type="presParOf" srcId="{637C90CC-BE63-4C71-9251-5C9AE578A639}" destId="{A46F63F0-F7A8-4859-BD96-53229712F708}" srcOrd="9" destOrd="0" presId="urn:microsoft.com/office/officeart/2005/8/layout/list1"/>
    <dgm:cxn modelId="{D8B77388-73F9-43A3-8E23-51C7BF81CE63}" type="presParOf" srcId="{637C90CC-BE63-4C71-9251-5C9AE578A639}" destId="{9EED26D8-B080-4B6A-B3E6-89890C3851DF}" srcOrd="10" destOrd="0" presId="urn:microsoft.com/office/officeart/2005/8/layout/list1"/>
    <dgm:cxn modelId="{7E3FDDF2-1CA3-4EB2-9389-E9597A4AE965}" type="presParOf" srcId="{637C90CC-BE63-4C71-9251-5C9AE578A639}" destId="{A9CD0186-0658-4CBD-B14C-BA77D9648716}" srcOrd="11" destOrd="0" presId="urn:microsoft.com/office/officeart/2005/8/layout/list1"/>
    <dgm:cxn modelId="{88E0BE2D-8BD0-4934-BD0D-A783A781AC19}" type="presParOf" srcId="{637C90CC-BE63-4C71-9251-5C9AE578A639}" destId="{CEA8BB29-39BC-4C5E-8B11-D7BB4EEC0659}" srcOrd="12" destOrd="0" presId="urn:microsoft.com/office/officeart/2005/8/layout/list1"/>
    <dgm:cxn modelId="{0EFDDD84-824A-4356-8DD0-BBC9F8807EE2}" type="presParOf" srcId="{CEA8BB29-39BC-4C5E-8B11-D7BB4EEC0659}" destId="{BBC09625-C9B8-445E-8BC3-2A2A886C17A1}" srcOrd="0" destOrd="0" presId="urn:microsoft.com/office/officeart/2005/8/layout/list1"/>
    <dgm:cxn modelId="{89EFBE19-46C3-48AF-8F33-2EC3AA86DCBC}" type="presParOf" srcId="{CEA8BB29-39BC-4C5E-8B11-D7BB4EEC0659}" destId="{3894B92D-CCB2-428D-9EF1-B1F6760CD2A7}" srcOrd="1" destOrd="0" presId="urn:microsoft.com/office/officeart/2005/8/layout/list1"/>
    <dgm:cxn modelId="{A87B5CC0-C494-4957-9CC6-2E52DE95C260}" type="presParOf" srcId="{637C90CC-BE63-4C71-9251-5C9AE578A639}" destId="{0B146FB1-008E-4554-B291-1628E014A3CB}" srcOrd="13" destOrd="0" presId="urn:microsoft.com/office/officeart/2005/8/layout/list1"/>
    <dgm:cxn modelId="{33804EB6-E2AB-474B-8928-C7E407E92297}" type="presParOf" srcId="{637C90CC-BE63-4C71-9251-5C9AE578A639}" destId="{A2E115AD-1875-4862-91CE-0B17B6E5F755}" srcOrd="14" destOrd="0" presId="urn:microsoft.com/office/officeart/2005/8/layout/list1"/>
    <dgm:cxn modelId="{ADD0E114-3522-4D85-A6BC-CD8AAE540514}" type="presParOf" srcId="{637C90CC-BE63-4C71-9251-5C9AE578A639}" destId="{FC633E71-0DE1-4755-8E9D-91586C77E991}" srcOrd="15" destOrd="0" presId="urn:microsoft.com/office/officeart/2005/8/layout/list1"/>
    <dgm:cxn modelId="{21BECF9D-FF52-4B71-93AF-4FE15FD5D884}" type="presParOf" srcId="{637C90CC-BE63-4C71-9251-5C9AE578A639}" destId="{80B14A06-7669-4375-9803-0EA129DC91BA}" srcOrd="16" destOrd="0" presId="urn:microsoft.com/office/officeart/2005/8/layout/list1"/>
    <dgm:cxn modelId="{7BF26F2C-B06D-4B11-97A3-C6F86141AB98}" type="presParOf" srcId="{80B14A06-7669-4375-9803-0EA129DC91BA}" destId="{88BCC6EC-A00D-4C9B-8545-14725B033F99}" srcOrd="0" destOrd="0" presId="urn:microsoft.com/office/officeart/2005/8/layout/list1"/>
    <dgm:cxn modelId="{BF2B36BA-DC5D-4F0D-9C94-69B16B33345A}" type="presParOf" srcId="{80B14A06-7669-4375-9803-0EA129DC91BA}" destId="{BB23E704-F79B-4311-8FD7-CE5B7CF24E8C}" srcOrd="1" destOrd="0" presId="urn:microsoft.com/office/officeart/2005/8/layout/list1"/>
    <dgm:cxn modelId="{5E11F22E-D6CD-4DD8-8672-F422B56FABD6}" type="presParOf" srcId="{637C90CC-BE63-4C71-9251-5C9AE578A639}" destId="{5AC12538-47FC-4D44-B312-DC5D7121F816}" srcOrd="17" destOrd="0" presId="urn:microsoft.com/office/officeart/2005/8/layout/list1"/>
    <dgm:cxn modelId="{839EC6A4-995E-4E40-8506-0692B9D69E0F}" type="presParOf" srcId="{637C90CC-BE63-4C71-9251-5C9AE578A639}" destId="{FBC996B0-5ABC-456B-990E-B89785011B76}" srcOrd="18" destOrd="0" presId="urn:microsoft.com/office/officeart/2005/8/layout/list1"/>
    <dgm:cxn modelId="{6D846B13-4F60-48BA-B798-A33C0CD5E6E6}" type="presParOf" srcId="{637C90CC-BE63-4C71-9251-5C9AE578A639}" destId="{BF610F73-516C-4EBA-967B-8A733A976ED0}" srcOrd="19" destOrd="0" presId="urn:microsoft.com/office/officeart/2005/8/layout/list1"/>
    <dgm:cxn modelId="{0C7382A0-5922-44D2-B88E-94CEDBC355B2}" type="presParOf" srcId="{637C90CC-BE63-4C71-9251-5C9AE578A639}" destId="{1ADB51C2-D021-4710-AC50-36A8DBDCDD04}" srcOrd="20" destOrd="0" presId="urn:microsoft.com/office/officeart/2005/8/layout/list1"/>
    <dgm:cxn modelId="{ADE3EE20-72C2-4CA4-8FEB-D371FB6CFF6F}" type="presParOf" srcId="{1ADB51C2-D021-4710-AC50-36A8DBDCDD04}" destId="{88E7FE11-1F8C-47C4-8B64-83C90D48EA8C}" srcOrd="0" destOrd="0" presId="urn:microsoft.com/office/officeart/2005/8/layout/list1"/>
    <dgm:cxn modelId="{FEAF9CAA-E716-4C68-8D35-89A2B27DC216}" type="presParOf" srcId="{1ADB51C2-D021-4710-AC50-36A8DBDCDD04}" destId="{A8B7B246-185E-4339-BAD6-0A47327610EA}" srcOrd="1" destOrd="0" presId="urn:microsoft.com/office/officeart/2005/8/layout/list1"/>
    <dgm:cxn modelId="{3372A9E8-A682-447E-AA2A-E7BEEA9886FB}" type="presParOf" srcId="{637C90CC-BE63-4C71-9251-5C9AE578A639}" destId="{46675B82-9276-4A5E-8884-33F315A28339}" srcOrd="21" destOrd="0" presId="urn:microsoft.com/office/officeart/2005/8/layout/list1"/>
    <dgm:cxn modelId="{88815F96-3F73-4398-9B4D-1D93D19B249D}" type="presParOf" srcId="{637C90CC-BE63-4C71-9251-5C9AE578A639}" destId="{0B3050C9-C4B7-4061-B5EC-8ECB49B2CFEC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217208-7B95-4683-AB3E-A87E0280192F}">
      <dsp:nvSpPr>
        <dsp:cNvPr id="0" name=""/>
        <dsp:cNvSpPr/>
      </dsp:nvSpPr>
      <dsp:spPr>
        <a:xfrm>
          <a:off x="0" y="577360"/>
          <a:ext cx="8245806" cy="11934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1" kern="1200"/>
            <a:t>These are some reserved words in C which have predefined meaning to compiler called keywords. </a:t>
          </a:r>
          <a:endParaRPr lang="en-US" sz="3000" kern="1200"/>
        </a:p>
      </dsp:txBody>
      <dsp:txXfrm>
        <a:off x="58257" y="635617"/>
        <a:ext cx="8129292" cy="1076886"/>
      </dsp:txXfrm>
    </dsp:sp>
    <dsp:sp modelId="{279AD36D-AAB1-4F1F-938C-697229C403D8}">
      <dsp:nvSpPr>
        <dsp:cNvPr id="0" name=""/>
        <dsp:cNvSpPr/>
      </dsp:nvSpPr>
      <dsp:spPr>
        <a:xfrm>
          <a:off x="0" y="1857160"/>
          <a:ext cx="8245806" cy="11934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1" kern="1200"/>
            <a:t>Keywords are not to be used as variable and constant names. </a:t>
          </a:r>
          <a:endParaRPr lang="en-US" sz="3000" kern="1200"/>
        </a:p>
      </dsp:txBody>
      <dsp:txXfrm>
        <a:off x="58257" y="1915417"/>
        <a:ext cx="8129292" cy="1076886"/>
      </dsp:txXfrm>
    </dsp:sp>
    <dsp:sp modelId="{28C3F638-7012-4FB7-A5C8-32702B31833C}">
      <dsp:nvSpPr>
        <dsp:cNvPr id="0" name=""/>
        <dsp:cNvSpPr/>
      </dsp:nvSpPr>
      <dsp:spPr>
        <a:xfrm>
          <a:off x="0" y="3136960"/>
          <a:ext cx="8245806" cy="119340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b="1" kern="1200"/>
            <a:t>All keywords have fixed meanings and these meanings cannot be changed. </a:t>
          </a:r>
          <a:endParaRPr lang="en-US" sz="3000" kern="1200"/>
        </a:p>
      </dsp:txBody>
      <dsp:txXfrm>
        <a:off x="58257" y="3195217"/>
        <a:ext cx="8129292" cy="107688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B48A88-602D-4261-9D53-FC022406556A}">
      <dsp:nvSpPr>
        <dsp:cNvPr id="0" name=""/>
        <dsp:cNvSpPr/>
      </dsp:nvSpPr>
      <dsp:spPr>
        <a:xfrm>
          <a:off x="0" y="248991"/>
          <a:ext cx="3556000" cy="30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5844B8-AC0A-463C-86C7-E170C5494CAF}">
      <dsp:nvSpPr>
        <dsp:cNvPr id="0" name=""/>
        <dsp:cNvSpPr/>
      </dsp:nvSpPr>
      <dsp:spPr>
        <a:xfrm>
          <a:off x="177800" y="71871"/>
          <a:ext cx="2489200" cy="3542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4086" tIns="0" rIns="94086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/>
            <a:t>enum NewDataType</a:t>
          </a:r>
          <a:endParaRPr lang="en-US" sz="1200" kern="1200"/>
        </a:p>
      </dsp:txBody>
      <dsp:txXfrm>
        <a:off x="195093" y="89164"/>
        <a:ext cx="2454614" cy="319654"/>
      </dsp:txXfrm>
    </dsp:sp>
    <dsp:sp modelId="{20D336E6-0AEA-46B0-9F0A-83E43F364A95}">
      <dsp:nvSpPr>
        <dsp:cNvPr id="0" name=""/>
        <dsp:cNvSpPr/>
      </dsp:nvSpPr>
      <dsp:spPr>
        <a:xfrm>
          <a:off x="0" y="793311"/>
          <a:ext cx="3556000" cy="30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6FC6C4-BC9F-4304-AFDB-2A419B290821}">
      <dsp:nvSpPr>
        <dsp:cNvPr id="0" name=""/>
        <dsp:cNvSpPr/>
      </dsp:nvSpPr>
      <dsp:spPr>
        <a:xfrm>
          <a:off x="177800" y="616191"/>
          <a:ext cx="2489200" cy="3542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4086" tIns="0" rIns="94086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/>
            <a:t>{</a:t>
          </a:r>
          <a:endParaRPr lang="en-US" sz="1200" kern="1200"/>
        </a:p>
      </dsp:txBody>
      <dsp:txXfrm>
        <a:off x="195093" y="633484"/>
        <a:ext cx="2454614" cy="319654"/>
      </dsp:txXfrm>
    </dsp:sp>
    <dsp:sp modelId="{9EED26D8-B080-4B6A-B3E6-89890C3851DF}">
      <dsp:nvSpPr>
        <dsp:cNvPr id="0" name=""/>
        <dsp:cNvSpPr/>
      </dsp:nvSpPr>
      <dsp:spPr>
        <a:xfrm>
          <a:off x="0" y="1337631"/>
          <a:ext cx="3556000" cy="30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A03401-05B7-4CEC-95D1-512109BD509D}">
      <dsp:nvSpPr>
        <dsp:cNvPr id="0" name=""/>
        <dsp:cNvSpPr/>
      </dsp:nvSpPr>
      <dsp:spPr>
        <a:xfrm>
          <a:off x="177800" y="1160511"/>
          <a:ext cx="2489200" cy="3542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4086" tIns="0" rIns="94086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/>
            <a:t>Symbolic constant1,</a:t>
          </a:r>
          <a:endParaRPr lang="en-US" sz="1200" kern="1200"/>
        </a:p>
      </dsp:txBody>
      <dsp:txXfrm>
        <a:off x="195093" y="1177804"/>
        <a:ext cx="2454614" cy="319654"/>
      </dsp:txXfrm>
    </dsp:sp>
    <dsp:sp modelId="{A2E115AD-1875-4862-91CE-0B17B6E5F755}">
      <dsp:nvSpPr>
        <dsp:cNvPr id="0" name=""/>
        <dsp:cNvSpPr/>
      </dsp:nvSpPr>
      <dsp:spPr>
        <a:xfrm>
          <a:off x="0" y="1881951"/>
          <a:ext cx="3556000" cy="30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94B92D-CCB2-428D-9EF1-B1F6760CD2A7}">
      <dsp:nvSpPr>
        <dsp:cNvPr id="0" name=""/>
        <dsp:cNvSpPr/>
      </dsp:nvSpPr>
      <dsp:spPr>
        <a:xfrm>
          <a:off x="177800" y="1704831"/>
          <a:ext cx="2489200" cy="3542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4086" tIns="0" rIns="94086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/>
            <a:t>Symbolic constant2,</a:t>
          </a:r>
          <a:endParaRPr lang="en-US" sz="1200" kern="1200"/>
        </a:p>
      </dsp:txBody>
      <dsp:txXfrm>
        <a:off x="195093" y="1722124"/>
        <a:ext cx="2454614" cy="319654"/>
      </dsp:txXfrm>
    </dsp:sp>
    <dsp:sp modelId="{FBC996B0-5ABC-456B-990E-B89785011B76}">
      <dsp:nvSpPr>
        <dsp:cNvPr id="0" name=""/>
        <dsp:cNvSpPr/>
      </dsp:nvSpPr>
      <dsp:spPr>
        <a:xfrm>
          <a:off x="0" y="2426271"/>
          <a:ext cx="3556000" cy="30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B23E704-F79B-4311-8FD7-CE5B7CF24E8C}">
      <dsp:nvSpPr>
        <dsp:cNvPr id="0" name=""/>
        <dsp:cNvSpPr/>
      </dsp:nvSpPr>
      <dsp:spPr>
        <a:xfrm>
          <a:off x="177800" y="2249151"/>
          <a:ext cx="2489200" cy="3542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4086" tIns="0" rIns="94086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/>
            <a:t>Symbolic constant3</a:t>
          </a:r>
          <a:endParaRPr lang="en-US" sz="1200" kern="1200"/>
        </a:p>
      </dsp:txBody>
      <dsp:txXfrm>
        <a:off x="195093" y="2266444"/>
        <a:ext cx="2454614" cy="319654"/>
      </dsp:txXfrm>
    </dsp:sp>
    <dsp:sp modelId="{0B3050C9-C4B7-4061-B5EC-8ECB49B2CFEC}">
      <dsp:nvSpPr>
        <dsp:cNvPr id="0" name=""/>
        <dsp:cNvSpPr/>
      </dsp:nvSpPr>
      <dsp:spPr>
        <a:xfrm>
          <a:off x="0" y="2970591"/>
          <a:ext cx="3556000" cy="302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B7B246-185E-4339-BAD6-0A47327610EA}">
      <dsp:nvSpPr>
        <dsp:cNvPr id="0" name=""/>
        <dsp:cNvSpPr/>
      </dsp:nvSpPr>
      <dsp:spPr>
        <a:xfrm>
          <a:off x="177800" y="2793471"/>
          <a:ext cx="2489200" cy="35424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94086" tIns="0" rIns="94086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/>
            <a:t>};</a:t>
          </a:r>
          <a:endParaRPr lang="en-US" sz="1200" kern="1200"/>
        </a:p>
      </dsp:txBody>
      <dsp:txXfrm>
        <a:off x="195093" y="2810764"/>
        <a:ext cx="2454614" cy="3196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080D58-E4F7-4FC3-B219-1D20EE7F0FFC}" type="datetimeFigureOut">
              <a:rPr lang="en-IN" smtClean="0"/>
              <a:t>12-08-2026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10463E-A946-4DB7-84F1-2B38F7DE12A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3131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6" name="Slide Image Placeholder 1">
            <a:extLst>
              <a:ext uri="{FF2B5EF4-FFF2-40B4-BE49-F238E27FC236}">
                <a16:creationId xmlns:a16="http://schemas.microsoft.com/office/drawing/2014/main" id="{421E0F93-77C4-4E05-A171-E6D0976CD7C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7827" name="Notes Placeholder 2">
            <a:extLst>
              <a:ext uri="{FF2B5EF4-FFF2-40B4-BE49-F238E27FC236}">
                <a16:creationId xmlns:a16="http://schemas.microsoft.com/office/drawing/2014/main" id="{C712C9A2-8053-4296-BECC-338A4B6A01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  <p:sp>
        <p:nvSpPr>
          <p:cNvPr id="77828" name="Slide Number Placeholder 3">
            <a:extLst>
              <a:ext uri="{FF2B5EF4-FFF2-40B4-BE49-F238E27FC236}">
                <a16:creationId xmlns:a16="http://schemas.microsoft.com/office/drawing/2014/main" id="{95CCA686-BC6D-4114-9892-0EB734FEC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D75EFB8-7094-4BB0-9EF0-DA9D9043E7D3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Slide Image Placeholder 1">
            <a:extLst>
              <a:ext uri="{FF2B5EF4-FFF2-40B4-BE49-F238E27FC236}">
                <a16:creationId xmlns:a16="http://schemas.microsoft.com/office/drawing/2014/main" id="{F896867B-49DD-4B29-B54A-69A227D2612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78851" name="Notes Placeholder 2">
            <a:extLst>
              <a:ext uri="{FF2B5EF4-FFF2-40B4-BE49-F238E27FC236}">
                <a16:creationId xmlns:a16="http://schemas.microsoft.com/office/drawing/2014/main" id="{BAC0EAEC-D2D6-4914-9E3C-11217E8F2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en-US" altLang="en-US"/>
          </a:p>
        </p:txBody>
      </p:sp>
      <p:sp>
        <p:nvSpPr>
          <p:cNvPr id="78852" name="Slide Number Placeholder 3">
            <a:extLst>
              <a:ext uri="{FF2B5EF4-FFF2-40B4-BE49-F238E27FC236}">
                <a16:creationId xmlns:a16="http://schemas.microsoft.com/office/drawing/2014/main" id="{24EC08B1-1D25-4BD2-814E-10A94692FC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D3D83CC4-76CE-436A-B3AD-D2ED7DBF030D}" type="slidenum">
              <a:rPr kumimoji="0" lang="en-US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  <a:ln/>
        </p:spPr>
      </p:sp>
      <p:sp>
        <p:nvSpPr>
          <p:cNvPr id="5837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040402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F4745-080E-4B88-8B8B-2992D21A25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E94FCC-663F-4763-BD22-ED6902EECA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BA37EB-2F3B-4811-9996-207993AAD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A36A9E-BCDE-41C3-9CC5-60E542941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Science: A Structured Programming Approach Using 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C7BD90-BB00-4963-8C24-3F10ACCD6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EA51C-495D-44A2-B925-9AAC4BD9F0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1945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C5458-8B79-452D-921E-0ECB61C2A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33611-6A6B-4C43-BC3F-2D55523D3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1D29E3-AC0D-450F-9A49-5C61C4E3A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D0025-6DC4-4532-92BB-0035F529D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Science: A Structured Programming Approach Using 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2B8A83-CA99-4D72-B625-29725E266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EA51C-495D-44A2-B925-9AAC4BD9F0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88843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BA839-A5B7-418C-BCAD-FF5ECF04D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2CF598-AD66-4E78-BD33-F2CAFCE8F1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1A7E6-34A8-42D9-8468-C791AC861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5F426-0C69-4147-90A0-49BD07184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Science: A Structured Programming Approach Using 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26A7B-B42C-4261-9E1C-BAE9C1802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EA51C-495D-44A2-B925-9AAC4BD9F0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68079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CC4AE-95E6-4734-B0CA-6B3F1786F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2F3265-9837-449F-B9B5-10EF38B971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8C79CB-7734-4551-8220-E3D4D9137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8A4707-78EE-4BB5-92F6-BB536223EF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288337-0745-4DB8-BCBB-B2C3787A7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Science: A Structured Programming Approach Using 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C57A4B-F2B7-413C-B502-1F67C9105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EA51C-495D-44A2-B925-9AAC4BD9F0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97899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25BA4-0615-4F7C-873A-1CE0AB720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E65B24-BF8C-46F6-860A-5854376578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755C70-C911-4814-925A-E28281B68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B632A8-B556-4ADA-B8D9-24C84CAD7B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E47CDF-2C21-477A-9E4F-D478C9090B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70FE3E-BEF0-4D27-86EA-E7C127572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38335C4-93B3-4934-8FAB-308E4C473A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Science: A Structured Programming Approach Using C</a:t>
            </a:r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A261A2-2E89-45BF-9912-25CADFD24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EA51C-495D-44A2-B925-9AAC4BD9F0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1512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0D8C8-DCFC-42DE-B589-797097CE7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8FAD1B-25A8-401B-A470-BB8F690D2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08D88C-4868-4C00-B069-222F73C23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Science: A Structured Programming Approach Using C</a:t>
            </a:r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EB5A61-237C-4FD4-82DC-2C14D4AF2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EA51C-495D-44A2-B925-9AAC4BD9F0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0199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B215D0-8CE4-4634-A3FA-8B102DFCB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ECC80B2-EC71-4848-8516-94910D35E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Science: A Structured Programming Approach Using C</a:t>
            </a:r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94BB75-7581-4616-954C-12FD6B12F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EA51C-495D-44A2-B925-9AAC4BD9F0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6253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6ADD6-0EDC-410D-B6A9-C0379C90A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699FBF-7F3F-496B-8533-E5759A0FF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CF0088-0DCF-454C-BCA0-E08A6B5CE6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1AFB6B-25DA-4495-8891-E5462B4A1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B4F900-E8EB-4577-9FD7-128CBF6F5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Science: A Structured Programming Approach Using 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7CEBB4-9CD1-4A50-A6DB-D2C7080B3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EA51C-495D-44A2-B925-9AAC4BD9F0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1532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F0DBF-BFAB-445E-ACC4-A51766A08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32BF54-ABF7-4365-A8C2-EEA4EEFAD6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26C747-C8FB-4EF1-8EDF-C5EE17A2F1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1E11C-023F-4B6F-B57A-7042D7302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397CEB-9DD0-4B74-BE5C-FB70FBC2D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Science: A Structured Programming Approach Using C</a:t>
            </a:r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47B171-7A1B-4CAC-8C40-29BB6935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EA51C-495D-44A2-B925-9AAC4BD9F0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5642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24F1F-5027-4E1F-89BF-075A57C93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8E24CC-301E-4D8A-BFC7-3ED1E685B2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969E63-03AB-4658-B659-F96379FA4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427C7C-EA7C-43D7-9C98-4953DDD98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Science: A Structured Programming Approach Using 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FE119-F33A-43B2-ACCD-2210AE6CA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EA51C-495D-44A2-B925-9AAC4BD9F0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5961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BDDC8D-D96B-4CF8-B742-313A77CEEA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82A008-CAC5-4BD4-B085-79537F13EA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EAE035-5983-430E-9A6F-966CA34E8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E1584-0A77-4AB0-ABA1-EF7A9661F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Science: A Structured Programming Approach Using C</a:t>
            </a:r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83395-9EB0-45A5-9312-7EF200F5F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EA51C-495D-44A2-B925-9AAC4BD9F0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9118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B06EA338-C114-4D85-BA50-7D8A8C15FB84}"/>
              </a:ext>
            </a:extLst>
          </p:cNvPr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5" name="Group 3">
              <a:extLst>
                <a:ext uri="{FF2B5EF4-FFF2-40B4-BE49-F238E27FC236}">
                  <a16:creationId xmlns:a16="http://schemas.microsoft.com/office/drawing/2014/main" id="{FCCA37B2-4289-4071-8675-050E2E42184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3" y="1604"/>
              <a:ext cx="448" cy="299"/>
              <a:chOff x="720" y="336"/>
              <a:chExt cx="624" cy="432"/>
            </a:xfrm>
          </p:grpSpPr>
          <p:sp>
            <p:nvSpPr>
              <p:cNvPr id="12" name="Rectangle 4">
                <a:extLst>
                  <a:ext uri="{FF2B5EF4-FFF2-40B4-BE49-F238E27FC236}">
                    <a16:creationId xmlns:a16="http://schemas.microsoft.com/office/drawing/2014/main" id="{9CBD1D2D-2C06-49A7-A0E9-F18E73A77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>
                  <a:defRPr/>
                </a:pPr>
                <a:endParaRPr lang="en-US" altLang="en-US"/>
              </a:p>
            </p:txBody>
          </p:sp>
          <p:sp>
            <p:nvSpPr>
              <p:cNvPr id="13" name="Rectangle 5">
                <a:extLst>
                  <a:ext uri="{FF2B5EF4-FFF2-40B4-BE49-F238E27FC236}">
                    <a16:creationId xmlns:a16="http://schemas.microsoft.com/office/drawing/2014/main" id="{460F8D3B-9ABF-40C6-9749-1D77A47E9A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>
                  <a:defRPr/>
                </a:pPr>
                <a:endParaRPr lang="en-US" altLang="en-US"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id="{4D8AE847-DCA2-4ED7-8485-BBC574D8CEE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" y="1870"/>
              <a:ext cx="465" cy="299"/>
              <a:chOff x="912" y="2640"/>
              <a:chExt cx="672" cy="432"/>
            </a:xfrm>
          </p:grpSpPr>
          <p:sp>
            <p:nvSpPr>
              <p:cNvPr id="10" name="Rectangle 7">
                <a:extLst>
                  <a:ext uri="{FF2B5EF4-FFF2-40B4-BE49-F238E27FC236}">
                    <a16:creationId xmlns:a16="http://schemas.microsoft.com/office/drawing/2014/main" id="{ADEC48AD-CB59-49CE-A0BB-945063CB2D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>
                  <a:defRPr/>
                </a:pPr>
                <a:endParaRPr lang="en-US" altLang="en-US"/>
              </a:p>
            </p:txBody>
          </p:sp>
          <p:sp>
            <p:nvSpPr>
              <p:cNvPr id="11" name="Rectangle 8">
                <a:extLst>
                  <a:ext uri="{FF2B5EF4-FFF2-40B4-BE49-F238E27FC236}">
                    <a16:creationId xmlns:a16="http://schemas.microsoft.com/office/drawing/2014/main" id="{730979F2-E91F-4B54-BB66-80C63A1228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49" y="2640"/>
                <a:ext cx="335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1pPr>
                <a:lvl2pPr marL="742950" indent="-28575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2pPr>
                <a:lvl3pPr marL="1143000" indent="-22860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3pPr>
                <a:lvl4pPr marL="1600200" indent="-22860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4pPr>
                <a:lvl5pPr marL="2057400" indent="-228600"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5pPr>
                <a:lvl6pPr marL="25146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6pPr>
                <a:lvl7pPr marL="29718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7pPr>
                <a:lvl8pPr marL="34290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8pPr>
                <a:lvl9pPr marL="3886200" indent="-228600" algn="r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 b="1">
                    <a:solidFill>
                      <a:schemeClr val="tx1"/>
                    </a:solidFill>
                    <a:latin typeface="Times New Roman" pitchFamily="18" charset="0"/>
                  </a:defRPr>
                </a:lvl9pPr>
              </a:lstStyle>
              <a:p>
                <a:pPr>
                  <a:defRPr/>
                </a:pPr>
                <a:endParaRPr lang="en-US" altLang="en-US"/>
              </a:p>
            </p:txBody>
          </p:sp>
        </p:grpSp>
        <p:sp>
          <p:nvSpPr>
            <p:cNvPr id="7" name="Rectangle 9">
              <a:extLst>
                <a:ext uri="{FF2B5EF4-FFF2-40B4-BE49-F238E27FC236}">
                  <a16:creationId xmlns:a16="http://schemas.microsoft.com/office/drawing/2014/main" id="{4788AB37-A997-4AF7-B102-517657D933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>
                <a:defRPr/>
              </a:pPr>
              <a:endParaRPr lang="en-US" altLang="en-US"/>
            </a:p>
          </p:txBody>
        </p:sp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id="{3F332240-65D1-4BA8-817A-9942BD30BE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bg2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>
                <a:defRPr/>
              </a:pPr>
              <a:endParaRPr lang="en-US" altLang="en-US"/>
            </a:p>
          </p:txBody>
        </p:sp>
        <p:sp>
          <p:nvSpPr>
            <p:cNvPr id="9" name="Rectangle 11">
              <a:extLst>
                <a:ext uri="{FF2B5EF4-FFF2-40B4-BE49-F238E27FC236}">
                  <a16:creationId xmlns:a16="http://schemas.microsoft.com/office/drawing/2014/main" id="{30C3E353-BEA3-42D8-9B2D-8A14431D234E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algn="r" eaLnBrk="0" fontAlgn="base" hangingPunct="0">
                <a:spcBef>
                  <a:spcPct val="0"/>
                </a:spcBef>
                <a:spcAft>
                  <a:spcPct val="0"/>
                </a:spcAft>
                <a:defRPr sz="2400" b="1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pPr>
                <a:defRPr/>
              </a:pPr>
              <a:endParaRPr lang="en-US" altLang="en-US"/>
            </a:p>
          </p:txBody>
        </p:sp>
      </p:grpSp>
      <p:sp>
        <p:nvSpPr>
          <p:cNvPr id="14" name="Text Box 17">
            <a:extLst>
              <a:ext uri="{FF2B5EF4-FFF2-40B4-BE49-F238E27FC236}">
                <a16:creationId xmlns:a16="http://schemas.microsoft.com/office/drawing/2014/main" id="{93C1283D-305A-4C23-92D4-8A08F86128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0" y="6553200"/>
            <a:ext cx="22098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l" eaLnBrk="1" hangingPunct="1">
              <a:spcBef>
                <a:spcPct val="50000"/>
              </a:spcBef>
              <a:defRPr/>
            </a:pPr>
            <a:r>
              <a:rPr lang="en-US" altLang="en-US" sz="1400" b="0">
                <a:latin typeface="McGrawHill-Italic" pitchFamily="2" charset="0"/>
              </a:rPr>
              <a:t>McGraw-Hill</a:t>
            </a:r>
            <a:endParaRPr lang="en-US" altLang="en-US" b="0"/>
          </a:p>
        </p:txBody>
      </p:sp>
      <p:sp>
        <p:nvSpPr>
          <p:cNvPr id="15" name="Text Box 18">
            <a:extLst>
              <a:ext uri="{FF2B5EF4-FFF2-40B4-BE49-F238E27FC236}">
                <a16:creationId xmlns:a16="http://schemas.microsoft.com/office/drawing/2014/main" id="{2CD88D8C-A97E-454B-94B2-88E61B3E0E3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572000" y="6553200"/>
            <a:ext cx="4572000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Char char="©"/>
              <a:defRPr/>
            </a:pPr>
            <a:r>
              <a:rPr lang="en-US" altLang="en-US" sz="1400" b="0">
                <a:latin typeface="McGrawHill-Italic" pitchFamily="2" charset="0"/>
              </a:rPr>
              <a:t>The McGraw-Hill Companies, Inc., 2000</a:t>
            </a:r>
            <a:endParaRPr lang="en-US" altLang="en-US" b="0"/>
          </a:p>
        </p:txBody>
      </p:sp>
      <p:sp>
        <p:nvSpPr>
          <p:cNvPr id="210956" name="Rectangle 12"/>
          <p:cNvSpPr>
            <a:spLocks noGrp="1" noChangeArrowheads="1"/>
          </p:cNvSpPr>
          <p:nvPr>
            <p:ph type="ctrTitle"/>
          </p:nvPr>
        </p:nvSpPr>
        <p:spPr bwMode="auto">
          <a:xfrm>
            <a:off x="990600" y="1676400"/>
            <a:ext cx="7772400" cy="146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210957" name="Rectangle 13"/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371600" y="3886200"/>
            <a:ext cx="6400800" cy="175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B28C206F-04E4-443D-937C-495FE64A66E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990600" y="6248400"/>
            <a:ext cx="1905000" cy="4572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400" b="0">
                <a:solidFill>
                  <a:schemeClr val="bg2"/>
                </a:solidFill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049B6D11-1F53-4F52-8CC4-8A49B6459DF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 algn="ctr">
              <a:defRPr sz="1400" b="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Computer Science: A Structured Programming Approach Using C</a:t>
            </a:r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E7C08A51-3A02-4FF3-9919-9124554D32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6858000" y="6248400"/>
            <a:ext cx="1905000" cy="457200"/>
          </a:xfrm>
        </p:spPr>
        <p:txBody>
          <a:bodyPr/>
          <a:lstStyle>
            <a:lvl1pPr>
              <a:defRPr sz="1400" b="0">
                <a:solidFill>
                  <a:schemeClr val="bg2"/>
                </a:solidFill>
              </a:defRPr>
            </a:lvl1pPr>
          </a:lstStyle>
          <a:p>
            <a:fld id="{D7CFA794-BC00-45CF-A43C-04483B14AC1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52532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>
            <a:extLst>
              <a:ext uri="{FF2B5EF4-FFF2-40B4-BE49-F238E27FC236}">
                <a16:creationId xmlns:a16="http://schemas.microsoft.com/office/drawing/2014/main" id="{56A4777C-F4DD-4102-9E9B-ABB7869B26D0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Computer Science: A Structured Programming Approach Using C</a:t>
            </a: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2922D2C0-D6EF-4307-AD2E-82B5ABDFF9F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C1F837E-9D3C-4CA3-9E69-52C8B45FC383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869923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2">
            <a:extLst>
              <a:ext uri="{FF2B5EF4-FFF2-40B4-BE49-F238E27FC236}">
                <a16:creationId xmlns:a16="http://schemas.microsoft.com/office/drawing/2014/main" id="{295EEFC2-98F5-4E41-ACE6-6783C53470A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Computer Science: A Structured Programming Approach Using C</a:t>
            </a: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6AA8D78F-013D-457D-8DE9-1524AF383899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E9309C1-D211-4FA7-BDC0-84F85EC06AA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628319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2B6E8836-43D5-4889-8F3D-D6F54CD3FD3F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Computer Science: A Structured Programming Approach Using C</a:t>
            </a:r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0EDA591A-E584-4B65-9DA6-167A3FF78D38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69DD6EB-FBED-4216-87C5-804D39A1FD8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354820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2">
            <a:extLst>
              <a:ext uri="{FF2B5EF4-FFF2-40B4-BE49-F238E27FC236}">
                <a16:creationId xmlns:a16="http://schemas.microsoft.com/office/drawing/2014/main" id="{1B2682F3-8E7B-428A-BD8F-7CEF36CF2A9B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Computer Science: A Structured Programming Approach Using C</a:t>
            </a:r>
          </a:p>
        </p:txBody>
      </p:sp>
      <p:sp>
        <p:nvSpPr>
          <p:cNvPr id="8" name="Rectangle 13">
            <a:extLst>
              <a:ext uri="{FF2B5EF4-FFF2-40B4-BE49-F238E27FC236}">
                <a16:creationId xmlns:a16="http://schemas.microsoft.com/office/drawing/2014/main" id="{81404000-9711-4D92-B4F2-86D39BD40FB1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E919C78-0F94-42F5-B23B-C36AF8EB65C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167471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2">
            <a:extLst>
              <a:ext uri="{FF2B5EF4-FFF2-40B4-BE49-F238E27FC236}">
                <a16:creationId xmlns:a16="http://schemas.microsoft.com/office/drawing/2014/main" id="{EE6E7BD7-BB2F-47C2-B93D-34A7D6F892D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Computer Science: A Structured Programming Approach Using C</a:t>
            </a: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506F99B4-04BD-44A3-9463-095596B84FA7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2F4A60-FA92-4C62-93E2-3670F69165F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1497728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2">
            <a:extLst>
              <a:ext uri="{FF2B5EF4-FFF2-40B4-BE49-F238E27FC236}">
                <a16:creationId xmlns:a16="http://schemas.microsoft.com/office/drawing/2014/main" id="{15708462-5840-4380-835C-563E5FEAF1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Computer Science: A Structured Programming Approach Using C</a:t>
            </a:r>
          </a:p>
        </p:txBody>
      </p:sp>
      <p:sp>
        <p:nvSpPr>
          <p:cNvPr id="3" name="Rectangle 13">
            <a:extLst>
              <a:ext uri="{FF2B5EF4-FFF2-40B4-BE49-F238E27FC236}">
                <a16:creationId xmlns:a16="http://schemas.microsoft.com/office/drawing/2014/main" id="{B85E667A-6B5F-4990-A8AF-AEF8232F34A9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2C5D821-6C4B-4E94-A775-45EB21E39A5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6302092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BC709D8A-CBFD-4FA9-B87D-9CF9983CF29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Computer Science: A Structured Programming Approach Using C</a:t>
            </a:r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6A5A4F2B-9523-4B87-8C3C-839A6C686BB2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34AF981-FFD1-430E-9392-27FBD4A833E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695119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id="{0CFEAED8-2BFB-4E3F-92A1-AD7E2C72323B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Computer Science: A Structured Programming Approach Using C</a:t>
            </a:r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A3722A74-DD82-47BA-8ADE-0F7C46D07696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EDB859-B8B9-448B-BDE5-4F4AE2EA769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1404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>
            <a:extLst>
              <a:ext uri="{FF2B5EF4-FFF2-40B4-BE49-F238E27FC236}">
                <a16:creationId xmlns:a16="http://schemas.microsoft.com/office/drawing/2014/main" id="{289513BB-33FA-4CEB-A149-638E3BFEA7B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Computer Science: A Structured Programming Approach Using C</a:t>
            </a: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FE8347FD-1AE1-4C81-94BF-1CC314DD1911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713BA03-CEDD-4CE6-9599-FBA54C23895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170284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>
            <a:extLst>
              <a:ext uri="{FF2B5EF4-FFF2-40B4-BE49-F238E27FC236}">
                <a16:creationId xmlns:a16="http://schemas.microsoft.com/office/drawing/2014/main" id="{968C11A9-8203-40FC-B710-FA5B227D324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Computer Science: A Structured Programming Approach Using C</a:t>
            </a: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id="{A6AACC9A-4792-482D-9373-DEF9D916DA4E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FFE5270-36BB-480E-8A7A-B45C8693142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79011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FE960E-A823-46A1-B92C-C835BEC3D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515254"/>
            <a:ext cx="8245807" cy="6283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BB4212-C96E-427C-881B-D2A407656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269243"/>
            <a:ext cx="8245806" cy="49077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0C667-5E2D-43CB-81C1-2C89384C16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8657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0E833-EA5E-4A50-A759-535E45CBDD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658203" y="6356351"/>
            <a:ext cx="65816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Computer Science: A Structured Programming Approach Using C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06493-223E-484B-B535-A556B9BBAF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15350" y="6356351"/>
            <a:ext cx="3591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BEA51C-495D-44A2-B925-9AAC4BD9F0A2}" type="slidenum">
              <a:rPr lang="en-IN" smtClean="0"/>
              <a:pPr/>
              <a:t>‹#›</a:t>
            </a:fld>
            <a:endParaRPr lang="en-IN"/>
          </a:p>
        </p:txBody>
      </p:sp>
      <p:pic>
        <p:nvPicPr>
          <p:cNvPr id="8" name="Picture 7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18E97DF4-2C3E-4424-8C33-C417831B4623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286" y="40945"/>
            <a:ext cx="3545006" cy="628309"/>
          </a:xfrm>
          <a:prstGeom prst="rect">
            <a:avLst/>
          </a:prstGeom>
        </p:spPr>
      </p:pic>
      <p:pic>
        <p:nvPicPr>
          <p:cNvPr id="9" name="Picture 8" descr="A screenshot of a cell phone&#10;&#10;Description generated with high confidence">
            <a:extLst>
              <a:ext uri="{FF2B5EF4-FFF2-40B4-BE49-F238E27FC236}">
                <a16:creationId xmlns:a16="http://schemas.microsoft.com/office/drawing/2014/main" id="{18E97DF4-2C3E-4424-8C33-C417831B462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8286" y="40945"/>
            <a:ext cx="3545006" cy="628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796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932" name="Rectangle 12">
            <a:extLst>
              <a:ext uri="{FF2B5EF4-FFF2-40B4-BE49-F238E27FC236}">
                <a16:creationId xmlns:a16="http://schemas.microsoft.com/office/drawing/2014/main" id="{395A5F96-1B99-4B05-9F1A-63F70695A56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52400" y="6243638"/>
            <a:ext cx="5181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 eaLnBrk="1" hangingPunct="1">
              <a:defRPr sz="1000">
                <a:latin typeface="+mn-lt"/>
              </a:defRPr>
            </a:lvl1pPr>
          </a:lstStyle>
          <a:p>
            <a:pPr>
              <a:defRPr/>
            </a:pPr>
            <a:r>
              <a:rPr lang="en-US"/>
              <a:t>Computer Science: A Structured Programming Approach Using C</a:t>
            </a:r>
          </a:p>
        </p:txBody>
      </p:sp>
      <p:sp>
        <p:nvSpPr>
          <p:cNvPr id="209933" name="Rectangle 13">
            <a:extLst>
              <a:ext uri="{FF2B5EF4-FFF2-40B4-BE49-F238E27FC236}">
                <a16:creationId xmlns:a16="http://schemas.microsoft.com/office/drawing/2014/main" id="{E8B38829-1FE7-4406-9988-D6FD548EE7B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42150" y="6243638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000">
                <a:latin typeface="Tahoma" panose="020B0604030504040204" pitchFamily="34" charset="0"/>
              </a:defRPr>
            </a:lvl1pPr>
          </a:lstStyle>
          <a:p>
            <a:fld id="{1400A7AE-CB15-483E-9FBE-75FF0306748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8" name="Text Box 15">
            <a:extLst>
              <a:ext uri="{FF2B5EF4-FFF2-40B4-BE49-F238E27FC236}">
                <a16:creationId xmlns:a16="http://schemas.microsoft.com/office/drawing/2014/main" id="{3D5600E5-F043-44C8-864E-4E03F6D1572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572000" y="6553200"/>
            <a:ext cx="457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eaLnBrk="1" hangingPunct="1">
              <a:spcBef>
                <a:spcPct val="50000"/>
              </a:spcBef>
              <a:buFontTx/>
              <a:buChar char="©"/>
              <a:defRPr/>
            </a:pPr>
            <a:endParaRPr lang="en-US" altLang="en-US" b="0"/>
          </a:p>
        </p:txBody>
      </p:sp>
    </p:spTree>
    <p:extLst>
      <p:ext uri="{BB962C8B-B14F-4D97-AF65-F5344CB8AC3E}">
        <p14:creationId xmlns:p14="http://schemas.microsoft.com/office/powerpoint/2010/main" val="3178891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ahoma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D89F0-1227-C5DA-12C5-F58D701D3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EA51C-495D-44A2-B925-9AAC4BD9F0A2}" type="slidenum">
              <a:rPr lang="en-IN" smtClean="0"/>
              <a:t>1</a:t>
            </a:fld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5F82CF-5EDE-70F1-C2CB-0643890B4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9144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9654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40" name="Title 2"/>
          <p:cNvSpPr>
            <a:spLocks noGrp="1"/>
          </p:cNvSpPr>
          <p:nvPr>
            <p:ph type="title"/>
          </p:nvPr>
        </p:nvSpPr>
        <p:spPr>
          <a:xfrm>
            <a:off x="628650" y="515254"/>
            <a:ext cx="8245807" cy="628310"/>
          </a:xfrm>
        </p:spPr>
        <p:txBody>
          <a:bodyPr anchor="ctr">
            <a:normAutofit/>
          </a:bodyPr>
          <a:lstStyle/>
          <a:p>
            <a:r>
              <a:rPr lang="en-US" altLang="en-US" dirty="0"/>
              <a:t> Keywords</a:t>
            </a:r>
          </a:p>
        </p:txBody>
      </p:sp>
      <p:sp>
        <p:nvSpPr>
          <p:cNvPr id="39939" name="Slide Number Placeholder 4"/>
          <p:cNvSpPr>
            <a:spLocks noGrp="1"/>
          </p:cNvSpPr>
          <p:nvPr>
            <p:ph type="sldNum" sz="quarter" idx="12"/>
          </p:nvPr>
        </p:nvSpPr>
        <p:spPr bwMode="auto">
          <a:xfrm>
            <a:off x="8515350" y="6356351"/>
            <a:ext cx="359106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norm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7213" indent="-21431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57250" indent="-1714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200150" indent="-1714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543050" indent="-1714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600"/>
              </a:spcAft>
            </a:pPr>
            <a:fld id="{1C9B34C3-6381-4778-9539-D790606488D5}" type="slidenum">
              <a:rPr lang="en-US" altLang="en-US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 altLang="en-US">
              <a:solidFill>
                <a:schemeClr val="tx1">
                  <a:tint val="75000"/>
                </a:schemeClr>
              </a:solidFill>
            </a:endParaRPr>
          </a:p>
        </p:txBody>
      </p:sp>
      <p:graphicFrame>
        <p:nvGraphicFramePr>
          <p:cNvPr id="39942" name="Content Placeholder 1">
            <a:extLst>
              <a:ext uri="{FF2B5EF4-FFF2-40B4-BE49-F238E27FC236}">
                <a16:creationId xmlns:a16="http://schemas.microsoft.com/office/drawing/2014/main" id="{5529DE0D-90DD-49A8-AA23-94A4606358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07542984"/>
              </p:ext>
            </p:extLst>
          </p:nvPr>
        </p:nvGraphicFramePr>
        <p:xfrm>
          <a:off x="628650" y="1269243"/>
          <a:ext cx="8245806" cy="49077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961455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4" name="Title 2"/>
          <p:cNvSpPr>
            <a:spLocks noGrp="1"/>
          </p:cNvSpPr>
          <p:nvPr>
            <p:ph type="title"/>
          </p:nvPr>
        </p:nvSpPr>
        <p:spPr>
          <a:xfrm>
            <a:off x="629840" y="457200"/>
            <a:ext cx="6186595" cy="16002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en-US" dirty="0"/>
              <a:t>Compiler specific keywords </a:t>
            </a:r>
          </a:p>
        </p:txBody>
      </p:sp>
      <p:pic>
        <p:nvPicPr>
          <p:cNvPr id="1026" name="Picture 2" descr="Image result for list of keywords in c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87391" y="2168582"/>
            <a:ext cx="4629150" cy="2511313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0965" name="Rectangle 4"/>
          <p:cNvSpPr>
            <a:spLocks noChangeArrowheads="1"/>
          </p:cNvSpPr>
          <p:nvPr/>
        </p:nvSpPr>
        <p:spPr bwMode="auto">
          <a:xfrm>
            <a:off x="629841" y="2057400"/>
            <a:ext cx="2949178" cy="67392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00">
              <a:lnSpc>
                <a:spcPct val="90000"/>
              </a:lnSpc>
              <a:spcBef>
                <a:spcPts val="750"/>
              </a:spcBef>
            </a:pPr>
            <a:r>
              <a:rPr lang="en-US" altLang="en-US" kern="1200" dirty="0">
                <a:latin typeface="+mn-lt"/>
                <a:ea typeface="+mn-ea"/>
                <a:cs typeface="+mn-cs"/>
              </a:rPr>
              <a:t>Some commonly used keywords are given below:</a:t>
            </a:r>
          </a:p>
        </p:txBody>
      </p:sp>
      <p:sp>
        <p:nvSpPr>
          <p:cNvPr id="40963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8515350" y="6356351"/>
            <a:ext cx="359106" cy="365125"/>
          </a:xfr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7213" indent="-214313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857250" indent="-1714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200150" indent="-1714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543050" indent="-1714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Aft>
                <a:spcPts val="600"/>
              </a:spcAft>
            </a:pPr>
            <a:fld id="{67FBB61B-9A2B-4728-8BEF-A98133FF1B42}" type="slidenum">
              <a:rPr lang="en-IN" altLang="en-US" smtClean="0">
                <a:solidFill>
                  <a:schemeClr val="tx1">
                    <a:tint val="75000"/>
                  </a:schemeClr>
                </a:solidFill>
                <a:latin typeface="+mn-lt"/>
              </a:rPr>
              <a:pPr>
                <a:spcAft>
                  <a:spcPts val="600"/>
                </a:spcAft>
              </a:pPr>
              <a:t>3</a:t>
            </a:fld>
            <a:endParaRPr lang="en-IN" altLang="en-US">
              <a:solidFill>
                <a:schemeClr val="tx1">
                  <a:tint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39667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2">
            <a:extLst>
              <a:ext uri="{FF2B5EF4-FFF2-40B4-BE49-F238E27FC236}">
                <a16:creationId xmlns:a16="http://schemas.microsoft.com/office/drawing/2014/main" id="{C5DE5AD7-11E1-44EF-BF20-990D2B9A081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25B50027-1856-4A54-8A8E-8DBE78DF3E5D}" type="slidenum">
              <a:rPr kumimoji="0" lang="en-US" altLang="en-US" sz="10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en-US" sz="1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sp>
        <p:nvSpPr>
          <p:cNvPr id="34820" name="Rectangle 2">
            <a:extLst>
              <a:ext uri="{FF2B5EF4-FFF2-40B4-BE49-F238E27FC236}">
                <a16:creationId xmlns:a16="http://schemas.microsoft.com/office/drawing/2014/main" id="{166F3B8A-F719-4702-9687-2752355C54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371600"/>
          </a:xfrm>
          <a:prstGeom prst="rect">
            <a:avLst/>
          </a:prstGeom>
          <a:solidFill>
            <a:srgbClr val="0070C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highlight>
                <a:srgbClr val="0000FF"/>
              </a:highlight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34821" name="Text Box 3">
            <a:extLst>
              <a:ext uri="{FF2B5EF4-FFF2-40B4-BE49-F238E27FC236}">
                <a16:creationId xmlns:a16="http://schemas.microsoft.com/office/drawing/2014/main" id="{C17DBB2D-8E39-4617-BFF7-DB051EB7AF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304800"/>
            <a:ext cx="2691763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Constants</a:t>
            </a:r>
          </a:p>
        </p:txBody>
      </p:sp>
      <p:sp>
        <p:nvSpPr>
          <p:cNvPr id="34822" name="Text Box 4">
            <a:extLst>
              <a:ext uri="{FF2B5EF4-FFF2-40B4-BE49-F238E27FC236}">
                <a16:creationId xmlns:a16="http://schemas.microsoft.com/office/drawing/2014/main" id="{FB930773-9493-4A68-8861-6BDE000327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229600" y="6400800"/>
            <a:ext cx="184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+mn-cs"/>
            </a:endParaRPr>
          </a:p>
        </p:txBody>
      </p:sp>
      <p:sp>
        <p:nvSpPr>
          <p:cNvPr id="505861" name="Rectangle 5">
            <a:extLst>
              <a:ext uri="{FF2B5EF4-FFF2-40B4-BE49-F238E27FC236}">
                <a16:creationId xmlns:a16="http://schemas.microsoft.com/office/drawing/2014/main" id="{49AA8932-733F-4D41-8D0C-C2FB73311E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2230428"/>
            <a:ext cx="8458200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ctr">
            <a:spAutoFit/>
          </a:bodyPr>
          <a:lstStyle/>
          <a:p>
            <a:pPr marL="0" marR="0" lvl="0" indent="0" algn="just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+mn-ea"/>
                <a:cs typeface="+mn-cs"/>
              </a:rPr>
              <a:t>Constants are data values that cannot be changed during the execution of a program.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100B463B-ABFE-4D23-B06B-F1E95DC5DB0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F14C209-F4EC-4879-B146-E59129ADD131}" type="slidenum">
              <a:rPr kumimoji="0" lang="en-US" altLang="en-US" sz="10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 panose="020B0604030504040204" pitchFamily="34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en-US" sz="1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 panose="020B0604030504040204" pitchFamily="34" charset="0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C60D2F-5AC4-143C-1602-245889293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81000"/>
            <a:ext cx="9144000" cy="609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E9A72062-B1C7-CB33-722E-4B6678911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IN" dirty="0"/>
              <a:t>Enumeration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AAEF55-E116-F5FA-4013-020F0109D95F}"/>
              </a:ext>
            </a:extLst>
          </p:cNvPr>
          <p:cNvSpPr txBox="1"/>
          <p:nvPr/>
        </p:nvSpPr>
        <p:spPr>
          <a:xfrm>
            <a:off x="342900" y="1535112"/>
            <a:ext cx="4154488" cy="992187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marL="285750" indent="-28575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Arial" panose="020B0604020202020204" pitchFamily="34" charset="0"/>
              <a:buChar char="•"/>
            </a:pPr>
            <a:r>
              <a:rPr lang="en-US" b="1" dirty="0" err="1">
                <a:latin typeface="+mn-lt"/>
                <a:ea typeface="+mn-ea"/>
                <a:cs typeface="+mn-cs"/>
              </a:rPr>
              <a:t>enum</a:t>
            </a:r>
            <a:r>
              <a:rPr lang="en-US" b="1" dirty="0">
                <a:latin typeface="+mn-lt"/>
                <a:ea typeface="+mn-ea"/>
                <a:cs typeface="+mn-cs"/>
              </a:rPr>
              <a:t> is used to create symbolic names for a set of integer constants.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8C9761-0E04-B839-6477-2ABA94909147}"/>
              </a:ext>
            </a:extLst>
          </p:cNvPr>
          <p:cNvSpPr txBox="1"/>
          <p:nvPr/>
        </p:nvSpPr>
        <p:spPr>
          <a:xfrm>
            <a:off x="4746625" y="565944"/>
            <a:ext cx="4041775" cy="639762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</a:pPr>
            <a:r>
              <a:rPr lang="en-US" sz="1900" b="1" dirty="0">
                <a:latin typeface="+mn-lt"/>
                <a:ea typeface="+mn-ea"/>
                <a:cs typeface="+mn-cs"/>
              </a:rPr>
              <a:t>Enumeration (</a:t>
            </a:r>
            <a:r>
              <a:rPr lang="en-US" sz="1900" b="1" dirty="0" err="1">
                <a:latin typeface="+mn-lt"/>
                <a:ea typeface="+mn-ea"/>
                <a:cs typeface="+mn-cs"/>
              </a:rPr>
              <a:t>enum</a:t>
            </a:r>
            <a:r>
              <a:rPr lang="en-US" sz="1900" b="1" dirty="0">
                <a:latin typeface="+mn-lt"/>
                <a:ea typeface="+mn-ea"/>
                <a:cs typeface="+mn-cs"/>
              </a:rPr>
              <a:t>) in C Programming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AD9F92-90A6-A784-A47D-4AC2B6436545}"/>
              </a:ext>
            </a:extLst>
          </p:cNvPr>
          <p:cNvSpPr txBox="1"/>
          <p:nvPr/>
        </p:nvSpPr>
        <p:spPr>
          <a:xfrm>
            <a:off x="4746624" y="1394837"/>
            <a:ext cx="4041775" cy="3951288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700" dirty="0"/>
              <a:t>#include &lt;</a:t>
            </a:r>
            <a:r>
              <a:rPr lang="en-US" sz="1700" dirty="0" err="1"/>
              <a:t>stdio.h</a:t>
            </a:r>
            <a:r>
              <a:rPr lang="en-US" sz="1700" dirty="0"/>
              <a:t>&gt;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endParaRPr lang="en-US" sz="1700" dirty="0"/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700" dirty="0" err="1"/>
              <a:t>enum</a:t>
            </a:r>
            <a:r>
              <a:rPr lang="en-US" sz="1700" dirty="0"/>
              <a:t> Day {    SUN,    MON,    TUE,    WED,    THU,    FRI,    SAT};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endParaRPr lang="en-US" sz="1700" dirty="0"/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700" dirty="0"/>
              <a:t>int main()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700" dirty="0"/>
              <a:t>{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700" dirty="0"/>
              <a:t>    </a:t>
            </a:r>
            <a:r>
              <a:rPr lang="en-US" sz="1700" dirty="0" err="1"/>
              <a:t>enum</a:t>
            </a:r>
            <a:r>
              <a:rPr lang="en-US" sz="1700" dirty="0"/>
              <a:t> Day today = WED;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endParaRPr lang="en-US" sz="1700" dirty="0"/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700" dirty="0"/>
              <a:t>    </a:t>
            </a:r>
            <a:r>
              <a:rPr lang="en-US" sz="1700" dirty="0" err="1"/>
              <a:t>printf</a:t>
            </a:r>
            <a:r>
              <a:rPr lang="en-US" sz="1700" dirty="0"/>
              <a:t>("%d", today);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endParaRPr lang="en-US" sz="1700" dirty="0"/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700" dirty="0"/>
              <a:t>    return 0;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700" dirty="0"/>
              <a:t>}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3C6475-ECCA-FB47-77C6-DB1D5F1A25A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42150" y="6243638"/>
            <a:ext cx="1905000" cy="4572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pPr>
              <a:spcAft>
                <a:spcPts val="600"/>
              </a:spcAft>
            </a:pPr>
            <a:fld id="{C2C5D821-6C4B-4E94-A775-45EB21E39A57}" type="slidenum">
              <a:rPr lang="en-US" altLang="en-US" kern="1200">
                <a:latin typeface="Tahoma" panose="020B0604030504040204" pitchFamily="34" charset="0"/>
                <a:ea typeface="+mn-ea"/>
                <a:cs typeface="+mn-cs"/>
              </a:rPr>
              <a:pPr>
                <a:spcAft>
                  <a:spcPts val="600"/>
                </a:spcAft>
              </a:pPr>
              <a:t>6</a:t>
            </a:fld>
            <a:endParaRPr lang="en-US" altLang="en-US" kern="1200">
              <a:latin typeface="Tahoma" panose="020B0604030504040204" pitchFamily="34" charset="0"/>
              <a:ea typeface="+mn-ea"/>
              <a:cs typeface="+mn-cs"/>
            </a:endParaRPr>
          </a:p>
        </p:txBody>
      </p:sp>
      <p:graphicFrame>
        <p:nvGraphicFramePr>
          <p:cNvPr id="14" name="TextBox 7">
            <a:extLst>
              <a:ext uri="{FF2B5EF4-FFF2-40B4-BE49-F238E27FC236}">
                <a16:creationId xmlns:a16="http://schemas.microsoft.com/office/drawing/2014/main" id="{68A6ED13-7393-598A-B8DD-6AD679209E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51832931"/>
              </p:ext>
            </p:extLst>
          </p:nvPr>
        </p:nvGraphicFramePr>
        <p:xfrm>
          <a:off x="457200" y="2781299"/>
          <a:ext cx="3556000" cy="33448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53A0741F-03CB-81A0-BC61-A3BE07390AD5}"/>
              </a:ext>
            </a:extLst>
          </p:cNvPr>
          <p:cNvSpPr txBox="1"/>
          <p:nvPr/>
        </p:nvSpPr>
        <p:spPr>
          <a:xfrm>
            <a:off x="4375150" y="5212090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The first enumerator starts from </a:t>
            </a:r>
            <a:r>
              <a:rPr lang="en-IN" b="1" dirty="0"/>
              <a:t>0</a:t>
            </a:r>
            <a:r>
              <a:rPr lang="en-IN" dirty="0"/>
              <a:t>, and the remaining values increase by </a:t>
            </a:r>
            <a:r>
              <a:rPr lang="en-IN" b="1" dirty="0"/>
              <a:t>1</a:t>
            </a:r>
            <a:r>
              <a:rPr lang="en-IN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8338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6D98AD4-3468-DF4E-9BF1-85BC16FD0F37}"/>
              </a:ext>
            </a:extLst>
          </p:cNvPr>
          <p:cNvSpPr txBox="1"/>
          <p:nvPr/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300" dirty="0"/>
              <a:t>#include &lt;</a:t>
            </a:r>
            <a:r>
              <a:rPr lang="en-US" sz="1300" dirty="0" err="1"/>
              <a:t>stdio.h</a:t>
            </a:r>
            <a:r>
              <a:rPr lang="en-US" sz="1300" dirty="0"/>
              <a:t>&gt;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endParaRPr lang="en-US" sz="1300" dirty="0"/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300" dirty="0" err="1"/>
              <a:t>enum</a:t>
            </a:r>
            <a:r>
              <a:rPr lang="en-US" sz="1300" dirty="0"/>
              <a:t> Traffic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300" dirty="0"/>
              <a:t>{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300" dirty="0"/>
              <a:t>    RED,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300" dirty="0"/>
              <a:t>    YELLOW,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300" dirty="0"/>
              <a:t>    GREEN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300" dirty="0"/>
              <a:t>};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endParaRPr lang="en-US" sz="1300" dirty="0"/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300" dirty="0"/>
              <a:t>int main()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300" dirty="0"/>
              <a:t>{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300" dirty="0"/>
              <a:t>    </a:t>
            </a:r>
            <a:r>
              <a:rPr lang="en-US" sz="1300" dirty="0" err="1"/>
              <a:t>enum</a:t>
            </a:r>
            <a:r>
              <a:rPr lang="en-US" sz="1300" dirty="0"/>
              <a:t> Traffic signal = GREEN;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endParaRPr lang="en-US" sz="1300" dirty="0"/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300" dirty="0"/>
              <a:t>    if(signal == GREEN)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300" dirty="0"/>
              <a:t>        </a:t>
            </a:r>
            <a:r>
              <a:rPr lang="en-US" sz="1300" dirty="0" err="1"/>
              <a:t>printf</a:t>
            </a:r>
            <a:r>
              <a:rPr lang="en-US" sz="1300" dirty="0"/>
              <a:t>("Go");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300" dirty="0"/>
              <a:t>    else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300" dirty="0"/>
              <a:t>        </a:t>
            </a:r>
            <a:r>
              <a:rPr lang="en-US" sz="1300" dirty="0" err="1"/>
              <a:t>printf</a:t>
            </a:r>
            <a:r>
              <a:rPr lang="en-US" sz="1300" dirty="0"/>
              <a:t>("Stop");</a:t>
            </a:r>
          </a:p>
          <a:p>
            <a:pPr marL="342900" indent="-342900" eaLnBrk="0" fontAlgn="base" hangingPunct="0">
              <a:lnSpc>
                <a:spcPct val="90000"/>
              </a:lnSpc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1300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CC361A-8D53-6B7B-FB60-F31212CE90F5}"/>
              </a:ext>
            </a:extLst>
          </p:cNvPr>
          <p:cNvSpPr txBox="1"/>
          <p:nvPr/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342900" indent="-3429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2800" dirty="0" err="1"/>
              <a:t>enum</a:t>
            </a:r>
            <a:r>
              <a:rPr lang="en-US" sz="2800" dirty="0"/>
              <a:t> Number</a:t>
            </a:r>
          </a:p>
          <a:p>
            <a:pPr marL="342900" indent="-3429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2800" dirty="0"/>
              <a:t>{</a:t>
            </a:r>
          </a:p>
          <a:p>
            <a:pPr marL="342900" indent="-3429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2800" dirty="0"/>
              <a:t>    A = 5,</a:t>
            </a:r>
          </a:p>
          <a:p>
            <a:pPr marL="342900" indent="-3429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2800" dirty="0"/>
              <a:t>    B,</a:t>
            </a:r>
          </a:p>
          <a:p>
            <a:pPr marL="342900" indent="-3429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2800" dirty="0"/>
              <a:t>    C = 10,</a:t>
            </a:r>
          </a:p>
          <a:p>
            <a:pPr marL="342900" indent="-3429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2800" dirty="0"/>
              <a:t>    D,</a:t>
            </a:r>
          </a:p>
          <a:p>
            <a:pPr marL="342900" indent="-3429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2800" dirty="0"/>
              <a:t>    E</a:t>
            </a:r>
          </a:p>
          <a:p>
            <a:pPr marL="342900" indent="-3429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</a:pPr>
            <a:r>
              <a:rPr lang="en-US" sz="2800" dirty="0"/>
              <a:t>};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D56484-D646-A70B-4A41-00268CBF1D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42150" y="6243638"/>
            <a:ext cx="1905000" cy="457200"/>
          </a:xfr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  <a:normAutofit/>
          </a:bodyPr>
          <a:lstStyle/>
          <a:p>
            <a:pPr>
              <a:spcAft>
                <a:spcPts val="600"/>
              </a:spcAft>
            </a:pPr>
            <a:fld id="{5E919C78-0F94-42F5-B23B-C36AF8EB65C5}" type="slidenum">
              <a:rPr lang="en-US" altLang="en-US" kern="1200">
                <a:latin typeface="Tahoma" panose="020B0604030504040204" pitchFamily="34" charset="0"/>
                <a:ea typeface="+mn-ea"/>
                <a:cs typeface="+mn-cs"/>
              </a:rPr>
              <a:pPr>
                <a:spcAft>
                  <a:spcPts val="600"/>
                </a:spcAft>
              </a:pPr>
              <a:t>7</a:t>
            </a:fld>
            <a:endParaRPr lang="en-US" altLang="en-US" kern="1200">
              <a:latin typeface="Tahoma" panose="020B0604030504040204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525235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846B4C-EE47-51B7-B5C9-77F84DBC3F4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2C5D821-6C4B-4E94-A775-45EB21E39A57}" type="slidenum">
              <a:rPr lang="en-US" altLang="en-US" smtClean="0"/>
              <a:pPr/>
              <a:t>8</a:t>
            </a:fld>
            <a:endParaRPr lang="en-US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D669EB-5653-2725-CC4E-329C35E2C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9144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895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16AFBC-6B78-45D7-F34B-8EC9D77D1C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2C5D821-6C4B-4E94-A775-45EB21E39A57}" type="slidenum">
              <a:rPr lang="en-US" altLang="en-US" smtClean="0"/>
              <a:pPr/>
              <a:t>9</a:t>
            </a:fld>
            <a:endParaRPr lang="en-US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49734B-70BA-0EB2-AE36-CAE0F3948B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6494" b="53263"/>
          <a:stretch>
            <a:fillRect/>
          </a:stretch>
        </p:blipFill>
        <p:spPr>
          <a:xfrm>
            <a:off x="760020" y="157162"/>
            <a:ext cx="6780811" cy="6305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30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30F1C-BF11-EF1F-56A1-09C4E47F7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694CB99-B261-A341-ED7E-18D8D1DE2DE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2C5D821-6C4B-4E94-A775-45EB21E39A57}" type="slidenum">
              <a:rPr lang="en-US" altLang="en-US" smtClean="0"/>
              <a:pPr/>
              <a:t>10</a:t>
            </a:fld>
            <a:endParaRPr lang="en-US" alt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9FB264-00A4-A010-B191-38C5B97676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815" r="66494"/>
          <a:stretch>
            <a:fillRect/>
          </a:stretch>
        </p:blipFill>
        <p:spPr>
          <a:xfrm>
            <a:off x="938233" y="157162"/>
            <a:ext cx="6270089" cy="6635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905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3A857-BCDA-952F-4EBB-9EF18DD26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8BA0185-640C-F707-685D-FA825F7D1A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2C5D821-6C4B-4E94-A775-45EB21E39A57}" type="slidenum">
              <a:rPr lang="en-US" altLang="en-US" smtClean="0"/>
              <a:pPr/>
              <a:t>11</a:t>
            </a:fld>
            <a:endParaRPr lang="en-US" alt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B1D9AB-A440-D1FD-6455-6E6BB12F6B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26"/>
          <a:stretch>
            <a:fillRect/>
          </a:stretch>
        </p:blipFill>
        <p:spPr>
          <a:xfrm>
            <a:off x="1484415" y="-30117"/>
            <a:ext cx="6846356" cy="6918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056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D2D086F-CB9E-4C8D-5A05-A8810A4777D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2C5D821-6C4B-4E94-A775-45EB21E39A57}" type="slidenum">
              <a:rPr lang="en-US" altLang="en-US" smtClean="0"/>
              <a:pPr/>
              <a:t>12</a:t>
            </a:fld>
            <a:endParaRPr lang="en-US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239247-559D-3955-7AE3-F2607580855E}"/>
              </a:ext>
            </a:extLst>
          </p:cNvPr>
          <p:cNvSpPr txBox="1"/>
          <p:nvPr/>
        </p:nvSpPr>
        <p:spPr>
          <a:xfrm>
            <a:off x="605642" y="658759"/>
            <a:ext cx="793271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/>
              <a:t>Definition of a Variable:</a:t>
            </a:r>
          </a:p>
          <a:p>
            <a:pPr algn="just"/>
            <a:r>
              <a:rPr lang="en-IN" sz="3200" dirty="0"/>
              <a:t>A variable in C is a </a:t>
            </a:r>
            <a:r>
              <a:rPr lang="en-IN" sz="3200" b="1" dirty="0"/>
              <a:t>named memory location</a:t>
            </a:r>
            <a:r>
              <a:rPr lang="en-IN" sz="3200" dirty="0"/>
              <a:t> used to store data that can be modified during the execution of a program. </a:t>
            </a:r>
          </a:p>
          <a:p>
            <a:pPr algn="just"/>
            <a:endParaRPr lang="en-IN" sz="3200" dirty="0"/>
          </a:p>
          <a:p>
            <a:pPr algn="just"/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24820843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B61D52-2202-A1D1-AB38-CFD5BA38577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2C5D821-6C4B-4E94-A775-45EB21E39A57}" type="slidenum">
              <a:rPr lang="en-US" altLang="en-US" smtClean="0"/>
              <a:pPr/>
              <a:t>13</a:t>
            </a:fld>
            <a:endParaRPr lang="en-US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7EFE9C-9794-B371-6A5F-694086ADF252}"/>
              </a:ext>
            </a:extLst>
          </p:cNvPr>
          <p:cNvSpPr txBox="1"/>
          <p:nvPr/>
        </p:nvSpPr>
        <p:spPr>
          <a:xfrm>
            <a:off x="534388" y="639013"/>
            <a:ext cx="841276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IN" sz="3200" b="1" dirty="0"/>
              <a:t>Key Concepts of Variables</a:t>
            </a:r>
          </a:p>
          <a:p>
            <a:pPr algn="just"/>
            <a:r>
              <a:rPr lang="en-IN" sz="3200" b="1" dirty="0"/>
              <a:t>1. Declaration of Variables</a:t>
            </a:r>
          </a:p>
          <a:p>
            <a:pPr algn="just"/>
            <a:r>
              <a:rPr lang="en-IN" sz="3200" dirty="0"/>
              <a:t>Before using a variable in C, you must declare it by specifying:</a:t>
            </a:r>
          </a:p>
          <a:p>
            <a:pPr algn="just"/>
            <a:endParaRPr lang="en-IN" sz="3200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3200" b="1" dirty="0"/>
              <a:t>Data Type</a:t>
            </a:r>
            <a:r>
              <a:rPr lang="en-IN" sz="3200" dirty="0"/>
              <a:t>: The type of data the variable will store.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IN" sz="3200" b="1" dirty="0"/>
              <a:t>Variable Name</a:t>
            </a:r>
            <a:r>
              <a:rPr lang="en-IN" sz="3200" dirty="0"/>
              <a:t>: A name to reference the variable.</a:t>
            </a:r>
          </a:p>
        </p:txBody>
      </p:sp>
    </p:spTree>
    <p:extLst>
      <p:ext uri="{BB962C8B-B14F-4D97-AF65-F5344CB8AC3E}">
        <p14:creationId xmlns:p14="http://schemas.microsoft.com/office/powerpoint/2010/main" val="490123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91C33F-3BC4-6B50-5BE6-F5725238E1F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2C5D821-6C4B-4E94-A775-45EB21E39A57}" type="slidenum">
              <a:rPr lang="en-US" altLang="en-US" smtClean="0"/>
              <a:pPr/>
              <a:t>14</a:t>
            </a:fld>
            <a:endParaRPr lang="en-US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E8FAF-F98C-4CE5-4345-941914DC529C}"/>
              </a:ext>
            </a:extLst>
          </p:cNvPr>
          <p:cNvSpPr txBox="1"/>
          <p:nvPr/>
        </p:nvSpPr>
        <p:spPr>
          <a:xfrm>
            <a:off x="486889" y="1117892"/>
            <a:ext cx="7861464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/>
              <a:t>int age;        // Declares an integer variable</a:t>
            </a:r>
          </a:p>
          <a:p>
            <a:r>
              <a:rPr lang="en-IN" sz="2800" dirty="0"/>
              <a:t>float salary;   // Declares a floating-point variable</a:t>
            </a:r>
          </a:p>
          <a:p>
            <a:r>
              <a:rPr lang="en-IN" sz="2800" dirty="0"/>
              <a:t>char grade;     // Declares a character variable</a:t>
            </a:r>
          </a:p>
        </p:txBody>
      </p:sp>
    </p:spTree>
    <p:extLst>
      <p:ext uri="{BB962C8B-B14F-4D97-AF65-F5344CB8AC3E}">
        <p14:creationId xmlns:p14="http://schemas.microsoft.com/office/powerpoint/2010/main" val="31914809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7" name="Rectangle 2"/>
          <p:cNvSpPr>
            <a:spLocks noGrp="1" noChangeArrowheads="1"/>
          </p:cNvSpPr>
          <p:nvPr>
            <p:ph type="title"/>
          </p:nvPr>
        </p:nvSpPr>
        <p:spPr>
          <a:xfrm>
            <a:off x="2071116" y="1094495"/>
            <a:ext cx="5943600" cy="628650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altLang="en-US" sz="2800" dirty="0"/>
              <a:t>Primary (built-in or Basic)Data types</a:t>
            </a:r>
          </a:p>
        </p:txBody>
      </p:sp>
      <p:sp>
        <p:nvSpPr>
          <p:cNvPr id="5734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515350" y="6356351"/>
            <a:ext cx="359106" cy="36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4BEA51C-495D-44A2-B925-9AAC4BD9F0A2}" type="slidenum">
              <a:rPr lang="en-IN" smtClean="0"/>
              <a:pPr/>
              <a:t>15</a:t>
            </a:fld>
            <a:endParaRPr lang="en-US" altLang="en-US" dirty="0"/>
          </a:p>
        </p:txBody>
      </p:sp>
      <p:sp>
        <p:nvSpPr>
          <p:cNvPr id="57348" name="Text Box 8"/>
          <p:cNvSpPr txBox="1">
            <a:spLocks noChangeArrowheads="1"/>
          </p:cNvSpPr>
          <p:nvPr/>
        </p:nvSpPr>
        <p:spPr bwMode="auto">
          <a:xfrm>
            <a:off x="5779786" y="1428750"/>
            <a:ext cx="392415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50000"/>
              </a:spcBef>
            </a:pPr>
            <a:endParaRPr lang="en-US" altLang="en-US" sz="1350"/>
          </a:p>
        </p:txBody>
      </p:sp>
      <p:grpSp>
        <p:nvGrpSpPr>
          <p:cNvPr id="57349" name="Group 1"/>
          <p:cNvGrpSpPr>
            <a:grpSpLocks/>
          </p:cNvGrpSpPr>
          <p:nvPr/>
        </p:nvGrpSpPr>
        <p:grpSpPr bwMode="auto">
          <a:xfrm>
            <a:off x="947842" y="2155241"/>
            <a:ext cx="7649485" cy="3655323"/>
            <a:chOff x="457199" y="2159157"/>
            <a:chExt cx="7924801" cy="3586322"/>
          </a:xfrm>
        </p:grpSpPr>
        <p:sp>
          <p:nvSpPr>
            <p:cNvPr id="6154" name="Rectangle 5"/>
            <p:cNvSpPr>
              <a:spLocks noChangeArrowheads="1"/>
            </p:cNvSpPr>
            <p:nvPr/>
          </p:nvSpPr>
          <p:spPr bwMode="auto">
            <a:xfrm>
              <a:off x="457199" y="2590800"/>
              <a:ext cx="4176257" cy="1219200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algn="ctr">
                <a:defRPr/>
              </a:pPr>
              <a:r>
                <a:rPr lang="en-US" b="1" u="sng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SIGNED TYPE </a:t>
              </a:r>
              <a:r>
                <a:rPr lang="en-US" sz="1400" b="1" dirty="0">
                  <a:solidFill>
                    <a:schemeClr val="bg1"/>
                  </a:solidFill>
                </a:rPr>
                <a:t>	  </a:t>
              </a:r>
              <a:r>
                <a:rPr lang="en-US" b="1" u="sng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UNSIGNED TYPE</a:t>
              </a:r>
            </a:p>
            <a:p>
              <a:pPr algn="ctr">
                <a:defRPr/>
              </a:pPr>
              <a:r>
                <a:rPr lang="en-US" sz="1400" b="1" dirty="0">
                  <a:solidFill>
                    <a:schemeClr val="bg1"/>
                  </a:solidFill>
                </a:rPr>
                <a:t>   INT	   	UNSIGNED INT</a:t>
              </a:r>
            </a:p>
            <a:p>
              <a:pPr algn="ctr">
                <a:defRPr/>
              </a:pPr>
              <a:r>
                <a:rPr lang="en-US" sz="1400" b="1" dirty="0">
                  <a:solidFill>
                    <a:schemeClr val="bg1"/>
                  </a:solidFill>
                </a:rPr>
                <a:t>     SHORT INT              	  UNSIGNED  SHORT INT</a:t>
              </a:r>
            </a:p>
            <a:p>
              <a:pPr algn="ctr">
                <a:defRPr/>
              </a:pPr>
              <a:r>
                <a:rPr lang="en-US" sz="1400" b="1" dirty="0">
                  <a:solidFill>
                    <a:schemeClr val="bg1"/>
                  </a:solidFill>
                </a:rPr>
                <a:t>                  LONG INT 	         UNSIGNED LONG INT</a:t>
              </a:r>
              <a:r>
                <a:rPr lang="en-US" sz="1050" b="1" dirty="0">
                  <a:solidFill>
                    <a:schemeClr val="bg1"/>
                  </a:solidFill>
                </a:rPr>
                <a:t>	</a:t>
              </a:r>
            </a:p>
          </p:txBody>
        </p:sp>
        <p:sp>
          <p:nvSpPr>
            <p:cNvPr id="6155" name="Rectangle 6"/>
            <p:cNvSpPr>
              <a:spLocks noChangeArrowheads="1"/>
            </p:cNvSpPr>
            <p:nvPr/>
          </p:nvSpPr>
          <p:spPr bwMode="auto">
            <a:xfrm>
              <a:off x="4724400" y="2590800"/>
              <a:ext cx="3657600" cy="1219200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algn="ctr">
                <a:defRPr/>
              </a:pPr>
              <a:r>
                <a:rPr lang="en-US" sz="2000" b="1" dirty="0">
                  <a:solidFill>
                    <a:schemeClr val="bg1"/>
                  </a:solidFill>
                </a:rPr>
                <a:t>SIGNED CHARACTER</a:t>
              </a:r>
            </a:p>
            <a:p>
              <a:pPr algn="ctr">
                <a:defRPr/>
              </a:pPr>
              <a:r>
                <a:rPr lang="en-US" sz="2000" b="1" dirty="0">
                  <a:solidFill>
                    <a:schemeClr val="bg1"/>
                  </a:solidFill>
                </a:rPr>
                <a:t>UNSIGNED CHARACTER</a:t>
              </a:r>
            </a:p>
          </p:txBody>
        </p:sp>
        <p:sp>
          <p:nvSpPr>
            <p:cNvPr id="6156" name="Rectangle 7"/>
            <p:cNvSpPr>
              <a:spLocks noChangeArrowheads="1"/>
            </p:cNvSpPr>
            <p:nvPr/>
          </p:nvSpPr>
          <p:spPr bwMode="auto">
            <a:xfrm>
              <a:off x="678427" y="4678679"/>
              <a:ext cx="3733800" cy="1066800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algn="ctr">
                <a:defRPr/>
              </a:pPr>
              <a:endParaRPr lang="en-US" sz="1050" b="1" dirty="0">
                <a:solidFill>
                  <a:schemeClr val="bg1"/>
                </a:solidFill>
              </a:endParaRPr>
            </a:p>
            <a:p>
              <a:pPr algn="ctr">
                <a:defRPr/>
              </a:pPr>
              <a:r>
                <a:rPr lang="en-US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FLOATING  POINT  TYPE</a:t>
              </a:r>
            </a:p>
            <a:p>
              <a:pPr algn="ctr">
                <a:defRPr/>
              </a:pPr>
              <a:r>
                <a:rPr lang="en-US" sz="1400" b="1" dirty="0">
                  <a:solidFill>
                    <a:schemeClr val="bg1"/>
                  </a:solidFill>
                </a:rPr>
                <a:t>FLOAT</a:t>
              </a:r>
            </a:p>
            <a:p>
              <a:pPr algn="ctr">
                <a:defRPr/>
              </a:pPr>
              <a:r>
                <a:rPr lang="en-US" sz="1400" b="1" dirty="0">
                  <a:solidFill>
                    <a:schemeClr val="bg1"/>
                  </a:solidFill>
                </a:rPr>
                <a:t>DOUBLE</a:t>
              </a:r>
            </a:p>
            <a:p>
              <a:pPr algn="ctr">
                <a:defRPr/>
              </a:pPr>
              <a:r>
                <a:rPr lang="en-US" sz="1400" b="1" dirty="0">
                  <a:solidFill>
                    <a:schemeClr val="bg1"/>
                  </a:solidFill>
                </a:rPr>
                <a:t>LONG DOUBLE</a:t>
              </a:r>
            </a:p>
            <a:p>
              <a:pPr algn="ctr">
                <a:defRPr/>
              </a:pPr>
              <a:endParaRPr lang="en-US" sz="1050" b="1" dirty="0">
                <a:solidFill>
                  <a:schemeClr val="bg1"/>
                </a:solidFill>
              </a:endParaRPr>
            </a:p>
          </p:txBody>
        </p:sp>
        <p:sp>
          <p:nvSpPr>
            <p:cNvPr id="6157" name="Text Box 11"/>
            <p:cNvSpPr txBox="1">
              <a:spLocks noChangeArrowheads="1"/>
            </p:cNvSpPr>
            <p:nvPr/>
          </p:nvSpPr>
          <p:spPr bwMode="auto">
            <a:xfrm>
              <a:off x="1218504" y="2160267"/>
              <a:ext cx="2438400" cy="392557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n-US" sz="20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INTEGER</a:t>
              </a:r>
            </a:p>
          </p:txBody>
        </p:sp>
        <p:sp>
          <p:nvSpPr>
            <p:cNvPr id="6158" name="Text Box 13"/>
            <p:cNvSpPr txBox="1">
              <a:spLocks noChangeArrowheads="1"/>
            </p:cNvSpPr>
            <p:nvPr/>
          </p:nvSpPr>
          <p:spPr bwMode="auto">
            <a:xfrm>
              <a:off x="5638799" y="2159157"/>
              <a:ext cx="1828800" cy="392557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n-US" sz="20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CHARACTER</a:t>
              </a:r>
            </a:p>
          </p:txBody>
        </p:sp>
        <p:sp>
          <p:nvSpPr>
            <p:cNvPr id="6159" name="Text Box 15"/>
            <p:cNvSpPr txBox="1">
              <a:spLocks noChangeArrowheads="1"/>
            </p:cNvSpPr>
            <p:nvPr/>
          </p:nvSpPr>
          <p:spPr bwMode="auto">
            <a:xfrm>
              <a:off x="1211480" y="4236958"/>
              <a:ext cx="2895600" cy="392557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n-US" sz="20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FLOATING POINT</a:t>
              </a:r>
            </a:p>
          </p:txBody>
        </p:sp>
        <p:sp>
          <p:nvSpPr>
            <p:cNvPr id="23" name="Rectangle 6"/>
            <p:cNvSpPr>
              <a:spLocks noChangeArrowheads="1"/>
            </p:cNvSpPr>
            <p:nvPr/>
          </p:nvSpPr>
          <p:spPr bwMode="auto">
            <a:xfrm>
              <a:off x="5436867" y="4681222"/>
              <a:ext cx="2590800" cy="762000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wrap="none" anchor="ctr"/>
            <a:lstStyle/>
            <a:p>
              <a:pPr algn="ctr">
                <a:defRPr/>
              </a:pPr>
              <a:r>
                <a:rPr lang="en-US" sz="16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VOID</a:t>
              </a:r>
            </a:p>
          </p:txBody>
        </p:sp>
        <p:sp>
          <p:nvSpPr>
            <p:cNvPr id="24" name="Text Box 15"/>
            <p:cNvSpPr txBox="1">
              <a:spLocks noChangeArrowheads="1"/>
            </p:cNvSpPr>
            <p:nvPr/>
          </p:nvSpPr>
          <p:spPr bwMode="auto">
            <a:xfrm>
              <a:off x="5638799" y="4220392"/>
              <a:ext cx="1981200" cy="392557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en-US" sz="20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VOID</a:t>
              </a:r>
              <a:r>
                <a:rPr lang="en-US" sz="135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 </a:t>
              </a:r>
            </a:p>
          </p:txBody>
        </p:sp>
      </p:grpSp>
      <p:sp>
        <p:nvSpPr>
          <p:cNvPr id="4" name="Rounded Rectangle 3"/>
          <p:cNvSpPr/>
          <p:nvPr/>
        </p:nvSpPr>
        <p:spPr>
          <a:xfrm>
            <a:off x="747258" y="1730410"/>
            <a:ext cx="8050655" cy="4362862"/>
          </a:xfrm>
          <a:prstGeom prst="roundRect">
            <a:avLst/>
          </a:prstGeom>
          <a:noFill/>
          <a:ln w="57150">
            <a:solidFill>
              <a:schemeClr val="accent6">
                <a:lumMod val="75000"/>
              </a:schemeClr>
            </a:solidFill>
          </a:ln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1037379928"/>
      </p:ext>
    </p:extLst>
  </p:cSld>
  <p:clrMapOvr>
    <a:masterClrMapping/>
  </p:clrMapOvr>
</p:sld>
</file>

<file path=ppt/theme/theme1.xml><?xml version="1.0" encoding="utf-8"?>
<a:theme xmlns:a="http://schemas.openxmlformats.org/drawingml/2006/main" name="PSUC2018 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SUC2018 Template" id="{93EF96F5-E747-46F5-91A5-49A1A8F17C25}" vid="{65C9EF66-907A-46B3-BC73-6E107B4F2626}"/>
    </a:ext>
  </a:extLst>
</a:theme>
</file>

<file path=ppt/theme/theme2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76200" cap="flat" cmpd="sng" algn="ctr">
          <a:solidFill>
            <a:schemeClr val="folHlink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76200" cap="flat" cmpd="sng" algn="ctr">
          <a:solidFill>
            <a:schemeClr val="folHlink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527067EFAFB89479F25A2A85E229BC9" ma:contentTypeVersion="2" ma:contentTypeDescription="Create a new document." ma:contentTypeScope="" ma:versionID="3f44ca8e356fa5383b1191926e86efaf">
  <xsd:schema xmlns:xsd="http://www.w3.org/2001/XMLSchema" xmlns:xs="http://www.w3.org/2001/XMLSchema" xmlns:p="http://schemas.microsoft.com/office/2006/metadata/properties" xmlns:ns2="a22512fa-64d6-4a80-ac5c-46c00f9341c7" targetNamespace="http://schemas.microsoft.com/office/2006/metadata/properties" ma:root="true" ma:fieldsID="085704be0b932ff7b66a88d95b023925" ns2:_="">
    <xsd:import namespace="a22512fa-64d6-4a80-ac5c-46c00f9341c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2512fa-64d6-4a80-ac5c-46c00f9341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DC9BE06-2370-4085-B953-AAB1259BB50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436FDA1A-3798-4E88-ADDB-D5722BB572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22512fa-64d6-4a80-ac5c-46c00f9341c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84E0B8C-3C79-4728-AC7A-C91661499FC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PSUC2018 Template</Template>
  <TotalTime>5103</TotalTime>
  <Words>407</Words>
  <Application>Microsoft Office PowerPoint</Application>
  <PresentationFormat>On-screen Show (4:3)</PresentationFormat>
  <Paragraphs>101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Calibri</vt:lpstr>
      <vt:lpstr>McGrawHill-Italic</vt:lpstr>
      <vt:lpstr>Tahoma</vt:lpstr>
      <vt:lpstr>Times New Roman</vt:lpstr>
      <vt:lpstr>Wingdings</vt:lpstr>
      <vt:lpstr>PSUC2018 Template</vt:lpstr>
      <vt:lpstr>Blends</vt:lpstr>
      <vt:lpstr>PowerPoint Presentation</vt:lpstr>
      <vt:lpstr> Keywords</vt:lpstr>
      <vt:lpstr>Compiler specific keywords </vt:lpstr>
      <vt:lpstr>PowerPoint Presentation</vt:lpstr>
      <vt:lpstr>PowerPoint Presentation</vt:lpstr>
      <vt:lpstr>Enumeration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Primary (built-in or Basic)Data types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Variables, Data types, sizes and constants L6 – L9</dc:title>
  <dc:creator>Mahe</dc:creator>
  <cp:lastModifiedBy>Arvind Kumar Mehta [MU - Jaipur]</cp:lastModifiedBy>
  <cp:revision>72</cp:revision>
  <dcterms:created xsi:type="dcterms:W3CDTF">2018-05-08T08:59:52Z</dcterms:created>
  <dcterms:modified xsi:type="dcterms:W3CDTF">2026-08-12T07:29:06Z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0x0101003527067EFAFB89479F25A2A85E229BC9</vt:lpwstr>
  </property>
</Properties>
</file>