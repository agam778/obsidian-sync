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57" r:id="rId5"/>
    <p:sldId id="264" r:id="rId6"/>
    <p:sldId id="267" r:id="rId7"/>
    <p:sldId id="268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594F776-A39F-4EB7-8DBD-0C9D8880DFC4}">
          <p14:sldIdLst>
            <p14:sldId id="256"/>
            <p14:sldId id="265"/>
            <p14:sldId id="266"/>
            <p14:sldId id="257"/>
            <p14:sldId id="264"/>
            <p14:sldId id="267"/>
          </p14:sldIdLst>
        </p14:section>
        <p14:section name="Untitled Section" id="{B8A090BE-BB38-4B19-9163-0887697BE9E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46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vind Kumar Mehta [MU - Jaipur]" userId="05c91892-566a-4226-a371-aa1d586f0be7" providerId="ADAL" clId="{B053A5CE-0A90-414C-9281-C211CC0B95EF}"/>
    <pc:docChg chg="custSel addSld delSld modSld addSection">
      <pc:chgData name="Arvind Kumar Mehta [MU - Jaipur]" userId="05c91892-566a-4226-a371-aa1d586f0be7" providerId="ADAL" clId="{B053A5CE-0A90-414C-9281-C211CC0B95EF}" dt="2026-08-05T07:16:38.439" v="86" actId="14100"/>
      <pc:docMkLst>
        <pc:docMk/>
      </pc:docMkLst>
      <pc:sldChg chg="addSp modSp mod">
        <pc:chgData name="Arvind Kumar Mehta [MU - Jaipur]" userId="05c91892-566a-4226-a371-aa1d586f0be7" providerId="ADAL" clId="{B053A5CE-0A90-414C-9281-C211CC0B95EF}" dt="2026-08-05T07:15:45.418" v="75" actId="113"/>
        <pc:sldMkLst>
          <pc:docMk/>
          <pc:sldMk cId="0" sldId="257"/>
        </pc:sldMkLst>
        <pc:spChg chg="mod">
          <ac:chgData name="Arvind Kumar Mehta [MU - Jaipur]" userId="05c91892-566a-4226-a371-aa1d586f0be7" providerId="ADAL" clId="{B053A5CE-0A90-414C-9281-C211CC0B95EF}" dt="2026-08-05T07:15:06.442" v="66" actId="20577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Arvind Kumar Mehta [MU - Jaipur]" userId="05c91892-566a-4226-a371-aa1d586f0be7" providerId="ADAL" clId="{B053A5CE-0A90-414C-9281-C211CC0B95EF}" dt="2026-08-05T07:15:45.418" v="75" actId="113"/>
          <ac:spMkLst>
            <pc:docMk/>
            <pc:sldMk cId="0" sldId="257"/>
            <ac:spMk id="5" creationId="{A7D21F71-B6FC-7A08-E899-8BBF7CB7E0E1}"/>
          </ac:spMkLst>
        </pc:spChg>
      </pc:sldChg>
      <pc:sldChg chg="del">
        <pc:chgData name="Arvind Kumar Mehta [MU - Jaipur]" userId="05c91892-566a-4226-a371-aa1d586f0be7" providerId="ADAL" clId="{B053A5CE-0A90-414C-9281-C211CC0B95EF}" dt="2026-08-05T07:05:00.853" v="0" actId="47"/>
        <pc:sldMkLst>
          <pc:docMk/>
          <pc:sldMk cId="0" sldId="258"/>
        </pc:sldMkLst>
      </pc:sldChg>
      <pc:sldChg chg="del">
        <pc:chgData name="Arvind Kumar Mehta [MU - Jaipur]" userId="05c91892-566a-4226-a371-aa1d586f0be7" providerId="ADAL" clId="{B053A5CE-0A90-414C-9281-C211CC0B95EF}" dt="2026-08-05T07:05:00.853" v="0" actId="47"/>
        <pc:sldMkLst>
          <pc:docMk/>
          <pc:sldMk cId="0" sldId="259"/>
        </pc:sldMkLst>
      </pc:sldChg>
      <pc:sldChg chg="del">
        <pc:chgData name="Arvind Kumar Mehta [MU - Jaipur]" userId="05c91892-566a-4226-a371-aa1d586f0be7" providerId="ADAL" clId="{B053A5CE-0A90-414C-9281-C211CC0B95EF}" dt="2026-08-05T07:05:00.853" v="0" actId="47"/>
        <pc:sldMkLst>
          <pc:docMk/>
          <pc:sldMk cId="0" sldId="260"/>
        </pc:sldMkLst>
      </pc:sldChg>
      <pc:sldChg chg="del">
        <pc:chgData name="Arvind Kumar Mehta [MU - Jaipur]" userId="05c91892-566a-4226-a371-aa1d586f0be7" providerId="ADAL" clId="{B053A5CE-0A90-414C-9281-C211CC0B95EF}" dt="2026-08-05T07:05:00.853" v="0" actId="47"/>
        <pc:sldMkLst>
          <pc:docMk/>
          <pc:sldMk cId="0" sldId="261"/>
        </pc:sldMkLst>
      </pc:sldChg>
      <pc:sldChg chg="del">
        <pc:chgData name="Arvind Kumar Mehta [MU - Jaipur]" userId="05c91892-566a-4226-a371-aa1d586f0be7" providerId="ADAL" clId="{B053A5CE-0A90-414C-9281-C211CC0B95EF}" dt="2026-08-05T07:05:00.853" v="0" actId="47"/>
        <pc:sldMkLst>
          <pc:docMk/>
          <pc:sldMk cId="0" sldId="262"/>
        </pc:sldMkLst>
      </pc:sldChg>
      <pc:sldChg chg="del">
        <pc:chgData name="Arvind Kumar Mehta [MU - Jaipur]" userId="05c91892-566a-4226-a371-aa1d586f0be7" providerId="ADAL" clId="{B053A5CE-0A90-414C-9281-C211CC0B95EF}" dt="2026-08-05T07:05:00.853" v="0" actId="47"/>
        <pc:sldMkLst>
          <pc:docMk/>
          <pc:sldMk cId="0" sldId="263"/>
        </pc:sldMkLst>
      </pc:sldChg>
      <pc:sldChg chg="addSp delSp modSp mod modClrScheme chgLayout">
        <pc:chgData name="Arvind Kumar Mehta [MU - Jaipur]" userId="05c91892-566a-4226-a371-aa1d586f0be7" providerId="ADAL" clId="{B053A5CE-0A90-414C-9281-C211CC0B95EF}" dt="2026-08-05T07:06:13.400" v="15" actId="404"/>
        <pc:sldMkLst>
          <pc:docMk/>
          <pc:sldMk cId="0" sldId="264"/>
        </pc:sldMkLst>
        <pc:spChg chg="del">
          <ac:chgData name="Arvind Kumar Mehta [MU - Jaipur]" userId="05c91892-566a-4226-a371-aa1d586f0be7" providerId="ADAL" clId="{B053A5CE-0A90-414C-9281-C211CC0B95EF}" dt="2026-08-05T07:05:13.272" v="1" actId="478"/>
          <ac:spMkLst>
            <pc:docMk/>
            <pc:sldMk cId="0" sldId="264"/>
            <ac:spMk id="2" creationId="{00000000-0000-0000-0000-000000000000}"/>
          </ac:spMkLst>
        </pc:spChg>
        <pc:spChg chg="del">
          <ac:chgData name="Arvind Kumar Mehta [MU - Jaipur]" userId="05c91892-566a-4226-a371-aa1d586f0be7" providerId="ADAL" clId="{B053A5CE-0A90-414C-9281-C211CC0B95EF}" dt="2026-08-05T07:05:17.349" v="2" actId="478"/>
          <ac:spMkLst>
            <pc:docMk/>
            <pc:sldMk cId="0" sldId="264"/>
            <ac:spMk id="3" creationId="{00000000-0000-0000-0000-000000000000}"/>
          </ac:spMkLst>
        </pc:spChg>
        <pc:spChg chg="add del mod">
          <ac:chgData name="Arvind Kumar Mehta [MU - Jaipur]" userId="05c91892-566a-4226-a371-aa1d586f0be7" providerId="ADAL" clId="{B053A5CE-0A90-414C-9281-C211CC0B95EF}" dt="2026-08-05T07:05:23.272" v="3" actId="700"/>
          <ac:spMkLst>
            <pc:docMk/>
            <pc:sldMk cId="0" sldId="264"/>
            <ac:spMk id="5" creationId="{C4B49825-BD60-A90D-1EA9-7D25357FEA5C}"/>
          </ac:spMkLst>
        </pc:spChg>
        <pc:spChg chg="add del mod">
          <ac:chgData name="Arvind Kumar Mehta [MU - Jaipur]" userId="05c91892-566a-4226-a371-aa1d586f0be7" providerId="ADAL" clId="{B053A5CE-0A90-414C-9281-C211CC0B95EF}" dt="2026-08-05T07:05:23.272" v="3" actId="700"/>
          <ac:spMkLst>
            <pc:docMk/>
            <pc:sldMk cId="0" sldId="264"/>
            <ac:spMk id="7" creationId="{C7B70C00-0717-F7FB-6777-B0CD207D2422}"/>
          </ac:spMkLst>
        </pc:spChg>
        <pc:spChg chg="add mod">
          <ac:chgData name="Arvind Kumar Mehta [MU - Jaipur]" userId="05c91892-566a-4226-a371-aa1d586f0be7" providerId="ADAL" clId="{B053A5CE-0A90-414C-9281-C211CC0B95EF}" dt="2026-08-05T07:05:31.373" v="6" actId="14100"/>
          <ac:spMkLst>
            <pc:docMk/>
            <pc:sldMk cId="0" sldId="264"/>
            <ac:spMk id="9" creationId="{B8ABC738-51C7-6F31-FF80-DE7C81A6CA74}"/>
          </ac:spMkLst>
        </pc:spChg>
        <pc:spChg chg="add mod">
          <ac:chgData name="Arvind Kumar Mehta [MU - Jaipur]" userId="05c91892-566a-4226-a371-aa1d586f0be7" providerId="ADAL" clId="{B053A5CE-0A90-414C-9281-C211CC0B95EF}" dt="2026-08-05T07:05:50.277" v="8" actId="1076"/>
          <ac:spMkLst>
            <pc:docMk/>
            <pc:sldMk cId="0" sldId="264"/>
            <ac:spMk id="11" creationId="{4CC90D95-D775-0496-A6AB-EB7F983E28DC}"/>
          </ac:spMkLst>
        </pc:spChg>
        <pc:spChg chg="add mod">
          <ac:chgData name="Arvind Kumar Mehta [MU - Jaipur]" userId="05c91892-566a-4226-a371-aa1d586f0be7" providerId="ADAL" clId="{B053A5CE-0A90-414C-9281-C211CC0B95EF}" dt="2026-08-05T07:06:13.400" v="15" actId="404"/>
          <ac:spMkLst>
            <pc:docMk/>
            <pc:sldMk cId="0" sldId="264"/>
            <ac:spMk id="13" creationId="{2E8932B7-F145-A421-0CBE-D90E31727BFC}"/>
          </ac:spMkLst>
        </pc:spChg>
      </pc:sldChg>
      <pc:sldChg chg="addSp modSp new mod">
        <pc:chgData name="Arvind Kumar Mehta [MU - Jaipur]" userId="05c91892-566a-4226-a371-aa1d586f0be7" providerId="ADAL" clId="{B053A5CE-0A90-414C-9281-C211CC0B95EF}" dt="2026-08-05T07:07:51.392" v="26" actId="113"/>
        <pc:sldMkLst>
          <pc:docMk/>
          <pc:sldMk cId="309696209" sldId="267"/>
        </pc:sldMkLst>
        <pc:spChg chg="add mod">
          <ac:chgData name="Arvind Kumar Mehta [MU - Jaipur]" userId="05c91892-566a-4226-a371-aa1d586f0be7" providerId="ADAL" clId="{B053A5CE-0A90-414C-9281-C211CC0B95EF}" dt="2026-08-05T07:06:41.678" v="19" actId="14100"/>
          <ac:spMkLst>
            <pc:docMk/>
            <pc:sldMk cId="309696209" sldId="267"/>
            <ac:spMk id="3" creationId="{3FE49224-D8A6-AE90-0869-650B6D7686E4}"/>
          </ac:spMkLst>
        </pc:spChg>
        <pc:spChg chg="add mod">
          <ac:chgData name="Arvind Kumar Mehta [MU - Jaipur]" userId="05c91892-566a-4226-a371-aa1d586f0be7" providerId="ADAL" clId="{B053A5CE-0A90-414C-9281-C211CC0B95EF}" dt="2026-08-05T07:07:51.392" v="26" actId="113"/>
          <ac:spMkLst>
            <pc:docMk/>
            <pc:sldMk cId="309696209" sldId="267"/>
            <ac:spMk id="5" creationId="{2320CB95-72EE-6727-B47E-1737030B6A37}"/>
          </ac:spMkLst>
        </pc:spChg>
      </pc:sldChg>
      <pc:sldChg chg="addSp modSp new mod">
        <pc:chgData name="Arvind Kumar Mehta [MU - Jaipur]" userId="05c91892-566a-4226-a371-aa1d586f0be7" providerId="ADAL" clId="{B053A5CE-0A90-414C-9281-C211CC0B95EF}" dt="2026-08-05T07:16:38.439" v="86" actId="14100"/>
        <pc:sldMkLst>
          <pc:docMk/>
          <pc:sldMk cId="3261293505" sldId="268"/>
        </pc:sldMkLst>
        <pc:spChg chg="add mod">
          <ac:chgData name="Arvind Kumar Mehta [MU - Jaipur]" userId="05c91892-566a-4226-a371-aa1d586f0be7" providerId="ADAL" clId="{B053A5CE-0A90-414C-9281-C211CC0B95EF}" dt="2026-08-05T07:16:28.824" v="83" actId="404"/>
          <ac:spMkLst>
            <pc:docMk/>
            <pc:sldMk cId="3261293505" sldId="268"/>
            <ac:spMk id="3" creationId="{9DF03C17-DEC4-5689-FAE4-3CEFFED92DC8}"/>
          </ac:spMkLst>
        </pc:spChg>
        <pc:spChg chg="add mod">
          <ac:chgData name="Arvind Kumar Mehta [MU - Jaipur]" userId="05c91892-566a-4226-a371-aa1d586f0be7" providerId="ADAL" clId="{B053A5CE-0A90-414C-9281-C211CC0B95EF}" dt="2026-08-05T07:16:32.910" v="84" actId="1076"/>
          <ac:spMkLst>
            <pc:docMk/>
            <pc:sldMk cId="3261293505" sldId="268"/>
            <ac:spMk id="5" creationId="{7B27E981-3267-67A0-3444-A3E68CFF77D4}"/>
          </ac:spMkLst>
        </pc:spChg>
        <pc:spChg chg="add mod">
          <ac:chgData name="Arvind Kumar Mehta [MU - Jaipur]" userId="05c91892-566a-4226-a371-aa1d586f0be7" providerId="ADAL" clId="{B053A5CE-0A90-414C-9281-C211CC0B95EF}" dt="2026-08-05T07:16:38.439" v="86" actId="14100"/>
          <ac:spMkLst>
            <pc:docMk/>
            <pc:sldMk cId="3261293505" sldId="268"/>
            <ac:spMk id="7" creationId="{36CC5876-CCA9-5150-C81A-9DCF34C6D4B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 Macros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 Programming</a:t>
            </a:r>
          </a:p>
          <a:p>
            <a:r>
              <a:t>Macros and Function-like Macros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BE7FC-7C1D-90CD-9E46-0632A5C189F3}"/>
              </a:ext>
            </a:extLst>
          </p:cNvPr>
          <p:cNvSpPr txBox="1"/>
          <p:nvPr/>
        </p:nvSpPr>
        <p:spPr>
          <a:xfrm>
            <a:off x="5673709" y="1984443"/>
            <a:ext cx="4094129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#include &lt;</a:t>
            </a:r>
            <a:r>
              <a:rPr lang="en-US" sz="2400" dirty="0" err="1"/>
              <a:t>stdio.h</a:t>
            </a:r>
            <a:r>
              <a:rPr lang="en-US" sz="2400" dirty="0"/>
              <a:t>&gt;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int main()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{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    </a:t>
            </a:r>
            <a:r>
              <a:rPr lang="en-US" sz="2400" dirty="0" err="1"/>
              <a:t>printf</a:t>
            </a:r>
            <a:r>
              <a:rPr lang="en-US" sz="2400" dirty="0"/>
              <a:t>("Hello, World!");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    return 0;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}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0329F6C-8FE8-4D32-64B8-1A191FD4F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464378"/>
              </p:ext>
            </p:extLst>
          </p:nvPr>
        </p:nvGraphicFramePr>
        <p:xfrm>
          <a:off x="11394" y="990279"/>
          <a:ext cx="5117781" cy="42303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4557">
                  <a:extLst>
                    <a:ext uri="{9D8B030D-6E8A-4147-A177-3AD203B41FA5}">
                      <a16:colId xmlns:a16="http://schemas.microsoft.com/office/drawing/2014/main" val="3620382556"/>
                    </a:ext>
                  </a:extLst>
                </a:gridCol>
                <a:gridCol w="3233224">
                  <a:extLst>
                    <a:ext uri="{9D8B030D-6E8A-4147-A177-3AD203B41FA5}">
                      <a16:colId xmlns:a16="http://schemas.microsoft.com/office/drawing/2014/main" val="4003731359"/>
                    </a:ext>
                  </a:extLst>
                </a:gridCol>
              </a:tblGrid>
              <a:tr h="330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Statement</a:t>
                      </a:r>
                    </a:p>
                  </a:txBody>
                  <a:tcPr marL="64925" marR="64925" marT="32462" marB="324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Purpose</a:t>
                      </a:r>
                    </a:p>
                  </a:txBody>
                  <a:tcPr marL="64925" marR="64925" marT="32462" marB="32462" anchor="ctr"/>
                </a:tc>
                <a:extLst>
                  <a:ext uri="{0D108BD9-81ED-4DB2-BD59-A6C34878D82A}">
                    <a16:rowId xmlns:a16="http://schemas.microsoft.com/office/drawing/2014/main" val="3710528545"/>
                  </a:ext>
                </a:extLst>
              </a:tr>
              <a:tr h="1132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#include &lt;stdio.h&gt;</a:t>
                      </a:r>
                    </a:p>
                  </a:txBody>
                  <a:tcPr marL="64925" marR="64925" marT="32462" marB="324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Includes the Standard Input/Output header file so functions like printf() can be used.</a:t>
                      </a:r>
                    </a:p>
                  </a:txBody>
                  <a:tcPr marL="64925" marR="64925" marT="32462" marB="32462" anchor="ctr"/>
                </a:tc>
                <a:extLst>
                  <a:ext uri="{0D108BD9-81ED-4DB2-BD59-A6C34878D82A}">
                    <a16:rowId xmlns:a16="http://schemas.microsoft.com/office/drawing/2014/main" val="2490667357"/>
                  </a:ext>
                </a:extLst>
              </a:tr>
              <a:tr h="621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int main()</a:t>
                      </a:r>
                    </a:p>
                  </a:txBody>
                  <a:tcPr marL="64925" marR="64925" marT="32462" marB="324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The main function where program execution starts.</a:t>
                      </a:r>
                    </a:p>
                  </a:txBody>
                  <a:tcPr marL="64925" marR="64925" marT="32462" marB="32462" anchor="ctr"/>
                </a:tc>
                <a:extLst>
                  <a:ext uri="{0D108BD9-81ED-4DB2-BD59-A6C34878D82A}">
                    <a16:rowId xmlns:a16="http://schemas.microsoft.com/office/drawing/2014/main" val="215202207"/>
                  </a:ext>
                </a:extLst>
              </a:tr>
              <a:tr h="621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{ }</a:t>
                      </a:r>
                    </a:p>
                  </a:txBody>
                  <a:tcPr marL="64925" marR="64925" marT="32462" marB="324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Curly braces define the body of the main() function.</a:t>
                      </a:r>
                    </a:p>
                  </a:txBody>
                  <a:tcPr marL="64925" marR="64925" marT="32462" marB="32462" anchor="ctr"/>
                </a:tc>
                <a:extLst>
                  <a:ext uri="{0D108BD9-81ED-4DB2-BD59-A6C34878D82A}">
                    <a16:rowId xmlns:a16="http://schemas.microsoft.com/office/drawing/2014/main" val="2515387608"/>
                  </a:ext>
                </a:extLst>
              </a:tr>
              <a:tr h="621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printf("Hello, World!");</a:t>
                      </a:r>
                    </a:p>
                  </a:txBody>
                  <a:tcPr marL="64925" marR="64925" marT="32462" marB="324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Displays the text </a:t>
                      </a:r>
                      <a:r>
                        <a:rPr lang="en-IN" sz="1800" b="1"/>
                        <a:t>Hello, World!</a:t>
                      </a:r>
                      <a:r>
                        <a:rPr lang="en-IN" sz="1800"/>
                        <a:t> on the screen.</a:t>
                      </a:r>
                    </a:p>
                  </a:txBody>
                  <a:tcPr marL="64925" marR="64925" marT="32462" marB="32462" anchor="ctr"/>
                </a:tc>
                <a:extLst>
                  <a:ext uri="{0D108BD9-81ED-4DB2-BD59-A6C34878D82A}">
                    <a16:rowId xmlns:a16="http://schemas.microsoft.com/office/drawing/2014/main" val="2673147650"/>
                  </a:ext>
                </a:extLst>
              </a:tr>
              <a:tr h="865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return 0;</a:t>
                      </a:r>
                    </a:p>
                  </a:txBody>
                  <a:tcPr marL="64925" marR="64925" marT="32462" marB="324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Returns 0 to indicate successful program execution.</a:t>
                      </a:r>
                    </a:p>
                  </a:txBody>
                  <a:tcPr marL="64925" marR="64925" marT="32462" marB="32462" anchor="ctr"/>
                </a:tc>
                <a:extLst>
                  <a:ext uri="{0D108BD9-81ED-4DB2-BD59-A6C34878D82A}">
                    <a16:rowId xmlns:a16="http://schemas.microsoft.com/office/drawing/2014/main" val="1713961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983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42317F-7654-E5FF-A3D8-7F716FAD267C}"/>
              </a:ext>
            </a:extLst>
          </p:cNvPr>
          <p:cNvSpPr txBox="1"/>
          <p:nvPr/>
        </p:nvSpPr>
        <p:spPr>
          <a:xfrm>
            <a:off x="501804" y="486618"/>
            <a:ext cx="575402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800" b="1" dirty="0"/>
              <a:t>Key Questions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Introduction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What is </a:t>
            </a:r>
            <a:r>
              <a:rPr lang="en-IN" b="1" dirty="0">
                <a:latin typeface="Courier New" panose="02070309020205020404" pitchFamily="49" charset="0"/>
              </a:rPr>
              <a:t>#</a:t>
            </a:r>
            <a:r>
              <a:rPr lang="en-IN" b="1" dirty="0"/>
              <a:t>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What is the Preprocessor?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What is </a:t>
            </a:r>
            <a:r>
              <a:rPr lang="en-IN" b="1" dirty="0">
                <a:latin typeface="Courier New" panose="02070309020205020404" pitchFamily="49" charset="0"/>
              </a:rPr>
              <a:t>#include</a:t>
            </a:r>
            <a:r>
              <a:rPr lang="en-IN" b="1" dirty="0"/>
              <a:t>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Difference between </a:t>
            </a:r>
            <a:r>
              <a:rPr lang="en-IN" b="1" dirty="0">
                <a:latin typeface="Courier New" panose="02070309020205020404" pitchFamily="49" charset="0"/>
              </a:rPr>
              <a:t>&lt; &gt;</a:t>
            </a:r>
            <a:r>
              <a:rPr lang="en-IN" b="1" dirty="0"/>
              <a:t> and </a:t>
            </a:r>
            <a:r>
              <a:rPr lang="en-IN" b="1" dirty="0">
                <a:latin typeface="Courier New" panose="02070309020205020404" pitchFamily="49" charset="0"/>
              </a:rPr>
              <a:t>" "</a:t>
            </a:r>
            <a:r>
              <a:rPr lang="en-IN" b="1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Header Files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Types of Header Files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Courier New" panose="02070309020205020404" pitchFamily="49" charset="0"/>
              </a:rPr>
              <a:t>stdio.h</a:t>
            </a:r>
            <a:r>
              <a:rPr lang="en-IN" b="1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Courier New" panose="02070309020205020404" pitchFamily="49" charset="0"/>
              </a:rPr>
              <a:t>main()</a:t>
            </a:r>
            <a:r>
              <a:rPr lang="en-IN" b="1" dirty="0"/>
              <a:t> Function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Courier New" panose="02070309020205020404" pitchFamily="49" charset="0"/>
              </a:rPr>
              <a:t>int main()</a:t>
            </a:r>
            <a:r>
              <a:rPr lang="en-IN" b="1" dirty="0"/>
              <a:t> vs </a:t>
            </a:r>
            <a:r>
              <a:rPr lang="en-IN" b="1" dirty="0">
                <a:latin typeface="Courier New" panose="02070309020205020404" pitchFamily="49" charset="0"/>
              </a:rPr>
              <a:t>void main()</a:t>
            </a:r>
            <a:r>
              <a:rPr lang="en-IN" b="1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Courier New" panose="02070309020205020404" pitchFamily="49" charset="0"/>
              </a:rPr>
              <a:t>return 0</a:t>
            </a:r>
            <a:r>
              <a:rPr lang="en-IN" b="1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Compiler &amp; ISO Standards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Compilation Process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Common Header Files </a:t>
            </a:r>
          </a:p>
        </p:txBody>
      </p:sp>
    </p:spTree>
    <p:extLst>
      <p:ext uri="{BB962C8B-B14F-4D97-AF65-F5344CB8AC3E}">
        <p14:creationId xmlns:p14="http://schemas.microsoft.com/office/powerpoint/2010/main" val="3222631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Object-like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533293"/>
          </a:xfrm>
        </p:spPr>
        <p:txBody>
          <a:bodyPr/>
          <a:lstStyle/>
          <a:p>
            <a:pPr>
              <a:defRPr sz="2200"/>
            </a:pPr>
            <a:r>
              <a:rPr dirty="0"/>
              <a:t>Syntax:</a:t>
            </a:r>
          </a:p>
          <a:p>
            <a:pPr>
              <a:defRPr sz="2200"/>
            </a:pPr>
            <a:r>
              <a:rPr dirty="0"/>
              <a:t>#define PI 3.14</a:t>
            </a:r>
          </a:p>
          <a:p>
            <a:pPr>
              <a:defRPr sz="2200"/>
            </a:pPr>
            <a:r>
              <a:rPr dirty="0"/>
              <a:t>#define MAX 100</a:t>
            </a:r>
          </a:p>
          <a:p>
            <a:pPr>
              <a:defRPr sz="2200"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21F71-B6FC-7A08-E899-8BBF7CB7E0E1}"/>
              </a:ext>
            </a:extLst>
          </p:cNvPr>
          <p:cNvSpPr txBox="1"/>
          <p:nvPr/>
        </p:nvSpPr>
        <p:spPr>
          <a:xfrm>
            <a:off x="3233854" y="1600200"/>
            <a:ext cx="574287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cs typeface="Times New Roman" panose="02020603050405020304" pitchFamily="18" charset="0"/>
              </a:rPr>
              <a:t>#include &lt;</a:t>
            </a:r>
            <a:r>
              <a:rPr lang="en-IN" dirty="0" err="1">
                <a:cs typeface="Times New Roman" panose="02020603050405020304" pitchFamily="18" charset="0"/>
              </a:rPr>
              <a:t>stdio.h</a:t>
            </a:r>
            <a:r>
              <a:rPr lang="en-IN" dirty="0">
                <a:cs typeface="Times New Roman" panose="02020603050405020304" pitchFamily="18" charset="0"/>
              </a:rPr>
              <a:t>&gt;</a:t>
            </a:r>
          </a:p>
          <a:p>
            <a:endParaRPr lang="en-IN" dirty="0">
              <a:cs typeface="Times New Roman" panose="02020603050405020304" pitchFamily="18" charset="0"/>
            </a:endParaRPr>
          </a:p>
          <a:p>
            <a:r>
              <a:rPr lang="en-IN" dirty="0">
                <a:cs typeface="Times New Roman" panose="02020603050405020304" pitchFamily="18" charset="0"/>
              </a:rPr>
              <a:t>#define PI 3.14159</a:t>
            </a:r>
          </a:p>
          <a:p>
            <a:endParaRPr lang="en-IN" dirty="0">
              <a:cs typeface="Times New Roman" panose="02020603050405020304" pitchFamily="18" charset="0"/>
            </a:endParaRPr>
          </a:p>
          <a:p>
            <a:r>
              <a:rPr lang="en-IN" dirty="0">
                <a:cs typeface="Times New Roman" panose="02020603050405020304" pitchFamily="18" charset="0"/>
              </a:rPr>
              <a:t>int main() {</a:t>
            </a:r>
          </a:p>
          <a:p>
            <a:r>
              <a:rPr lang="en-IN" dirty="0">
                <a:cs typeface="Times New Roman" panose="02020603050405020304" pitchFamily="18" charset="0"/>
              </a:rPr>
              <a:t>    float r, area;</a:t>
            </a:r>
          </a:p>
          <a:p>
            <a:endParaRPr lang="en-IN" dirty="0">
              <a:cs typeface="Times New Roman" panose="02020603050405020304" pitchFamily="18" charset="0"/>
            </a:endParaRPr>
          </a:p>
          <a:p>
            <a:r>
              <a:rPr lang="en-IN" dirty="0">
                <a:cs typeface="Times New Roman" panose="02020603050405020304" pitchFamily="18" charset="0"/>
              </a:rPr>
              <a:t>    printf("Enter the radius: ");</a:t>
            </a:r>
          </a:p>
          <a:p>
            <a:r>
              <a:rPr lang="en-IN" dirty="0">
                <a:cs typeface="Times New Roman" panose="02020603050405020304" pitchFamily="18" charset="0"/>
              </a:rPr>
              <a:t>    </a:t>
            </a:r>
            <a:r>
              <a:rPr lang="en-IN" dirty="0" err="1">
                <a:cs typeface="Times New Roman" panose="02020603050405020304" pitchFamily="18" charset="0"/>
              </a:rPr>
              <a:t>scanf</a:t>
            </a:r>
            <a:r>
              <a:rPr lang="en-IN" dirty="0">
                <a:cs typeface="Times New Roman" panose="02020603050405020304" pitchFamily="18" charset="0"/>
              </a:rPr>
              <a:t>("%f", &amp;r);</a:t>
            </a:r>
          </a:p>
          <a:p>
            <a:endParaRPr lang="en-IN" dirty="0">
              <a:cs typeface="Times New Roman" panose="02020603050405020304" pitchFamily="18" charset="0"/>
            </a:endParaRPr>
          </a:p>
          <a:p>
            <a:r>
              <a:rPr lang="en-IN" dirty="0">
                <a:cs typeface="Times New Roman" panose="02020603050405020304" pitchFamily="18" charset="0"/>
              </a:rPr>
              <a:t>    area = PI * r * r;</a:t>
            </a:r>
          </a:p>
          <a:p>
            <a:endParaRPr lang="en-IN" dirty="0">
              <a:cs typeface="Times New Roman" panose="02020603050405020304" pitchFamily="18" charset="0"/>
            </a:endParaRPr>
          </a:p>
          <a:p>
            <a:r>
              <a:rPr lang="en-IN" dirty="0">
                <a:cs typeface="Times New Roman" panose="02020603050405020304" pitchFamily="18" charset="0"/>
              </a:rPr>
              <a:t>    printf("Area of the circle = %.2f\n", area);</a:t>
            </a:r>
          </a:p>
          <a:p>
            <a:endParaRPr lang="en-IN" dirty="0">
              <a:cs typeface="Times New Roman" panose="02020603050405020304" pitchFamily="18" charset="0"/>
            </a:endParaRPr>
          </a:p>
          <a:p>
            <a:r>
              <a:rPr lang="en-IN" dirty="0">
                <a:cs typeface="Times New Roman" panose="02020603050405020304" pitchFamily="18" charset="0"/>
              </a:rPr>
              <a:t>    return 0;</a:t>
            </a:r>
          </a:p>
          <a:p>
            <a:r>
              <a:rPr lang="en-IN" dirty="0"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ABC738-51C7-6F31-FF80-DE7C81A6CA74}"/>
              </a:ext>
            </a:extLst>
          </p:cNvPr>
          <p:cNvSpPr txBox="1"/>
          <p:nvPr/>
        </p:nvSpPr>
        <p:spPr>
          <a:xfrm>
            <a:off x="267630" y="475928"/>
            <a:ext cx="86979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Macro Function in C</a:t>
            </a:r>
          </a:p>
          <a:p>
            <a:pPr>
              <a:buNone/>
            </a:pPr>
            <a:r>
              <a:rPr lang="en-IN" dirty="0"/>
              <a:t>A </a:t>
            </a:r>
            <a:r>
              <a:rPr lang="en-IN" b="1" dirty="0"/>
              <a:t>macro function</a:t>
            </a:r>
            <a:r>
              <a:rPr lang="en-IN" dirty="0"/>
              <a:t> is a preprocessor directive defined using </a:t>
            </a:r>
            <a:r>
              <a:rPr lang="en-IN" dirty="0">
                <a:latin typeface="Courier New" panose="02070309020205020404" pitchFamily="49" charset="0"/>
              </a:rPr>
              <a:t>#define</a:t>
            </a:r>
            <a:r>
              <a:rPr lang="en-IN" dirty="0"/>
              <a:t>. It replaces the macro name with its definition </a:t>
            </a:r>
            <a:r>
              <a:rPr lang="en-IN" b="1" dirty="0"/>
              <a:t>before compilation</a:t>
            </a:r>
            <a:r>
              <a:rPr lang="en-IN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C90D95-D775-0496-A6AB-EB7F983E28DC}"/>
              </a:ext>
            </a:extLst>
          </p:cNvPr>
          <p:cNvSpPr txBox="1"/>
          <p:nvPr/>
        </p:nvSpPr>
        <p:spPr>
          <a:xfrm>
            <a:off x="367991" y="16162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#define MACRO_NAME(parameter) expression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8932B7-F145-A421-0CBE-D90E31727BFC}"/>
              </a:ext>
            </a:extLst>
          </p:cNvPr>
          <p:cNvSpPr txBox="1"/>
          <p:nvPr/>
        </p:nvSpPr>
        <p:spPr>
          <a:xfrm>
            <a:off x="267629" y="2287090"/>
            <a:ext cx="61777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#include &lt;</a:t>
            </a:r>
            <a:r>
              <a:rPr lang="en-IN" sz="2000" b="1" dirty="0" err="1"/>
              <a:t>stdio.h</a:t>
            </a:r>
            <a:r>
              <a:rPr lang="en-IN" sz="2000" b="1" dirty="0"/>
              <a:t>&gt;</a:t>
            </a:r>
          </a:p>
          <a:p>
            <a:endParaRPr lang="en-IN" sz="2000" b="1" dirty="0"/>
          </a:p>
          <a:p>
            <a:r>
              <a:rPr lang="en-IN" sz="2000" b="1" dirty="0"/>
              <a:t>#define SQUARE(x) ((x) * (x))</a:t>
            </a:r>
          </a:p>
          <a:p>
            <a:endParaRPr lang="en-IN" sz="2000" b="1" dirty="0"/>
          </a:p>
          <a:p>
            <a:r>
              <a:rPr lang="en-IN" sz="2000" b="1" dirty="0"/>
              <a:t>int main() {</a:t>
            </a:r>
          </a:p>
          <a:p>
            <a:r>
              <a:rPr lang="en-IN" sz="2000" b="1" dirty="0"/>
              <a:t>    int a = 5;</a:t>
            </a:r>
          </a:p>
          <a:p>
            <a:r>
              <a:rPr lang="en-IN" sz="2000" b="1" dirty="0"/>
              <a:t>    printf("%d", SQUARE(a));</a:t>
            </a:r>
          </a:p>
          <a:p>
            <a:r>
              <a:rPr lang="en-IN" sz="2000" b="1" dirty="0"/>
              <a:t>    return 0;</a:t>
            </a:r>
          </a:p>
          <a:p>
            <a:r>
              <a:rPr lang="en-IN" sz="2000" b="1"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E49224-D8A6-AE90-0869-650B6D7686E4}"/>
              </a:ext>
            </a:extLst>
          </p:cNvPr>
          <p:cNvSpPr txBox="1"/>
          <p:nvPr/>
        </p:nvSpPr>
        <p:spPr>
          <a:xfrm>
            <a:off x="323385" y="566678"/>
            <a:ext cx="77500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Advantages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Faster execution (no function call overhead).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Reduces repetitive code.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Evaluated during preprocessing. </a:t>
            </a:r>
          </a:p>
          <a:p>
            <a:pPr>
              <a:buNone/>
            </a:pPr>
            <a:r>
              <a:rPr lang="en-IN" b="1" dirty="0"/>
              <a:t>Disadvantages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 type checking.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May produce unexpected results if parentheses are not used.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Difficult to debug.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0CB95-72EE-6727-B47E-1737030B6A37}"/>
              </a:ext>
            </a:extLst>
          </p:cNvPr>
          <p:cNvSpPr txBox="1"/>
          <p:nvPr/>
        </p:nvSpPr>
        <p:spPr>
          <a:xfrm>
            <a:off x="412595" y="3060780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#define SQUARE(x) x*x</a:t>
            </a:r>
          </a:p>
          <a:p>
            <a:endParaRPr lang="en-IN" b="1" dirty="0"/>
          </a:p>
          <a:p>
            <a:r>
              <a:rPr lang="en-IN" b="1" dirty="0"/>
              <a:t>printf("%d", SQUARE(2+3));</a:t>
            </a:r>
          </a:p>
          <a:p>
            <a:endParaRPr lang="en-IN" b="1" dirty="0"/>
          </a:p>
          <a:p>
            <a:r>
              <a:rPr lang="en-IN" b="1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09696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F03C17-DEC4-5689-FAE4-3CEFFED92DC8}"/>
              </a:ext>
            </a:extLst>
          </p:cNvPr>
          <p:cNvSpPr txBox="1"/>
          <p:nvPr/>
        </p:nvSpPr>
        <p:spPr>
          <a:xfrm>
            <a:off x="568712" y="38493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#define MUL(</a:t>
            </a:r>
            <a:r>
              <a:rPr lang="en-IN" b="1" dirty="0" err="1"/>
              <a:t>a,b</a:t>
            </a:r>
            <a:r>
              <a:rPr lang="en-IN" b="1" dirty="0"/>
              <a:t>) ((a)*(b))</a:t>
            </a:r>
          </a:p>
          <a:p>
            <a:r>
              <a:rPr lang="en-IN" b="1" dirty="0"/>
              <a:t>printf("%d", MUL(3+2,4));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7E981-3267-67A0-3444-A3E68CFF77D4}"/>
              </a:ext>
            </a:extLst>
          </p:cNvPr>
          <p:cNvSpPr txBox="1"/>
          <p:nvPr/>
        </p:nvSpPr>
        <p:spPr>
          <a:xfrm>
            <a:off x="568711" y="1167280"/>
            <a:ext cx="60439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#define MAX(</a:t>
            </a:r>
            <a:r>
              <a:rPr lang="en-IN" sz="2000" b="1" dirty="0" err="1"/>
              <a:t>a,b</a:t>
            </a:r>
            <a:r>
              <a:rPr lang="en-IN" sz="2000" b="1" dirty="0"/>
              <a:t>) ((a)&gt;(b)?(a):(b))</a:t>
            </a:r>
          </a:p>
          <a:p>
            <a:r>
              <a:rPr lang="en-IN" sz="2000" b="1" dirty="0"/>
              <a:t>printf("%d", MAX(8,5));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CC5876-CCA9-5150-C81A-9DCF34C6D4BA}"/>
              </a:ext>
            </a:extLst>
          </p:cNvPr>
          <p:cNvSpPr txBox="1"/>
          <p:nvPr/>
        </p:nvSpPr>
        <p:spPr>
          <a:xfrm>
            <a:off x="3847171" y="1847068"/>
            <a:ext cx="505150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#include &lt;</a:t>
            </a:r>
            <a:r>
              <a:rPr lang="en-IN" b="1" dirty="0" err="1"/>
              <a:t>stdio.h</a:t>
            </a:r>
            <a:r>
              <a:rPr lang="en-IN" b="1" dirty="0"/>
              <a:t>&gt;</a:t>
            </a:r>
          </a:p>
          <a:p>
            <a:endParaRPr lang="en-IN" b="1" dirty="0"/>
          </a:p>
          <a:p>
            <a:r>
              <a:rPr lang="en-IN" b="1" dirty="0"/>
              <a:t>#define PI 3.14159</a:t>
            </a:r>
          </a:p>
          <a:p>
            <a:r>
              <a:rPr lang="en-IN" b="1" dirty="0"/>
              <a:t>#define AREA(r) (PI * (r) * (r))</a:t>
            </a:r>
          </a:p>
          <a:p>
            <a:endParaRPr lang="en-IN" b="1" dirty="0"/>
          </a:p>
          <a:p>
            <a:r>
              <a:rPr lang="en-IN" b="1" dirty="0"/>
              <a:t>int main() {</a:t>
            </a:r>
          </a:p>
          <a:p>
            <a:r>
              <a:rPr lang="en-IN" b="1" dirty="0"/>
              <a:t>    float radius;</a:t>
            </a:r>
          </a:p>
          <a:p>
            <a:endParaRPr lang="en-IN" b="1" dirty="0"/>
          </a:p>
          <a:p>
            <a:r>
              <a:rPr lang="en-IN" b="1" dirty="0"/>
              <a:t>    printf("Enter the radius: ");</a:t>
            </a:r>
          </a:p>
          <a:p>
            <a:r>
              <a:rPr lang="en-IN" b="1" dirty="0"/>
              <a:t>    </a:t>
            </a:r>
            <a:r>
              <a:rPr lang="en-IN" b="1" dirty="0" err="1"/>
              <a:t>scanf</a:t>
            </a:r>
            <a:r>
              <a:rPr lang="en-IN" b="1" dirty="0"/>
              <a:t>("%f", &amp;radius);</a:t>
            </a:r>
          </a:p>
          <a:p>
            <a:endParaRPr lang="en-IN" b="1" dirty="0"/>
          </a:p>
          <a:p>
            <a:r>
              <a:rPr lang="en-IN" b="1" dirty="0"/>
              <a:t>    printf("Area of the circle = %.2f", AREA(radius));</a:t>
            </a:r>
          </a:p>
          <a:p>
            <a:endParaRPr lang="en-IN" b="1" dirty="0"/>
          </a:p>
          <a:p>
            <a:r>
              <a:rPr lang="en-IN" b="1" dirty="0"/>
              <a:t>    return 0;</a:t>
            </a:r>
          </a:p>
          <a:p>
            <a:r>
              <a:rPr lang="en-IN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61293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491</Words>
  <Application>Microsoft Office PowerPoint</Application>
  <PresentationFormat>On-screen Show (4:3)</PresentationFormat>
  <Paragraphs>101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Times New Roman</vt:lpstr>
      <vt:lpstr>Office Theme</vt:lpstr>
      <vt:lpstr>C Macros</vt:lpstr>
      <vt:lpstr>PowerPoint Presentation</vt:lpstr>
      <vt:lpstr>PowerPoint Presentation</vt:lpstr>
      <vt:lpstr>Object-like Macros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Arvind Kumar Mehta [MU - Jaipur]</cp:lastModifiedBy>
  <cp:revision>6</cp:revision>
  <dcterms:created xsi:type="dcterms:W3CDTF">2013-01-27T09:14:16Z</dcterms:created>
  <dcterms:modified xsi:type="dcterms:W3CDTF">2026-08-05T07:16:40Z</dcterms:modified>
  <cp:category/>
</cp:coreProperties>
</file>