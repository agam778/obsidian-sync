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0"/>
  </p:notesMasterIdLst>
  <p:handoutMasterIdLst>
    <p:handoutMasterId r:id="rId11"/>
  </p:handoutMasterIdLst>
  <p:sldIdLst>
    <p:sldId id="295" r:id="rId2"/>
    <p:sldId id="299" r:id="rId3"/>
    <p:sldId id="301" r:id="rId4"/>
    <p:sldId id="300" r:id="rId5"/>
    <p:sldId id="302" r:id="rId6"/>
    <p:sldId id="303" r:id="rId7"/>
    <p:sldId id="304" r:id="rId8"/>
    <p:sldId id="305" r:id="rId9"/>
  </p:sldIdLst>
  <p:sldSz cx="9144000" cy="6858000" type="screen4x3"/>
  <p:notesSz cx="6954838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ECFDD6-22AC-4862-9D93-6D465AE4D847}" v="15" dt="2026-08-13T09:18:08.4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918" autoAdjust="0"/>
  </p:normalViewPr>
  <p:slideViewPr>
    <p:cSldViewPr>
      <p:cViewPr varScale="1">
        <p:scale>
          <a:sx n="53" d="100"/>
          <a:sy n="53" d="100"/>
        </p:scale>
        <p:origin x="1588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vind Kumar Mehta [MU - Jaipur]" userId="05c91892-566a-4226-a371-aa1d586f0be7" providerId="ADAL" clId="{B053A5CE-0A90-414C-9281-C211CC0B95EF}"/>
    <pc:docChg chg="undo custSel addSld delSld modSld">
      <pc:chgData name="Arvind Kumar Mehta [MU - Jaipur]" userId="05c91892-566a-4226-a371-aa1d586f0be7" providerId="ADAL" clId="{B053A5CE-0A90-414C-9281-C211CC0B95EF}" dt="2026-08-13T09:19:22.427" v="155" actId="21"/>
      <pc:docMkLst>
        <pc:docMk/>
      </pc:docMkLst>
      <pc:sldChg chg="del">
        <pc:chgData name="Arvind Kumar Mehta [MU - Jaipur]" userId="05c91892-566a-4226-a371-aa1d586f0be7" providerId="ADAL" clId="{B053A5CE-0A90-414C-9281-C211CC0B95EF}" dt="2026-08-13T08:54:45.253" v="0" actId="47"/>
        <pc:sldMkLst>
          <pc:docMk/>
          <pc:sldMk cId="1096013122" sldId="266"/>
        </pc:sldMkLst>
      </pc:sldChg>
      <pc:sldChg chg="del">
        <pc:chgData name="Arvind Kumar Mehta [MU - Jaipur]" userId="05c91892-566a-4226-a371-aa1d586f0be7" providerId="ADAL" clId="{B053A5CE-0A90-414C-9281-C211CC0B95EF}" dt="2026-08-13T08:54:45.253" v="0" actId="47"/>
        <pc:sldMkLst>
          <pc:docMk/>
          <pc:sldMk cId="1910154274" sldId="268"/>
        </pc:sldMkLst>
      </pc:sldChg>
      <pc:sldChg chg="del">
        <pc:chgData name="Arvind Kumar Mehta [MU - Jaipur]" userId="05c91892-566a-4226-a371-aa1d586f0be7" providerId="ADAL" clId="{B053A5CE-0A90-414C-9281-C211CC0B95EF}" dt="2026-08-13T08:54:45.253" v="0" actId="47"/>
        <pc:sldMkLst>
          <pc:docMk/>
          <pc:sldMk cId="2530985759" sldId="296"/>
        </pc:sldMkLst>
      </pc:sldChg>
      <pc:sldChg chg="del">
        <pc:chgData name="Arvind Kumar Mehta [MU - Jaipur]" userId="05c91892-566a-4226-a371-aa1d586f0be7" providerId="ADAL" clId="{B053A5CE-0A90-414C-9281-C211CC0B95EF}" dt="2026-08-13T08:54:45.253" v="0" actId="47"/>
        <pc:sldMkLst>
          <pc:docMk/>
          <pc:sldMk cId="2184822769" sldId="297"/>
        </pc:sldMkLst>
      </pc:sldChg>
      <pc:sldChg chg="del">
        <pc:chgData name="Arvind Kumar Mehta [MU - Jaipur]" userId="05c91892-566a-4226-a371-aa1d586f0be7" providerId="ADAL" clId="{B053A5CE-0A90-414C-9281-C211CC0B95EF}" dt="2026-08-13T08:54:45.253" v="0" actId="47"/>
        <pc:sldMkLst>
          <pc:docMk/>
          <pc:sldMk cId="1271453040" sldId="298"/>
        </pc:sldMkLst>
      </pc:sldChg>
      <pc:sldChg chg="addSp delSp modSp mod">
        <pc:chgData name="Arvind Kumar Mehta [MU - Jaipur]" userId="05c91892-566a-4226-a371-aa1d586f0be7" providerId="ADAL" clId="{B053A5CE-0A90-414C-9281-C211CC0B95EF}" dt="2026-08-13T09:08:31.237" v="84" actId="403"/>
        <pc:sldMkLst>
          <pc:docMk/>
          <pc:sldMk cId="3278937654" sldId="299"/>
        </pc:sldMkLst>
        <pc:spChg chg="add mod">
          <ac:chgData name="Arvind Kumar Mehta [MU - Jaipur]" userId="05c91892-566a-4226-a371-aa1d586f0be7" providerId="ADAL" clId="{B053A5CE-0A90-414C-9281-C211CC0B95EF}" dt="2026-08-13T09:01:36.848" v="39" actId="207"/>
          <ac:spMkLst>
            <pc:docMk/>
            <pc:sldMk cId="3278937654" sldId="299"/>
            <ac:spMk id="3" creationId="{C48EDE72-4508-F548-E7BC-45FB02A1FDBB}"/>
          </ac:spMkLst>
        </pc:spChg>
        <pc:spChg chg="del mod">
          <ac:chgData name="Arvind Kumar Mehta [MU - Jaipur]" userId="05c91892-566a-4226-a371-aa1d586f0be7" providerId="ADAL" clId="{B053A5CE-0A90-414C-9281-C211CC0B95EF}" dt="2026-08-13T08:54:48.916" v="3"/>
          <ac:spMkLst>
            <pc:docMk/>
            <pc:sldMk cId="3278937654" sldId="299"/>
            <ac:spMk id="4" creationId="{5BB94753-F125-7BA0-B783-FFB9CC8863F3}"/>
          </ac:spMkLst>
        </pc:spChg>
        <pc:spChg chg="add mod">
          <ac:chgData name="Arvind Kumar Mehta [MU - Jaipur]" userId="05c91892-566a-4226-a371-aa1d586f0be7" providerId="ADAL" clId="{B053A5CE-0A90-414C-9281-C211CC0B95EF}" dt="2026-08-13T09:01:09.755" v="32" actId="403"/>
          <ac:spMkLst>
            <pc:docMk/>
            <pc:sldMk cId="3278937654" sldId="299"/>
            <ac:spMk id="6" creationId="{C0F6D43D-84E6-964B-E543-40D49988E340}"/>
          </ac:spMkLst>
        </pc:spChg>
        <pc:spChg chg="add mod">
          <ac:chgData name="Arvind Kumar Mehta [MU - Jaipur]" userId="05c91892-566a-4226-a371-aa1d586f0be7" providerId="ADAL" clId="{B053A5CE-0A90-414C-9281-C211CC0B95EF}" dt="2026-08-13T09:01:45.190" v="45" actId="404"/>
          <ac:spMkLst>
            <pc:docMk/>
            <pc:sldMk cId="3278937654" sldId="299"/>
            <ac:spMk id="8" creationId="{34464E6D-F418-654A-875C-AF9A30443905}"/>
          </ac:spMkLst>
        </pc:spChg>
        <pc:spChg chg="add del mod">
          <ac:chgData name="Arvind Kumar Mehta [MU - Jaipur]" userId="05c91892-566a-4226-a371-aa1d586f0be7" providerId="ADAL" clId="{B053A5CE-0A90-414C-9281-C211CC0B95EF}" dt="2026-08-13T09:00:44.008" v="21"/>
          <ac:spMkLst>
            <pc:docMk/>
            <pc:sldMk cId="3278937654" sldId="299"/>
            <ac:spMk id="9" creationId="{44FA4D3B-50E7-E723-BDB2-CD105F1AE044}"/>
          </ac:spMkLst>
        </pc:spChg>
        <pc:graphicFrameChg chg="add mod">
          <ac:chgData name="Arvind Kumar Mehta [MU - Jaipur]" userId="05c91892-566a-4226-a371-aa1d586f0be7" providerId="ADAL" clId="{B053A5CE-0A90-414C-9281-C211CC0B95EF}" dt="2026-08-13T09:00:44.674" v="22"/>
          <ac:graphicFrameMkLst>
            <pc:docMk/>
            <pc:sldMk cId="3278937654" sldId="299"/>
            <ac:graphicFrameMk id="10" creationId="{5F0A69A5-62FE-100C-4E74-85643E734ADA}"/>
          </ac:graphicFrameMkLst>
        </pc:graphicFrameChg>
        <pc:graphicFrameChg chg="add mod modGraphic">
          <ac:chgData name="Arvind Kumar Mehta [MU - Jaipur]" userId="05c91892-566a-4226-a371-aa1d586f0be7" providerId="ADAL" clId="{B053A5CE-0A90-414C-9281-C211CC0B95EF}" dt="2026-08-13T09:08:31.237" v="84" actId="403"/>
          <ac:graphicFrameMkLst>
            <pc:docMk/>
            <pc:sldMk cId="3278937654" sldId="299"/>
            <ac:graphicFrameMk id="11" creationId="{5A795F97-545E-F6B2-3D0A-307DE9AEE71F}"/>
          </ac:graphicFrameMkLst>
        </pc:graphicFrameChg>
      </pc:sldChg>
      <pc:sldChg chg="addSp modSp new mod">
        <pc:chgData name="Arvind Kumar Mehta [MU - Jaipur]" userId="05c91892-566a-4226-a371-aa1d586f0be7" providerId="ADAL" clId="{B053A5CE-0A90-414C-9281-C211CC0B95EF}" dt="2026-08-13T09:05:50.400" v="68" actId="207"/>
        <pc:sldMkLst>
          <pc:docMk/>
          <pc:sldMk cId="2165219384" sldId="300"/>
        </pc:sldMkLst>
        <pc:spChg chg="add mod">
          <ac:chgData name="Arvind Kumar Mehta [MU - Jaipur]" userId="05c91892-566a-4226-a371-aa1d586f0be7" providerId="ADAL" clId="{B053A5CE-0A90-414C-9281-C211CC0B95EF}" dt="2026-08-13T09:04:09.078" v="60"/>
          <ac:spMkLst>
            <pc:docMk/>
            <pc:sldMk cId="2165219384" sldId="300"/>
            <ac:spMk id="3" creationId="{F9B7CD61-F212-06B9-8A7D-23854B700C00}"/>
          </ac:spMkLst>
        </pc:spChg>
        <pc:spChg chg="add mod">
          <ac:chgData name="Arvind Kumar Mehta [MU - Jaipur]" userId="05c91892-566a-4226-a371-aa1d586f0be7" providerId="ADAL" clId="{B053A5CE-0A90-414C-9281-C211CC0B95EF}" dt="2026-08-13T09:05:50.400" v="68" actId="207"/>
          <ac:spMkLst>
            <pc:docMk/>
            <pc:sldMk cId="2165219384" sldId="300"/>
            <ac:spMk id="5" creationId="{40DAC350-CCBF-C36D-2C2F-8E974C97D0E2}"/>
          </ac:spMkLst>
        </pc:spChg>
        <pc:graphicFrameChg chg="add mod">
          <ac:chgData name="Arvind Kumar Mehta [MU - Jaipur]" userId="05c91892-566a-4226-a371-aa1d586f0be7" providerId="ADAL" clId="{B053A5CE-0A90-414C-9281-C211CC0B95EF}" dt="2026-08-13T09:05:38.918" v="67" actId="1076"/>
          <ac:graphicFrameMkLst>
            <pc:docMk/>
            <pc:sldMk cId="2165219384" sldId="300"/>
            <ac:graphicFrameMk id="6" creationId="{7598ADDC-5B30-AC7F-AD61-5F63FAEEC639}"/>
          </ac:graphicFrameMkLst>
        </pc:graphicFrameChg>
      </pc:sldChg>
      <pc:sldChg chg="addSp modSp new mod setBg">
        <pc:chgData name="Arvind Kumar Mehta [MU - Jaipur]" userId="05c91892-566a-4226-a371-aa1d586f0be7" providerId="ADAL" clId="{B053A5CE-0A90-414C-9281-C211CC0B95EF}" dt="2026-08-13T09:08:15.922" v="82" actId="14100"/>
        <pc:sldMkLst>
          <pc:docMk/>
          <pc:sldMk cId="2743811733" sldId="301"/>
        </pc:sldMkLst>
        <pc:spChg chg="add mod">
          <ac:chgData name="Arvind Kumar Mehta [MU - Jaipur]" userId="05c91892-566a-4226-a371-aa1d586f0be7" providerId="ADAL" clId="{B053A5CE-0A90-414C-9281-C211CC0B95EF}" dt="2026-08-13T09:08:15.922" v="82" actId="14100"/>
          <ac:spMkLst>
            <pc:docMk/>
            <pc:sldMk cId="2743811733" sldId="301"/>
            <ac:spMk id="3" creationId="{AD659828-4CEC-753E-F2D0-4AC353092836}"/>
          </ac:spMkLst>
        </pc:spChg>
        <pc:spChg chg="add mod">
          <ac:chgData name="Arvind Kumar Mehta [MU - Jaipur]" userId="05c91892-566a-4226-a371-aa1d586f0be7" providerId="ADAL" clId="{B053A5CE-0A90-414C-9281-C211CC0B95EF}" dt="2026-08-13T09:08:11.062" v="81" actId="207"/>
          <ac:spMkLst>
            <pc:docMk/>
            <pc:sldMk cId="2743811733" sldId="301"/>
            <ac:spMk id="5" creationId="{6812889B-1BA4-9F89-6310-1D1945DAEF87}"/>
          </ac:spMkLst>
        </pc:spChg>
        <pc:spChg chg="add">
          <ac:chgData name="Arvind Kumar Mehta [MU - Jaipur]" userId="05c91892-566a-4226-a371-aa1d586f0be7" providerId="ADAL" clId="{B053A5CE-0A90-414C-9281-C211CC0B95EF}" dt="2026-08-13T09:07:48.904" v="75" actId="26606"/>
          <ac:spMkLst>
            <pc:docMk/>
            <pc:sldMk cId="2743811733" sldId="301"/>
            <ac:spMk id="8" creationId="{7D379150-F6B4-45C8-BE10-6B278AD400EB}"/>
          </ac:spMkLst>
        </pc:spChg>
        <pc:spChg chg="add">
          <ac:chgData name="Arvind Kumar Mehta [MU - Jaipur]" userId="05c91892-566a-4226-a371-aa1d586f0be7" providerId="ADAL" clId="{B053A5CE-0A90-414C-9281-C211CC0B95EF}" dt="2026-08-13T09:07:48.904" v="75" actId="26606"/>
          <ac:spMkLst>
            <pc:docMk/>
            <pc:sldMk cId="2743811733" sldId="301"/>
            <ac:spMk id="10" creationId="{5FFCF544-A370-4A5D-A95F-CA6E0E7191E6}"/>
          </ac:spMkLst>
        </pc:spChg>
        <pc:spChg chg="add">
          <ac:chgData name="Arvind Kumar Mehta [MU - Jaipur]" userId="05c91892-566a-4226-a371-aa1d586f0be7" providerId="ADAL" clId="{B053A5CE-0A90-414C-9281-C211CC0B95EF}" dt="2026-08-13T09:07:48.904" v="75" actId="26606"/>
          <ac:spMkLst>
            <pc:docMk/>
            <pc:sldMk cId="2743811733" sldId="301"/>
            <ac:spMk id="14" creationId="{284B70D5-875B-433D-BDBD-1522A85D6C1D}"/>
          </ac:spMkLst>
        </pc:spChg>
        <pc:spChg chg="add">
          <ac:chgData name="Arvind Kumar Mehta [MU - Jaipur]" userId="05c91892-566a-4226-a371-aa1d586f0be7" providerId="ADAL" clId="{B053A5CE-0A90-414C-9281-C211CC0B95EF}" dt="2026-08-13T09:07:48.904" v="75" actId="26606"/>
          <ac:spMkLst>
            <pc:docMk/>
            <pc:sldMk cId="2743811733" sldId="301"/>
            <ac:spMk id="18" creationId="{1E299956-A9E7-4FC1-A0B1-D590CA9730E8}"/>
          </ac:spMkLst>
        </pc:spChg>
        <pc:spChg chg="add">
          <ac:chgData name="Arvind Kumar Mehta [MU - Jaipur]" userId="05c91892-566a-4226-a371-aa1d586f0be7" providerId="ADAL" clId="{B053A5CE-0A90-414C-9281-C211CC0B95EF}" dt="2026-08-13T09:07:48.904" v="75" actId="26606"/>
          <ac:spMkLst>
            <pc:docMk/>
            <pc:sldMk cId="2743811733" sldId="301"/>
            <ac:spMk id="20" creationId="{17FC539C-B783-4B03-9F9E-D13430F3F64F}"/>
          </ac:spMkLst>
        </pc:spChg>
        <pc:graphicFrameChg chg="add mod ord modGraphic">
          <ac:chgData name="Arvind Kumar Mehta [MU - Jaipur]" userId="05c91892-566a-4226-a371-aa1d586f0be7" providerId="ADAL" clId="{B053A5CE-0A90-414C-9281-C211CC0B95EF}" dt="2026-08-13T09:07:48.904" v="75" actId="26606"/>
          <ac:graphicFrameMkLst>
            <pc:docMk/>
            <pc:sldMk cId="2743811733" sldId="301"/>
            <ac:graphicFrameMk id="2" creationId="{404F89BC-C9D3-2869-94BD-3D35EC0D5BE2}"/>
          </ac:graphicFrameMkLst>
        </pc:graphicFrameChg>
        <pc:cxnChg chg="add">
          <ac:chgData name="Arvind Kumar Mehta [MU - Jaipur]" userId="05c91892-566a-4226-a371-aa1d586f0be7" providerId="ADAL" clId="{B053A5CE-0A90-414C-9281-C211CC0B95EF}" dt="2026-08-13T09:07:48.904" v="75" actId="26606"/>
          <ac:cxnSpMkLst>
            <pc:docMk/>
            <pc:sldMk cId="2743811733" sldId="301"/>
            <ac:cxnSpMk id="12" creationId="{6EEB3B97-A638-498B-8083-54191CE71E01}"/>
          </ac:cxnSpMkLst>
        </pc:cxnChg>
        <pc:cxnChg chg="add">
          <ac:chgData name="Arvind Kumar Mehta [MU - Jaipur]" userId="05c91892-566a-4226-a371-aa1d586f0be7" providerId="ADAL" clId="{B053A5CE-0A90-414C-9281-C211CC0B95EF}" dt="2026-08-13T09:07:48.904" v="75" actId="26606"/>
          <ac:cxnSpMkLst>
            <pc:docMk/>
            <pc:sldMk cId="2743811733" sldId="301"/>
            <ac:cxnSpMk id="16" creationId="{C947DF4A-614C-4B4C-8B80-E5B9D8E8CFED}"/>
          </ac:cxnSpMkLst>
        </pc:cxnChg>
      </pc:sldChg>
      <pc:sldChg chg="addSp modSp new mod">
        <pc:chgData name="Arvind Kumar Mehta [MU - Jaipur]" userId="05c91892-566a-4226-a371-aa1d586f0be7" providerId="ADAL" clId="{B053A5CE-0A90-414C-9281-C211CC0B95EF}" dt="2026-08-13T09:13:27.697" v="108"/>
        <pc:sldMkLst>
          <pc:docMk/>
          <pc:sldMk cId="3834857048" sldId="302"/>
        </pc:sldMkLst>
        <pc:spChg chg="add mod">
          <ac:chgData name="Arvind Kumar Mehta [MU - Jaipur]" userId="05c91892-566a-4226-a371-aa1d586f0be7" providerId="ADAL" clId="{B053A5CE-0A90-414C-9281-C211CC0B95EF}" dt="2026-08-13T09:13:01.403" v="104" actId="207"/>
          <ac:spMkLst>
            <pc:docMk/>
            <pc:sldMk cId="3834857048" sldId="302"/>
            <ac:spMk id="3" creationId="{2584B641-0F41-A923-A1A5-2CE9F69298BA}"/>
          </ac:spMkLst>
        </pc:spChg>
        <pc:spChg chg="add mod">
          <ac:chgData name="Arvind Kumar Mehta [MU - Jaipur]" userId="05c91892-566a-4226-a371-aa1d586f0be7" providerId="ADAL" clId="{B053A5CE-0A90-414C-9281-C211CC0B95EF}" dt="2026-08-13T09:13:27.697" v="108"/>
          <ac:spMkLst>
            <pc:docMk/>
            <pc:sldMk cId="3834857048" sldId="302"/>
            <ac:spMk id="5" creationId="{B4F48267-6054-36AA-B01C-DB04655B4AA1}"/>
          </ac:spMkLst>
        </pc:spChg>
      </pc:sldChg>
      <pc:sldChg chg="addSp modSp new mod">
        <pc:chgData name="Arvind Kumar Mehta [MU - Jaipur]" userId="05c91892-566a-4226-a371-aa1d586f0be7" providerId="ADAL" clId="{B053A5CE-0A90-414C-9281-C211CC0B95EF}" dt="2026-08-13T09:14:18.724" v="139" actId="14100"/>
        <pc:sldMkLst>
          <pc:docMk/>
          <pc:sldMk cId="4084734051" sldId="303"/>
        </pc:sldMkLst>
        <pc:spChg chg="add mod">
          <ac:chgData name="Arvind Kumar Mehta [MU - Jaipur]" userId="05c91892-566a-4226-a371-aa1d586f0be7" providerId="ADAL" clId="{B053A5CE-0A90-414C-9281-C211CC0B95EF}" dt="2026-08-13T09:14:18.724" v="139" actId="14100"/>
          <ac:spMkLst>
            <pc:docMk/>
            <pc:sldMk cId="4084734051" sldId="303"/>
            <ac:spMk id="4" creationId="{6CCFE5EB-EE7E-A94D-DE79-EA75079C4E98}"/>
          </ac:spMkLst>
        </pc:spChg>
        <pc:graphicFrameChg chg="add mod">
          <ac:chgData name="Arvind Kumar Mehta [MU - Jaipur]" userId="05c91892-566a-4226-a371-aa1d586f0be7" providerId="ADAL" clId="{B053A5CE-0A90-414C-9281-C211CC0B95EF}" dt="2026-08-13T09:13:44.735" v="111" actId="1076"/>
          <ac:graphicFrameMkLst>
            <pc:docMk/>
            <pc:sldMk cId="4084734051" sldId="303"/>
            <ac:graphicFrameMk id="2" creationId="{3BD53AAD-53D5-4FA7-CEED-1AA3613BC512}"/>
          </ac:graphicFrameMkLst>
        </pc:graphicFrameChg>
      </pc:sldChg>
      <pc:sldChg chg="addSp modSp new mod">
        <pc:chgData name="Arvind Kumar Mehta [MU - Jaipur]" userId="05c91892-566a-4226-a371-aa1d586f0be7" providerId="ADAL" clId="{B053A5CE-0A90-414C-9281-C211CC0B95EF}" dt="2026-08-13T09:14:41.397" v="142" actId="14100"/>
        <pc:sldMkLst>
          <pc:docMk/>
          <pc:sldMk cId="1156303234" sldId="304"/>
        </pc:sldMkLst>
        <pc:spChg chg="add mod">
          <ac:chgData name="Arvind Kumar Mehta [MU - Jaipur]" userId="05c91892-566a-4226-a371-aa1d586f0be7" providerId="ADAL" clId="{B053A5CE-0A90-414C-9281-C211CC0B95EF}" dt="2026-08-13T09:14:41.397" v="142" actId="14100"/>
          <ac:spMkLst>
            <pc:docMk/>
            <pc:sldMk cId="1156303234" sldId="304"/>
            <ac:spMk id="3" creationId="{22A812AD-99D9-F23E-4B90-B61D326854FB}"/>
          </ac:spMkLst>
        </pc:spChg>
      </pc:sldChg>
      <pc:sldChg chg="addSp modSp new mod setBg">
        <pc:chgData name="Arvind Kumar Mehta [MU - Jaipur]" userId="05c91892-566a-4226-a371-aa1d586f0be7" providerId="ADAL" clId="{B053A5CE-0A90-414C-9281-C211CC0B95EF}" dt="2026-08-13T09:19:22.427" v="155" actId="21"/>
        <pc:sldMkLst>
          <pc:docMk/>
          <pc:sldMk cId="172796126" sldId="305"/>
        </pc:sldMkLst>
        <pc:spChg chg="add mod">
          <ac:chgData name="Arvind Kumar Mehta [MU - Jaipur]" userId="05c91892-566a-4226-a371-aa1d586f0be7" providerId="ADAL" clId="{B053A5CE-0A90-414C-9281-C211CC0B95EF}" dt="2026-08-13T09:18:49.853" v="152" actId="207"/>
          <ac:spMkLst>
            <pc:docMk/>
            <pc:sldMk cId="172796126" sldId="305"/>
            <ac:spMk id="4" creationId="{1B343951-CEB5-2920-2E25-F074DEF29C7F}"/>
          </ac:spMkLst>
        </pc:spChg>
        <pc:graphicFrameChg chg="add mod modGraphic">
          <ac:chgData name="Arvind Kumar Mehta [MU - Jaipur]" userId="05c91892-566a-4226-a371-aa1d586f0be7" providerId="ADAL" clId="{B053A5CE-0A90-414C-9281-C211CC0B95EF}" dt="2026-08-13T09:19:22.427" v="155" actId="21"/>
          <ac:graphicFrameMkLst>
            <pc:docMk/>
            <pc:sldMk cId="172796126" sldId="305"/>
            <ac:graphicFrameMk id="2" creationId="{8C3091AA-D31E-EDE7-B3C8-86D2C0C08CD3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40175" y="0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67D29-0E54-4FC2-B286-9BE94D2829B8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40175" y="8842375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69E78D-3266-4CC1-916B-2600E39DD5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C4BA4553-079D-4D20-B90C-B0C298FDB8E7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21823"/>
            <a:ext cx="5563870" cy="4189095"/>
          </a:xfrm>
          <a:prstGeom prst="rect">
            <a:avLst/>
          </a:prstGeom>
        </p:spPr>
        <p:txBody>
          <a:bodyPr vert="horz" lIns="92930" tIns="46465" rIns="92930" bIns="4646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29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ACEE32E0-70ED-475D-B6A3-4A43F6DB1D4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9455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1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7808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636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817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426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181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27748E43-AAF6-4998-B241-677BD4572ECB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724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885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165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438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7748E43-AAF6-4998-B241-677BD4572ECB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887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228600" y="457200"/>
            <a:ext cx="8686800" cy="4610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600" b="1" dirty="0"/>
              <a:t>Problem Solving Using Computers</a:t>
            </a:r>
          </a:p>
          <a:p>
            <a:pPr algn="ctr"/>
            <a:r>
              <a:rPr lang="en-IN" sz="4000" b="1" dirty="0">
                <a:solidFill>
                  <a:srgbClr val="C00000"/>
                </a:solidFill>
              </a:rPr>
              <a:t>Variables</a:t>
            </a:r>
            <a:endParaRPr lang="en-IN" sz="3600" b="1" dirty="0">
              <a:latin typeface="Palatino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lvl="0" algn="ctr">
              <a:spcBef>
                <a:spcPct val="0"/>
              </a:spcBef>
              <a:defRPr/>
            </a:pPr>
            <a:endParaRPr lang="en-IN" sz="3600" b="1" dirty="0">
              <a:effectLst/>
              <a:latin typeface="Palatino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lvl="0" algn="ctr">
              <a:spcBef>
                <a:spcPct val="0"/>
              </a:spcBef>
              <a:defRPr/>
            </a:pPr>
            <a:endParaRPr lang="en-IN" sz="3600" b="1" dirty="0">
              <a:effectLst/>
              <a:latin typeface="Palatino"/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8EDE72-4508-F548-E7BC-45FB02A1FDBB}"/>
              </a:ext>
            </a:extLst>
          </p:cNvPr>
          <p:cNvSpPr txBox="1"/>
          <p:nvPr/>
        </p:nvSpPr>
        <p:spPr>
          <a:xfrm>
            <a:off x="457200" y="1143000"/>
            <a:ext cx="7772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A </a:t>
            </a:r>
            <a:r>
              <a:rPr lang="en-IN" sz="2000" b="1" dirty="0"/>
              <a:t>variable</a:t>
            </a:r>
            <a:r>
              <a:rPr lang="en-IN" sz="2000" dirty="0"/>
              <a:t> in C is a </a:t>
            </a:r>
            <a:r>
              <a:rPr lang="en-IN" sz="2000" b="1" dirty="0"/>
              <a:t>named memory location used to store a value</a:t>
            </a:r>
            <a:r>
              <a:rPr lang="en-IN" sz="2000" dirty="0"/>
              <a:t>. The value of a variable can change during program execution.</a:t>
            </a:r>
          </a:p>
          <a:p>
            <a:endParaRPr lang="en-IN" sz="2000" dirty="0"/>
          </a:p>
          <a:p>
            <a:r>
              <a:rPr lang="en-IN" sz="2000" dirty="0">
                <a:solidFill>
                  <a:schemeClr val="accent2"/>
                </a:solidFill>
              </a:rPr>
              <a:t>int marks; float salary; char grade;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6D43D-84E6-964B-E543-40D49988E340}"/>
              </a:ext>
            </a:extLst>
          </p:cNvPr>
          <p:cNvSpPr txBox="1"/>
          <p:nvPr/>
        </p:nvSpPr>
        <p:spPr>
          <a:xfrm>
            <a:off x="2286000" y="30480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/>
              <a:t>Variable</a:t>
            </a:r>
            <a:endParaRPr lang="en-IN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464E6D-F418-654A-875C-AF9A30443905}"/>
              </a:ext>
            </a:extLst>
          </p:cNvPr>
          <p:cNvSpPr txBox="1"/>
          <p:nvPr/>
        </p:nvSpPr>
        <p:spPr>
          <a:xfrm>
            <a:off x="469232" y="2587459"/>
            <a:ext cx="85223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2"/>
                </a:solidFill>
              </a:rPr>
              <a:t>Basic Data Types in C</a:t>
            </a:r>
          </a:p>
          <a:p>
            <a:pPr>
              <a:buNone/>
            </a:pPr>
            <a:r>
              <a:rPr lang="en-IN" sz="2000" dirty="0"/>
              <a:t>A </a:t>
            </a:r>
            <a:r>
              <a:rPr lang="en-IN" sz="2000" b="1" dirty="0"/>
              <a:t>data type</a:t>
            </a:r>
            <a:r>
              <a:rPr lang="en-IN" sz="2000" dirty="0"/>
              <a:t> specifies what type of value a variable can store.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A795F97-545E-F6B2-3D0A-307DE9AEE7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340872"/>
              </p:ext>
            </p:extLst>
          </p:nvPr>
        </p:nvGraphicFramePr>
        <p:xfrm>
          <a:off x="469232" y="3562656"/>
          <a:ext cx="7543800" cy="2164080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15012325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929619086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2762670368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15766108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Data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Format Specifier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211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int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Integer numbers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int age = 20;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%d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058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float</a:t>
                      </a:r>
                      <a:endParaRPr lang="en-IN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Decimal numbers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float price = 25.5;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%f</a:t>
                      </a:r>
                      <a:endParaRPr lang="en-IN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2962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double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Large/precise decimal numbers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double pi = 3.14159;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%lf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150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Char</a:t>
                      </a:r>
                      <a:endParaRPr lang="en-IN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Single character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char grade = 'A';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%c</a:t>
                      </a:r>
                      <a:endParaRPr lang="en-IN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854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8937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D379150-F6B4-45C8-BE10-6B278AD40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FCF544-A370-4A5D-A95F-CA6E0E719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9144000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EEB3B97-A638-498B-8083-54191CE71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84B70D5-875B-433D-BDBD-1522A85D6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47DF4A-614C-4B4C-8B80-E5B9D8E8C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19107" y="2085703"/>
            <a:ext cx="26746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D659828-4CEC-753E-F2D0-4AC353092836}"/>
              </a:ext>
            </a:extLst>
          </p:cNvPr>
          <p:cNvSpPr txBox="1"/>
          <p:nvPr/>
        </p:nvSpPr>
        <p:spPr>
          <a:xfrm>
            <a:off x="5894613" y="2198914"/>
            <a:ext cx="2767693" cy="121077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size of a data type is compiler/system dependent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Common sizes on modern systems are: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299956-A9E7-4FC1-A0B1-D590CA973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FC539C-B783-4B03-9F9E-D13430F3F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04F89BC-C9D3-2869-94BD-3D35EC0D5B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263071"/>
              </p:ext>
            </p:extLst>
          </p:nvPr>
        </p:nvGraphicFramePr>
        <p:xfrm>
          <a:off x="475499" y="718162"/>
          <a:ext cx="5182352" cy="515824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567374">
                  <a:extLst>
                    <a:ext uri="{9D8B030D-6E8A-4147-A177-3AD203B41FA5}">
                      <a16:colId xmlns:a16="http://schemas.microsoft.com/office/drawing/2014/main" val="3953338994"/>
                    </a:ext>
                  </a:extLst>
                </a:gridCol>
                <a:gridCol w="1642076">
                  <a:extLst>
                    <a:ext uri="{9D8B030D-6E8A-4147-A177-3AD203B41FA5}">
                      <a16:colId xmlns:a16="http://schemas.microsoft.com/office/drawing/2014/main" val="1945245607"/>
                    </a:ext>
                  </a:extLst>
                </a:gridCol>
                <a:gridCol w="1972902">
                  <a:extLst>
                    <a:ext uri="{9D8B030D-6E8A-4147-A177-3AD203B41FA5}">
                      <a16:colId xmlns:a16="http://schemas.microsoft.com/office/drawing/2014/main" val="499856468"/>
                    </a:ext>
                  </a:extLst>
                </a:gridCol>
              </a:tblGrid>
              <a:tr h="4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Data Type</a:t>
                      </a:r>
                    </a:p>
                  </a:txBody>
                  <a:tcPr marL="91392" marR="91392" marT="45696" marB="456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Typical Size</a:t>
                      </a:r>
                    </a:p>
                  </a:txBody>
                  <a:tcPr marL="91392" marR="91392" marT="45696" marB="456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Example</a:t>
                      </a:r>
                    </a:p>
                  </a:txBody>
                  <a:tcPr marL="91392" marR="91392" marT="45696" marB="45696" anchor="ctr"/>
                </a:tc>
                <a:extLst>
                  <a:ext uri="{0D108BD9-81ED-4DB2-BD59-A6C34878D82A}">
                    <a16:rowId xmlns:a16="http://schemas.microsoft.com/office/drawing/2014/main" val="4197037126"/>
                  </a:ext>
                </a:extLst>
              </a:tr>
              <a:tr h="4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char</a:t>
                      </a:r>
                    </a:p>
                  </a:txBody>
                  <a:tcPr marL="91392" marR="91392" marT="45696" marB="456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b="1"/>
                        <a:t>1 byte</a:t>
                      </a:r>
                      <a:endParaRPr lang="en-IN" sz="1800"/>
                    </a:p>
                  </a:txBody>
                  <a:tcPr marL="91392" marR="91392" marT="45696" marB="456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char c = 'A';</a:t>
                      </a:r>
                    </a:p>
                  </a:txBody>
                  <a:tcPr marL="91392" marR="91392" marT="45696" marB="45696" anchor="ctr"/>
                </a:tc>
                <a:extLst>
                  <a:ext uri="{0D108BD9-81ED-4DB2-BD59-A6C34878D82A}">
                    <a16:rowId xmlns:a16="http://schemas.microsoft.com/office/drawing/2014/main" val="2991642549"/>
                  </a:ext>
                </a:extLst>
              </a:tr>
              <a:tr h="682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short int</a:t>
                      </a:r>
                    </a:p>
                  </a:txBody>
                  <a:tcPr marL="91392" marR="91392" marT="45696" marB="456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b="1"/>
                        <a:t>2 bytes</a:t>
                      </a:r>
                      <a:endParaRPr lang="en-IN" sz="1800"/>
                    </a:p>
                  </a:txBody>
                  <a:tcPr marL="91392" marR="91392" marT="45696" marB="456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short int age = 12;</a:t>
                      </a:r>
                    </a:p>
                  </a:txBody>
                  <a:tcPr marL="91392" marR="91392" marT="45696" marB="45696" anchor="ctr"/>
                </a:tc>
                <a:extLst>
                  <a:ext uri="{0D108BD9-81ED-4DB2-BD59-A6C34878D82A}">
                    <a16:rowId xmlns:a16="http://schemas.microsoft.com/office/drawing/2014/main" val="3618615258"/>
                  </a:ext>
                </a:extLst>
              </a:tr>
              <a:tr h="4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int</a:t>
                      </a:r>
                    </a:p>
                  </a:txBody>
                  <a:tcPr marL="91392" marR="91392" marT="45696" marB="456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b="1"/>
                        <a:t>4 bytes</a:t>
                      </a:r>
                      <a:endParaRPr lang="en-IN" sz="1800"/>
                    </a:p>
                  </a:txBody>
                  <a:tcPr marL="91392" marR="91392" marT="45696" marB="456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int n = 12;</a:t>
                      </a:r>
                    </a:p>
                  </a:txBody>
                  <a:tcPr marL="91392" marR="91392" marT="45696" marB="45696" anchor="ctr"/>
                </a:tc>
                <a:extLst>
                  <a:ext uri="{0D108BD9-81ED-4DB2-BD59-A6C34878D82A}">
                    <a16:rowId xmlns:a16="http://schemas.microsoft.com/office/drawing/2014/main" val="1964036986"/>
                  </a:ext>
                </a:extLst>
              </a:tr>
              <a:tr h="4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long int</a:t>
                      </a:r>
                    </a:p>
                  </a:txBody>
                  <a:tcPr marL="91392" marR="91392" marT="45696" marB="456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b="1"/>
                        <a:t>4 or 8 bytes</a:t>
                      </a:r>
                      <a:endParaRPr lang="en-IN" sz="1800"/>
                    </a:p>
                  </a:txBody>
                  <a:tcPr marL="91392" marR="91392" marT="45696" marB="456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long int x = 12l;</a:t>
                      </a:r>
                    </a:p>
                  </a:txBody>
                  <a:tcPr marL="91392" marR="91392" marT="45696" marB="45696" anchor="ctr"/>
                </a:tc>
                <a:extLst>
                  <a:ext uri="{0D108BD9-81ED-4DB2-BD59-A6C34878D82A}">
                    <a16:rowId xmlns:a16="http://schemas.microsoft.com/office/drawing/2014/main" val="3564901649"/>
                  </a:ext>
                </a:extLst>
              </a:tr>
              <a:tr h="682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long long int</a:t>
                      </a:r>
                    </a:p>
                  </a:txBody>
                  <a:tcPr marL="91392" marR="91392" marT="45696" marB="456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b="1"/>
                        <a:t>8 bytes</a:t>
                      </a:r>
                      <a:endParaRPr lang="en-IN" sz="1800"/>
                    </a:p>
                  </a:txBody>
                  <a:tcPr marL="91392" marR="91392" marT="45696" marB="456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long long int x = 12ll;</a:t>
                      </a:r>
                    </a:p>
                  </a:txBody>
                  <a:tcPr marL="91392" marR="91392" marT="45696" marB="45696" anchor="ctr"/>
                </a:tc>
                <a:extLst>
                  <a:ext uri="{0D108BD9-81ED-4DB2-BD59-A6C34878D82A}">
                    <a16:rowId xmlns:a16="http://schemas.microsoft.com/office/drawing/2014/main" val="1485895172"/>
                  </a:ext>
                </a:extLst>
              </a:tr>
              <a:tr h="4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float</a:t>
                      </a:r>
                    </a:p>
                  </a:txBody>
                  <a:tcPr marL="91392" marR="91392" marT="45696" marB="456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b="1"/>
                        <a:t>4 bytes</a:t>
                      </a:r>
                      <a:endParaRPr lang="en-IN" sz="1800"/>
                    </a:p>
                  </a:txBody>
                  <a:tcPr marL="91392" marR="91392" marT="45696" marB="456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float x = 12.5f;</a:t>
                      </a:r>
                    </a:p>
                  </a:txBody>
                  <a:tcPr marL="91392" marR="91392" marT="45696" marB="45696" anchor="ctr"/>
                </a:tc>
                <a:extLst>
                  <a:ext uri="{0D108BD9-81ED-4DB2-BD59-A6C34878D82A}">
                    <a16:rowId xmlns:a16="http://schemas.microsoft.com/office/drawing/2014/main" val="2787949"/>
                  </a:ext>
                </a:extLst>
              </a:tr>
              <a:tr h="4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double</a:t>
                      </a:r>
                    </a:p>
                  </a:txBody>
                  <a:tcPr marL="91392" marR="91392" marT="45696" marB="456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b="1"/>
                        <a:t>8 bytes</a:t>
                      </a:r>
                      <a:endParaRPr lang="en-IN" sz="1800"/>
                    </a:p>
                  </a:txBody>
                  <a:tcPr marL="91392" marR="91392" marT="45696" marB="456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double x = 12.5;</a:t>
                      </a:r>
                    </a:p>
                  </a:txBody>
                  <a:tcPr marL="91392" marR="91392" marT="45696" marB="45696" anchor="ctr"/>
                </a:tc>
                <a:extLst>
                  <a:ext uri="{0D108BD9-81ED-4DB2-BD59-A6C34878D82A}">
                    <a16:rowId xmlns:a16="http://schemas.microsoft.com/office/drawing/2014/main" val="458507657"/>
                  </a:ext>
                </a:extLst>
              </a:tr>
              <a:tr h="682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long double</a:t>
                      </a:r>
                    </a:p>
                  </a:txBody>
                  <a:tcPr marL="91392" marR="91392" marT="45696" marB="456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b="1"/>
                        <a:t>10, 12, or 16 bytes</a:t>
                      </a:r>
                      <a:endParaRPr lang="en-IN" sz="1800"/>
                    </a:p>
                  </a:txBody>
                  <a:tcPr marL="91392" marR="91392" marT="45696" marB="456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long double x = 12.5L;</a:t>
                      </a:r>
                    </a:p>
                  </a:txBody>
                  <a:tcPr marL="91392" marR="91392" marT="45696" marB="45696" anchor="ctr"/>
                </a:tc>
                <a:extLst>
                  <a:ext uri="{0D108BD9-81ED-4DB2-BD59-A6C34878D82A}">
                    <a16:rowId xmlns:a16="http://schemas.microsoft.com/office/drawing/2014/main" val="234952419"/>
                  </a:ext>
                </a:extLst>
              </a:tr>
              <a:tr h="682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void</a:t>
                      </a:r>
                    </a:p>
                  </a:txBody>
                  <a:tcPr marL="91392" marR="91392" marT="45696" marB="456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b="1"/>
                        <a:t>No storage size</a:t>
                      </a:r>
                      <a:endParaRPr lang="en-IN" sz="1800"/>
                    </a:p>
                  </a:txBody>
                  <a:tcPr marL="91392" marR="91392" marT="45696" marB="456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void fun();</a:t>
                      </a:r>
                    </a:p>
                  </a:txBody>
                  <a:tcPr marL="91392" marR="91392" marT="45696" marB="45696" anchor="ctr"/>
                </a:tc>
                <a:extLst>
                  <a:ext uri="{0D108BD9-81ED-4DB2-BD59-A6C34878D82A}">
                    <a16:rowId xmlns:a16="http://schemas.microsoft.com/office/drawing/2014/main" val="368311631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12889B-1BA4-9F89-6310-1D1945DAEF87}"/>
              </a:ext>
            </a:extLst>
          </p:cNvPr>
          <p:cNvSpPr txBox="1"/>
          <p:nvPr/>
        </p:nvSpPr>
        <p:spPr>
          <a:xfrm>
            <a:off x="463467" y="188265"/>
            <a:ext cx="457200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2400" b="1" dirty="0">
                <a:solidFill>
                  <a:schemeClr val="accent2"/>
                </a:solidFill>
              </a:rPr>
              <a:t>Size of Basic Data Types in C</a:t>
            </a:r>
          </a:p>
        </p:txBody>
      </p:sp>
    </p:spTree>
    <p:extLst>
      <p:ext uri="{BB962C8B-B14F-4D97-AF65-F5344CB8AC3E}">
        <p14:creationId xmlns:p14="http://schemas.microsoft.com/office/powerpoint/2010/main" val="2743811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B7CD61-F212-06B9-8A7D-23854B700C00}"/>
              </a:ext>
            </a:extLst>
          </p:cNvPr>
          <p:cNvSpPr txBox="1"/>
          <p:nvPr/>
        </p:nvSpPr>
        <p:spPr>
          <a:xfrm>
            <a:off x="457200" y="457200"/>
            <a:ext cx="76962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Type modifiers in C: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Size modifiers:</a:t>
            </a:r>
            <a:r>
              <a:rPr lang="en-IN" sz="2000" dirty="0"/>
              <a:t> </a:t>
            </a:r>
            <a:r>
              <a:rPr lang="en-IN" sz="2000" dirty="0">
                <a:latin typeface="Courier New" panose="02070309020205020404" pitchFamily="49" charset="0"/>
              </a:rPr>
              <a:t>short</a:t>
            </a:r>
            <a:r>
              <a:rPr lang="en-IN" sz="2000" dirty="0"/>
              <a:t>, </a:t>
            </a:r>
            <a:r>
              <a:rPr lang="en-IN" sz="2000" dirty="0">
                <a:latin typeface="Courier New" panose="02070309020205020404" pitchFamily="49" charset="0"/>
              </a:rPr>
              <a:t>long</a:t>
            </a:r>
            <a:r>
              <a:rPr lang="en-IN" sz="2000" dirty="0"/>
              <a:t>, </a:t>
            </a:r>
            <a:r>
              <a:rPr lang="en-IN" sz="2000" dirty="0">
                <a:latin typeface="Courier New" panose="02070309020205020404" pitchFamily="49" charset="0"/>
              </a:rPr>
              <a:t>long </a:t>
            </a:r>
            <a:r>
              <a:rPr lang="en-IN" sz="2000" dirty="0" err="1">
                <a:latin typeface="Courier New" panose="02070309020205020404" pitchFamily="49" charset="0"/>
              </a:rPr>
              <a:t>long</a:t>
            </a:r>
            <a:r>
              <a:rPr lang="en-IN" sz="20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Sign modifiers:</a:t>
            </a:r>
            <a:r>
              <a:rPr lang="en-IN" sz="2000" dirty="0"/>
              <a:t> </a:t>
            </a:r>
            <a:r>
              <a:rPr lang="en-IN" sz="2000" dirty="0">
                <a:latin typeface="Courier New" panose="02070309020205020404" pitchFamily="49" charset="0"/>
              </a:rPr>
              <a:t>signed</a:t>
            </a:r>
            <a:r>
              <a:rPr lang="en-IN" sz="2000" dirty="0"/>
              <a:t>, </a:t>
            </a:r>
            <a:r>
              <a:rPr lang="en-IN" sz="2000" dirty="0">
                <a:latin typeface="Courier New" panose="02070309020205020404" pitchFamily="49" charset="0"/>
              </a:rPr>
              <a:t>unsigned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Courier New" panose="02070309020205020404" pitchFamily="49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DAC350-CCBF-C36D-2C2F-8E974C97D0E2}"/>
              </a:ext>
            </a:extLst>
          </p:cNvPr>
          <p:cNvSpPr txBox="1"/>
          <p:nvPr/>
        </p:nvSpPr>
        <p:spPr>
          <a:xfrm>
            <a:off x="457200" y="1600200"/>
            <a:ext cx="5562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unsigned int marks;</a:t>
            </a:r>
          </a:p>
          <a:p>
            <a:r>
              <a:rPr lang="en-IN" sz="2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int population;</a:t>
            </a:r>
          </a:p>
          <a:p>
            <a:r>
              <a:rPr lang="en-IN" sz="2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short int age;</a:t>
            </a:r>
          </a:p>
          <a:p>
            <a:r>
              <a:rPr lang="en-IN" sz="2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IN" sz="20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IN" sz="2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int salary;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598ADDC-5B30-AC7F-AD61-5F63FAEEC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164153"/>
              </p:ext>
            </p:extLst>
          </p:nvPr>
        </p:nvGraphicFramePr>
        <p:xfrm>
          <a:off x="425116" y="3215374"/>
          <a:ext cx="7543800" cy="2834640"/>
        </p:xfrm>
        <a:graphic>
          <a:graphicData uri="http://schemas.openxmlformats.org/drawingml/2006/table">
            <a:tbl>
              <a:tblPr/>
              <a:tblGrid>
                <a:gridCol w="3771900">
                  <a:extLst>
                    <a:ext uri="{9D8B030D-6E8A-4147-A177-3AD203B41FA5}">
                      <a16:colId xmlns:a16="http://schemas.microsoft.com/office/drawing/2014/main" val="477886778"/>
                    </a:ext>
                  </a:extLst>
                </a:gridCol>
                <a:gridCol w="3771900">
                  <a:extLst>
                    <a:ext uri="{9D8B030D-6E8A-4147-A177-3AD203B41FA5}">
                      <a16:colId xmlns:a16="http://schemas.microsoft.com/office/drawing/2014/main" val="14389725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557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12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int</a:t>
                      </a:r>
                      <a:r>
                        <a:rPr lang="en-IN"/>
                        <a:t> constant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836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12u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unsigned int</a:t>
                      </a:r>
                      <a:r>
                        <a:rPr lang="en-IN"/>
                        <a:t> constant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4257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12l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long int</a:t>
                      </a:r>
                      <a:r>
                        <a:rPr lang="en-IN"/>
                        <a:t> constant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169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12ll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long long int</a:t>
                      </a:r>
                      <a:r>
                        <a:rPr lang="en-IN"/>
                        <a:t> constant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77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12ul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unsigned long int</a:t>
                      </a:r>
                      <a:r>
                        <a:rPr lang="en-IN"/>
                        <a:t> constant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735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12ull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unsigned long 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long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 int</a:t>
                      </a:r>
                      <a:r>
                        <a:rPr lang="en-IN" dirty="0"/>
                        <a:t> constant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011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5219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84B641-0F41-A923-A1A5-2CE9F69298BA}"/>
              </a:ext>
            </a:extLst>
          </p:cNvPr>
          <p:cNvSpPr txBox="1"/>
          <p:nvPr/>
        </p:nvSpPr>
        <p:spPr>
          <a:xfrm>
            <a:off x="533400" y="446782"/>
            <a:ext cx="7772400" cy="1398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solidFill>
                  <a:schemeClr val="accent2"/>
                </a:solidFill>
              </a:rPr>
              <a:t>Input in C</a:t>
            </a:r>
          </a:p>
          <a:p>
            <a:pPr>
              <a:lnSpc>
                <a:spcPct val="150000"/>
              </a:lnSpc>
              <a:buNone/>
            </a:pPr>
            <a:r>
              <a:rPr lang="en-IN" sz="2000" dirty="0"/>
              <a:t>In C, we generally take input from the user using the </a:t>
            </a:r>
            <a:r>
              <a:rPr lang="en-IN" sz="2000" b="1" dirty="0" err="1">
                <a:latin typeface="Courier New" panose="02070309020205020404" pitchFamily="49" charset="0"/>
              </a:rPr>
              <a:t>scanf</a:t>
            </a:r>
            <a:r>
              <a:rPr lang="en-IN" sz="2000" b="1" dirty="0">
                <a:latin typeface="Courier New" panose="02070309020205020404" pitchFamily="49" charset="0"/>
              </a:rPr>
              <a:t>()</a:t>
            </a:r>
            <a:r>
              <a:rPr lang="en-IN" sz="2000" dirty="0"/>
              <a:t> function.</a:t>
            </a:r>
          </a:p>
          <a:p>
            <a:pPr>
              <a:lnSpc>
                <a:spcPct val="150000"/>
              </a:lnSpc>
              <a:buNone/>
            </a:pPr>
            <a:r>
              <a:rPr lang="en-IN" sz="20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IN" sz="2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IN" sz="20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format_specifier</a:t>
            </a:r>
            <a:r>
              <a:rPr lang="en-IN" sz="2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&amp;variable);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F48267-6054-36AA-B01C-DB04655B4AA1}"/>
              </a:ext>
            </a:extLst>
          </p:cNvPr>
          <p:cNvSpPr txBox="1"/>
          <p:nvPr/>
        </p:nvSpPr>
        <p:spPr>
          <a:xfrm>
            <a:off x="914400" y="2057400"/>
            <a:ext cx="64008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endParaRPr lang="en-IN" dirty="0"/>
          </a:p>
          <a:p>
            <a:r>
              <a:rPr lang="en-IN" dirty="0"/>
              <a:t>int main()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int age;</a:t>
            </a:r>
          </a:p>
          <a:p>
            <a:endParaRPr lang="en-IN" dirty="0"/>
          </a:p>
          <a:p>
            <a:r>
              <a:rPr lang="en-IN" dirty="0"/>
              <a:t>    printf("Enter your age: ");</a:t>
            </a:r>
          </a:p>
          <a:p>
            <a:r>
              <a:rPr lang="en-IN" dirty="0"/>
              <a:t>    </a:t>
            </a:r>
            <a:r>
              <a:rPr lang="en-IN" dirty="0" err="1"/>
              <a:t>scanf</a:t>
            </a:r>
            <a:r>
              <a:rPr lang="en-IN" dirty="0"/>
              <a:t>("%d", &amp;age);</a:t>
            </a:r>
          </a:p>
          <a:p>
            <a:endParaRPr lang="en-IN" dirty="0"/>
          </a:p>
          <a:p>
            <a:r>
              <a:rPr lang="en-IN" dirty="0"/>
              <a:t>    printf("Your age is %d", age);</a:t>
            </a:r>
          </a:p>
          <a:p>
            <a:endParaRPr lang="en-IN" dirty="0"/>
          </a:p>
          <a:p>
            <a:r>
              <a:rPr lang="en-IN" dirty="0"/>
              <a:t>    return 0;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34857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BD53AAD-53D5-4FA7-CEED-1AA3613BC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264108"/>
              </p:ext>
            </p:extLst>
          </p:nvPr>
        </p:nvGraphicFramePr>
        <p:xfrm>
          <a:off x="533400" y="1600200"/>
          <a:ext cx="7543800" cy="329184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152481974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96382068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977718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scanf()</a:t>
                      </a:r>
                      <a:r>
                        <a:rPr lang="en-IN"/>
                        <a:t> format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896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int x;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%d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2615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unsigned int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unsigned int x;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%u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3630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short int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short int x;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%hd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698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long int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long int x;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%ld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530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long long int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long long int x;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%lld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526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float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float x;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%f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875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double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double x;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%lf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053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char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char x;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%c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40619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CCFE5EB-EE7E-A94D-DE79-EA75079C4E98}"/>
              </a:ext>
            </a:extLst>
          </p:cNvPr>
          <p:cNvSpPr txBox="1"/>
          <p:nvPr/>
        </p:nvSpPr>
        <p:spPr>
          <a:xfrm>
            <a:off x="525378" y="762000"/>
            <a:ext cx="64850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Different Types of Input </a:t>
            </a:r>
            <a:r>
              <a:rPr lang="en-IN" sz="2400" b="1" dirty="0" err="1">
                <a:solidFill>
                  <a:schemeClr val="accent2"/>
                </a:solidFill>
              </a:rPr>
              <a:t>formate</a:t>
            </a:r>
            <a:r>
              <a:rPr lang="en-IN" sz="2400" b="1" dirty="0">
                <a:solidFill>
                  <a:schemeClr val="accent2"/>
                </a:solidFill>
              </a:rPr>
              <a:t> Specifiers </a:t>
            </a:r>
          </a:p>
        </p:txBody>
      </p:sp>
    </p:spTree>
    <p:extLst>
      <p:ext uri="{BB962C8B-B14F-4D97-AF65-F5344CB8AC3E}">
        <p14:creationId xmlns:p14="http://schemas.microsoft.com/office/powerpoint/2010/main" val="4084734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A812AD-99D9-F23E-4B90-B61D326854FB}"/>
              </a:ext>
            </a:extLst>
          </p:cNvPr>
          <p:cNvSpPr txBox="1"/>
          <p:nvPr/>
        </p:nvSpPr>
        <p:spPr>
          <a:xfrm>
            <a:off x="914400" y="1028343"/>
            <a:ext cx="73152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endParaRPr lang="en-IN" dirty="0"/>
          </a:p>
          <a:p>
            <a:r>
              <a:rPr lang="en-IN" dirty="0"/>
              <a:t>int main()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int age;</a:t>
            </a:r>
          </a:p>
          <a:p>
            <a:r>
              <a:rPr lang="en-IN" dirty="0"/>
              <a:t>    float marks;</a:t>
            </a:r>
          </a:p>
          <a:p>
            <a:r>
              <a:rPr lang="en-IN" dirty="0"/>
              <a:t>    char grade;</a:t>
            </a:r>
          </a:p>
          <a:p>
            <a:endParaRPr lang="en-IN" dirty="0"/>
          </a:p>
          <a:p>
            <a:r>
              <a:rPr lang="en-IN" dirty="0"/>
              <a:t>    printf("Enter age, marks and grade: ");</a:t>
            </a:r>
          </a:p>
          <a:p>
            <a:r>
              <a:rPr lang="en-IN" dirty="0"/>
              <a:t>    </a:t>
            </a:r>
            <a:r>
              <a:rPr lang="en-IN" dirty="0" err="1"/>
              <a:t>scanf</a:t>
            </a:r>
            <a:r>
              <a:rPr lang="en-IN" dirty="0"/>
              <a:t>("%d %f %c", &amp;age, &amp;marks, &amp;grade);</a:t>
            </a:r>
          </a:p>
          <a:p>
            <a:endParaRPr lang="en-IN" dirty="0"/>
          </a:p>
          <a:p>
            <a:r>
              <a:rPr lang="en-IN" dirty="0"/>
              <a:t>    printf("Age = %d\n", age);</a:t>
            </a:r>
          </a:p>
          <a:p>
            <a:r>
              <a:rPr lang="en-IN" dirty="0"/>
              <a:t>    printf("Marks = %.2f\n", marks);</a:t>
            </a:r>
          </a:p>
          <a:p>
            <a:r>
              <a:rPr lang="en-IN" dirty="0"/>
              <a:t>    printf("Grade = %c\n", grade);</a:t>
            </a:r>
          </a:p>
          <a:p>
            <a:endParaRPr lang="en-IN" dirty="0"/>
          </a:p>
          <a:p>
            <a:r>
              <a:rPr lang="en-IN" dirty="0"/>
              <a:t>    return 0;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56303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C3091AA-D31E-EDE7-B3C8-86D2C0C08C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658999"/>
              </p:ext>
            </p:extLst>
          </p:nvPr>
        </p:nvGraphicFramePr>
        <p:xfrm>
          <a:off x="482600" y="784089"/>
          <a:ext cx="8178800" cy="3179330"/>
        </p:xfrm>
        <a:graphic>
          <a:graphicData uri="http://schemas.openxmlformats.org/drawingml/2006/table">
            <a:tbl>
              <a:tblPr firstRow="1" bandRow="1"/>
              <a:tblGrid>
                <a:gridCol w="2617670">
                  <a:extLst>
                    <a:ext uri="{9D8B030D-6E8A-4147-A177-3AD203B41FA5}">
                      <a16:colId xmlns:a16="http://schemas.microsoft.com/office/drawing/2014/main" val="3092927016"/>
                    </a:ext>
                  </a:extLst>
                </a:gridCol>
                <a:gridCol w="2856211">
                  <a:extLst>
                    <a:ext uri="{9D8B030D-6E8A-4147-A177-3AD203B41FA5}">
                      <a16:colId xmlns:a16="http://schemas.microsoft.com/office/drawing/2014/main" val="3899227105"/>
                    </a:ext>
                  </a:extLst>
                </a:gridCol>
                <a:gridCol w="2704919">
                  <a:extLst>
                    <a:ext uri="{9D8B030D-6E8A-4147-A177-3AD203B41FA5}">
                      <a16:colId xmlns:a16="http://schemas.microsoft.com/office/drawing/2014/main" val="3144478468"/>
                    </a:ext>
                  </a:extLst>
                </a:gridCol>
              </a:tblGrid>
              <a:tr h="317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Format</a:t>
                      </a:r>
                    </a:p>
                  </a:txBody>
                  <a:tcPr marL="66133" marR="66133" marT="33067" marB="33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Meaning</a:t>
                      </a:r>
                    </a:p>
                  </a:txBody>
                  <a:tcPr marL="66133" marR="66133" marT="33067" marB="33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Example input</a:t>
                      </a:r>
                    </a:p>
                  </a:txBody>
                  <a:tcPr marL="66133" marR="66133" marT="33067" marB="33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5169299"/>
                  </a:ext>
                </a:extLst>
              </a:tr>
              <a:tr h="317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%d</a:t>
                      </a:r>
                      <a:endParaRPr lang="en-IN" sz="1400"/>
                    </a:p>
                  </a:txBody>
                  <a:tcPr marL="66133" marR="66133" marT="33067" marB="33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Read integer</a:t>
                      </a:r>
                    </a:p>
                  </a:txBody>
                  <a:tcPr marL="66133" marR="66133" marT="33067" marB="33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123</a:t>
                      </a:r>
                      <a:endParaRPr lang="en-IN" sz="1400"/>
                    </a:p>
                  </a:txBody>
                  <a:tcPr marL="66133" marR="66133" marT="33067" marB="33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836817"/>
                  </a:ext>
                </a:extLst>
              </a:tr>
              <a:tr h="317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%2d</a:t>
                      </a:r>
                      <a:endParaRPr lang="en-IN" sz="1400"/>
                    </a:p>
                  </a:txBody>
                  <a:tcPr marL="66133" marR="66133" marT="33067" marB="33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Read max 2 characters as integer</a:t>
                      </a:r>
                    </a:p>
                  </a:txBody>
                  <a:tcPr marL="66133" marR="66133" marT="33067" marB="33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12</a:t>
                      </a:r>
                      <a:endParaRPr lang="en-IN" sz="1400"/>
                    </a:p>
                  </a:txBody>
                  <a:tcPr marL="66133" marR="66133" marT="33067" marB="33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716333"/>
                  </a:ext>
                </a:extLst>
              </a:tr>
              <a:tr h="317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%4d</a:t>
                      </a:r>
                      <a:endParaRPr lang="en-IN" sz="1400"/>
                    </a:p>
                  </a:txBody>
                  <a:tcPr marL="66133" marR="66133" marT="33067" marB="33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Read max 4 characters as integer</a:t>
                      </a:r>
                    </a:p>
                  </a:txBody>
                  <a:tcPr marL="66133" marR="66133" marT="33067" marB="33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2026</a:t>
                      </a:r>
                      <a:endParaRPr lang="en-IN" sz="1400"/>
                    </a:p>
                  </a:txBody>
                  <a:tcPr marL="66133" marR="66133" marT="33067" marB="33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980738"/>
                  </a:ext>
                </a:extLst>
              </a:tr>
              <a:tr h="317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%u</a:t>
                      </a:r>
                      <a:endParaRPr lang="en-IN" sz="1400"/>
                    </a:p>
                  </a:txBody>
                  <a:tcPr marL="66133" marR="66133" marT="33067" marB="33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Read unsigned integer</a:t>
                      </a:r>
                    </a:p>
                  </a:txBody>
                  <a:tcPr marL="66133" marR="66133" marT="33067" marB="33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25</a:t>
                      </a:r>
                      <a:endParaRPr lang="en-IN" sz="1400"/>
                    </a:p>
                  </a:txBody>
                  <a:tcPr marL="66133" marR="66133" marT="33067" marB="33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053767"/>
                  </a:ext>
                </a:extLst>
              </a:tr>
              <a:tr h="317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%10s</a:t>
                      </a:r>
                      <a:endParaRPr lang="en-IN" sz="1400"/>
                    </a:p>
                  </a:txBody>
                  <a:tcPr marL="66133" marR="66133" marT="33067" marB="33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Read max 10 characters of string</a:t>
                      </a:r>
                    </a:p>
                  </a:txBody>
                  <a:tcPr marL="66133" marR="66133" marT="33067" marB="33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Courier New" panose="02070309020205020404" pitchFamily="49" charset="0"/>
                        </a:rPr>
                        <a:t>Computer</a:t>
                      </a:r>
                      <a:endParaRPr lang="en-IN" sz="1400" dirty="0"/>
                    </a:p>
                  </a:txBody>
                  <a:tcPr marL="66133" marR="66133" marT="33067" marB="33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138261"/>
                  </a:ext>
                </a:extLst>
              </a:tr>
              <a:tr h="317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%d:%d</a:t>
                      </a:r>
                      <a:endParaRPr lang="en-IN" sz="1400"/>
                    </a:p>
                  </a:txBody>
                  <a:tcPr marL="66133" marR="66133" marT="33067" marB="33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Integer, colon, integer</a:t>
                      </a:r>
                    </a:p>
                  </a:txBody>
                  <a:tcPr marL="66133" marR="66133" marT="33067" marB="33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Courier New" panose="02070309020205020404" pitchFamily="49" charset="0"/>
                        </a:rPr>
                        <a:t>12:30</a:t>
                      </a:r>
                      <a:endParaRPr lang="en-IN" sz="1400" dirty="0"/>
                    </a:p>
                  </a:txBody>
                  <a:tcPr marL="66133" marR="66133" marT="33067" marB="33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368749"/>
                  </a:ext>
                </a:extLst>
              </a:tr>
              <a:tr h="317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%d/%d/%d</a:t>
                      </a:r>
                      <a:endParaRPr lang="en-IN" sz="1400"/>
                    </a:p>
                  </a:txBody>
                  <a:tcPr marL="66133" marR="66133" marT="33067" marB="33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Three integers separated by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/</a:t>
                      </a:r>
                      <a:endParaRPr lang="en-IN" sz="1400"/>
                    </a:p>
                  </a:txBody>
                  <a:tcPr marL="66133" marR="66133" marT="33067" marB="33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13/08/2026</a:t>
                      </a:r>
                      <a:endParaRPr lang="en-IN" sz="1400"/>
                    </a:p>
                  </a:txBody>
                  <a:tcPr marL="66133" marR="66133" marT="33067" marB="33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440611"/>
                  </a:ext>
                </a:extLst>
              </a:tr>
              <a:tr h="317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%d-%d-%d</a:t>
                      </a:r>
                      <a:endParaRPr lang="en-IN" sz="1400"/>
                    </a:p>
                  </a:txBody>
                  <a:tcPr marL="66133" marR="66133" marT="33067" marB="33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Three integers separated by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-</a:t>
                      </a:r>
                      <a:endParaRPr lang="en-IN" sz="1400"/>
                    </a:p>
                  </a:txBody>
                  <a:tcPr marL="66133" marR="66133" marT="33067" marB="33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13-08-2026</a:t>
                      </a:r>
                      <a:endParaRPr lang="en-IN" sz="1400"/>
                    </a:p>
                  </a:txBody>
                  <a:tcPr marL="66133" marR="66133" marT="33067" marB="33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886469"/>
                  </a:ext>
                </a:extLst>
              </a:tr>
              <a:tr h="317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%*d</a:t>
                      </a:r>
                      <a:endParaRPr lang="en-IN" sz="1400"/>
                    </a:p>
                  </a:txBody>
                  <a:tcPr marL="66133" marR="66133" marT="33067" marB="33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Read but don't store</a:t>
                      </a:r>
                    </a:p>
                  </a:txBody>
                  <a:tcPr marL="66133" marR="66133" marT="33067" marB="33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Courier New" panose="02070309020205020404" pitchFamily="49" charset="0"/>
                        </a:rPr>
                        <a:t>123</a:t>
                      </a:r>
                      <a:endParaRPr lang="en-IN" sz="1400" dirty="0"/>
                    </a:p>
                  </a:txBody>
                  <a:tcPr marL="66133" marR="66133" marT="33067" marB="33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63037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B343951-CEB5-2920-2E25-F074DEF29C7F}"/>
              </a:ext>
            </a:extLst>
          </p:cNvPr>
          <p:cNvSpPr txBox="1"/>
          <p:nvPr/>
        </p:nvSpPr>
        <p:spPr>
          <a:xfrm>
            <a:off x="514684" y="30480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Important </a:t>
            </a:r>
            <a:r>
              <a:rPr lang="en-IN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scanf</a:t>
            </a:r>
            <a:r>
              <a:rPr lang="en-IN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()</a:t>
            </a:r>
            <a:r>
              <a:rPr lang="en-IN" sz="2000" b="1" dirty="0">
                <a:solidFill>
                  <a:schemeClr val="accent2"/>
                </a:solidFill>
              </a:rPr>
              <a:t> Format Features</a:t>
            </a:r>
          </a:p>
        </p:txBody>
      </p:sp>
    </p:spTree>
    <p:extLst>
      <p:ext uri="{BB962C8B-B14F-4D97-AF65-F5344CB8AC3E}">
        <p14:creationId xmlns:p14="http://schemas.microsoft.com/office/powerpoint/2010/main" val="17279612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8897</TotalTime>
  <Words>619</Words>
  <Application>Microsoft Office PowerPoint</Application>
  <PresentationFormat>On-screen Show (4:3)</PresentationFormat>
  <Paragraphs>173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Palatino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shubhangi</dc:creator>
  <cp:lastModifiedBy>Arvind Kumar Mehta [MU - Jaipur]</cp:lastModifiedBy>
  <cp:revision>281</cp:revision>
  <dcterms:created xsi:type="dcterms:W3CDTF">2017-07-11T09:12:16Z</dcterms:created>
  <dcterms:modified xsi:type="dcterms:W3CDTF">2026-08-13T09:19:24Z</dcterms:modified>
</cp:coreProperties>
</file>