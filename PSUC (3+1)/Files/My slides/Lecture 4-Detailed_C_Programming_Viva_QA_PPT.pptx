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3" r:id="rId24"/>
    <p:sldId id="278" r:id="rId25"/>
    <p:sldId id="279" r:id="rId26"/>
    <p:sldId id="280" r:id="rId27"/>
    <p:sldId id="281" r:id="rId28"/>
    <p:sldId id="282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6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 Programming Viva Questions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Questions &amp; Answers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What is #?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Answer:</a:t>
            </a:r>
          </a:p>
          <a:p>
            <a:pPr>
              <a:defRPr sz="2200"/>
            </a:pPr>
            <a:r>
              <a:t># is called the preprocessor directive symbol. It tells the C preprocessor to perform operations before compilation.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Examples:</a:t>
            </a:r>
          </a:p>
          <a:p>
            <a:pPr>
              <a:defRPr sz="2200"/>
            </a:pPr>
            <a:r>
              <a:t>#include &lt;stdio.h&gt;</a:t>
            </a:r>
          </a:p>
          <a:p>
            <a:pPr>
              <a:defRPr sz="2200"/>
            </a:pPr>
            <a:r>
              <a:t>#define PI 3.14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What is a Preprocessor?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Answer:</a:t>
            </a:r>
          </a:p>
          <a:p>
            <a:pPr>
              <a:defRPr sz="2200"/>
            </a:pPr>
            <a:r>
              <a:rPr dirty="0"/>
              <a:t>The preprocessor processes directives beginning with </a:t>
            </a:r>
            <a:r>
              <a:rPr b="1" dirty="0"/>
              <a:t># before</a:t>
            </a:r>
            <a:r>
              <a:rPr dirty="0"/>
              <a:t> compilation.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Functions:</a:t>
            </a:r>
          </a:p>
          <a:p>
            <a:pPr>
              <a:defRPr sz="2200"/>
            </a:pPr>
            <a:r>
              <a:rPr dirty="0"/>
              <a:t>• Include header files</a:t>
            </a:r>
          </a:p>
          <a:p>
            <a:pPr>
              <a:defRPr sz="2200"/>
            </a:pPr>
            <a:r>
              <a:rPr dirty="0"/>
              <a:t>• Define macros</a:t>
            </a:r>
          </a:p>
          <a:p>
            <a:pPr>
              <a:defRPr sz="2200"/>
            </a:pPr>
            <a:r>
              <a:rPr dirty="0"/>
              <a:t>• Conditional compilation</a:t>
            </a:r>
          </a:p>
          <a:p>
            <a:pPr>
              <a:defRPr sz="2200"/>
            </a:pPr>
            <a:r>
              <a:rPr dirty="0"/>
              <a:t>• Remove comments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What is #include?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Answer:</a:t>
            </a:r>
          </a:p>
          <a:p>
            <a:pPr>
              <a:defRPr sz="2200"/>
            </a:pPr>
            <a:r>
              <a:rPr dirty="0"/>
              <a:t>#include is a </a:t>
            </a:r>
            <a:r>
              <a:rPr b="1" dirty="0"/>
              <a:t>preprocessor directive</a:t>
            </a:r>
            <a:r>
              <a:rPr dirty="0"/>
              <a:t> used to include the contents of another file (usually a header file) before compilation.</a:t>
            </a:r>
            <a:endParaRPr lang="en-IN" dirty="0"/>
          </a:p>
          <a:p>
            <a:pPr marL="0" indent="0">
              <a:buNone/>
              <a:defRPr sz="2200"/>
            </a:pPr>
            <a:endParaRPr lang="en-IN" dirty="0"/>
          </a:p>
          <a:p>
            <a:pPr marL="0" indent="0">
              <a:buNone/>
              <a:defRPr sz="2200"/>
            </a:pPr>
            <a:r>
              <a:rPr lang="en-IN" dirty="0"/>
              <a:t>#include &lt;</a:t>
            </a:r>
            <a:r>
              <a:rPr lang="en-IN" dirty="0" err="1"/>
              <a:t>stdio.h</a:t>
            </a:r>
            <a:r>
              <a:rPr lang="en-IN" dirty="0"/>
              <a:t>&gt;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Why do we use #include?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Answer:</a:t>
            </a:r>
          </a:p>
          <a:p>
            <a:pPr>
              <a:defRPr sz="2200"/>
            </a:pPr>
            <a:r>
              <a:t>• To use predefined library functions.</a:t>
            </a:r>
          </a:p>
          <a:p>
            <a:pPr>
              <a:defRPr sz="2200"/>
            </a:pPr>
            <a:r>
              <a:t>• To avoid rewriting common code.</a:t>
            </a:r>
          </a:p>
          <a:p>
            <a:pPr>
              <a:defRPr sz="2200"/>
            </a:pPr>
            <a:r>
              <a:t>• To improve modularity and code reuse.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IN"/>
              <a:t>5. Difference between &lt; &gt; and " "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3A9F715-BEBB-3181-2887-13C6FACCB4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819938"/>
              </p:ext>
            </p:extLst>
          </p:nvPr>
        </p:nvGraphicFramePr>
        <p:xfrm>
          <a:off x="457200" y="1975280"/>
          <a:ext cx="8229600" cy="146304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00470356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1600312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&lt;header.h&gt;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"header.h"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4757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Searches system directories first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Searches current directory first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8453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for standard header files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Used for user-defined header files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2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Example: &lt;stdio.h&gt;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Example: "</a:t>
                      </a:r>
                      <a:r>
                        <a:rPr lang="en-IN" dirty="0" err="1"/>
                        <a:t>myheader.h</a:t>
                      </a:r>
                      <a:r>
                        <a:rPr lang="en-IN" dirty="0"/>
                        <a:t>"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334214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What is a Header File?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rPr dirty="0"/>
              <a:t>Answer:</a:t>
            </a:r>
          </a:p>
          <a:p>
            <a:pPr>
              <a:defRPr sz="2200"/>
            </a:pPr>
            <a:r>
              <a:rPr dirty="0"/>
              <a:t>A header file contains </a:t>
            </a:r>
            <a:r>
              <a:rPr b="1" dirty="0"/>
              <a:t>function declarations, macros, constants and type definitions.</a:t>
            </a:r>
          </a:p>
          <a:p>
            <a:pPr marL="0" indent="0">
              <a:buNone/>
              <a:defRPr sz="2200"/>
            </a:pPr>
            <a:r>
              <a:rPr dirty="0"/>
              <a:t>Examples:</a:t>
            </a:r>
          </a:p>
          <a:p>
            <a:pPr>
              <a:defRPr sz="2200"/>
            </a:pPr>
            <a:r>
              <a:rPr dirty="0" err="1"/>
              <a:t>stdio.h</a:t>
            </a:r>
            <a:endParaRPr dirty="0"/>
          </a:p>
          <a:p>
            <a:pPr>
              <a:defRPr sz="2200"/>
            </a:pPr>
            <a:r>
              <a:rPr dirty="0" err="1"/>
              <a:t>math.h</a:t>
            </a:r>
            <a:endParaRPr dirty="0"/>
          </a:p>
          <a:p>
            <a:pPr>
              <a:defRPr sz="2200"/>
            </a:pPr>
            <a:r>
              <a:rPr dirty="0" err="1"/>
              <a:t>string.h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7. Why are Header Files Important?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Function declarations</a:t>
            </a:r>
          </a:p>
          <a:p>
            <a:pPr>
              <a:defRPr sz="2200"/>
            </a:pPr>
            <a:r>
              <a:t>• Code reuse</a:t>
            </a:r>
          </a:p>
          <a:p>
            <a:pPr>
              <a:defRPr sz="2200"/>
            </a:pPr>
            <a:r>
              <a:t>• Modularity</a:t>
            </a:r>
          </a:p>
          <a:p>
            <a:pPr>
              <a:defRPr sz="2200"/>
            </a:pPr>
            <a:r>
              <a:t>• Easy maintenance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Types of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1. Standard Header Files</a:t>
            </a:r>
          </a:p>
          <a:p>
            <a:pPr>
              <a:defRPr sz="2200"/>
            </a:pPr>
            <a:r>
              <a:rPr dirty="0"/>
              <a:t>Example: #include &lt;</a:t>
            </a:r>
            <a:r>
              <a:rPr dirty="0" err="1"/>
              <a:t>stdio.h</a:t>
            </a:r>
            <a:r>
              <a:rPr dirty="0"/>
              <a:t>&gt;</a:t>
            </a:r>
          </a:p>
          <a:p>
            <a:pPr>
              <a:defRPr sz="2200"/>
            </a:pPr>
            <a:endParaRPr dirty="0"/>
          </a:p>
          <a:p>
            <a:pPr>
              <a:defRPr sz="2200"/>
            </a:pPr>
            <a:r>
              <a:rPr dirty="0"/>
              <a:t>2. User-defined Header Files</a:t>
            </a:r>
          </a:p>
          <a:p>
            <a:pPr>
              <a:defRPr sz="2200"/>
            </a:pPr>
            <a:r>
              <a:rPr dirty="0"/>
              <a:t>Example: #include "</a:t>
            </a:r>
            <a:r>
              <a:rPr lang="en-IN" dirty="0"/>
              <a:t>game</a:t>
            </a:r>
            <a:r>
              <a:rPr dirty="0"/>
              <a:t>.</a:t>
            </a:r>
            <a:r>
              <a:rPr lang="en-IN" dirty="0"/>
              <a:t>c</a:t>
            </a:r>
            <a:r>
              <a:rPr dirty="0"/>
              <a:t>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What is stdio.h?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/>
              <a:t>Answer:</a:t>
            </a:r>
            <a:br>
              <a:rPr lang="en-IN" dirty="0"/>
            </a:br>
            <a:r>
              <a:rPr lang="en-IN" dirty="0" err="1">
                <a:latin typeface="Courier New" panose="02070309020205020404" pitchFamily="49" charset="0"/>
              </a:rPr>
              <a:t>stdio.h</a:t>
            </a:r>
            <a:r>
              <a:rPr lang="en-IN" dirty="0"/>
              <a:t> stands for </a:t>
            </a:r>
            <a:r>
              <a:rPr lang="en-IN" b="1" dirty="0"/>
              <a:t>Standard Input Output Header File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dirty="0"/>
              <a:t>It contains declarations for functions like: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Courier New" panose="02070309020205020404" pitchFamily="49" charset="0"/>
              </a:rPr>
              <a:t>printf()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scanf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getchar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r>
              <a:rPr lang="en-IN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Courier New" panose="02070309020205020404" pitchFamily="49" charset="0"/>
              </a:rPr>
              <a:t>putchar</a:t>
            </a:r>
            <a:r>
              <a:rPr lang="en-IN" dirty="0">
                <a:latin typeface="Courier New" panose="02070309020205020404" pitchFamily="49" charset="0"/>
              </a:rPr>
              <a:t>()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What is the purpose of stdio.h?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It provides input/output functions used for input and output</a:t>
            </a:r>
            <a:r>
              <a:rPr lang="en-IN" dirty="0"/>
              <a:t> from standard Buffer(RAM)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What is main()?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Answer:</a:t>
            </a:r>
          </a:p>
          <a:p>
            <a:pPr>
              <a:defRPr sz="2200"/>
            </a:pPr>
            <a:r>
              <a:rPr dirty="0"/>
              <a:t>main() is the </a:t>
            </a:r>
            <a:r>
              <a:rPr b="1" dirty="0"/>
              <a:t>entry point</a:t>
            </a:r>
            <a:r>
              <a:rPr dirty="0"/>
              <a:t> of every C program. Execution always starts from main().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Why is main() mandatory?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Without main(), the compiler/linker has no program entry point.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Return type of main()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Standard declaration:</a:t>
            </a:r>
          </a:p>
          <a:p>
            <a:pPr>
              <a:defRPr sz="2200"/>
            </a:pPr>
            <a:r>
              <a:t>int main()</a:t>
            </a:r>
          </a:p>
          <a:p>
            <a:pPr>
              <a:defRPr sz="2200"/>
            </a:pPr>
            <a:r>
              <a:t>It returns an integer status to the operating system.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What does return 0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return 0 indicates successful program execution.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int main() vs void main()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int main(): Standard, returns status.</a:t>
            </a:r>
          </a:p>
          <a:p>
            <a:pPr>
              <a:defRPr sz="2200"/>
            </a:pPr>
            <a:r>
              <a:t>void main(): Non-standard, accepted by some old compilers.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16. Is void main() correct?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No. ISO C recommends:</a:t>
            </a:r>
          </a:p>
          <a:p>
            <a:pPr>
              <a:defRPr sz="2200"/>
            </a:pPr>
            <a:r>
              <a:t>int main(void)</a:t>
            </a:r>
          </a:p>
          <a:p>
            <a:pPr>
              <a:defRPr sz="2200"/>
            </a:pPr>
            <a:r>
              <a:t>or</a:t>
            </a:r>
          </a:p>
          <a:p>
            <a:pPr>
              <a:defRPr sz="2200"/>
            </a:pPr>
            <a:r>
              <a:t>int main()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17. Which compilers accept void main()?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Older Turbo C and Borland C accepted it.</a:t>
            </a:r>
          </a:p>
          <a:p>
            <a:pPr>
              <a:defRPr sz="2200"/>
            </a:pPr>
            <a:r>
              <a:t>Modern GCC, Clang and MSVC recommend int main().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18. What is ISO?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ISO = International Organization for Standardization.</a:t>
            </a:r>
          </a:p>
          <a:p>
            <a:pPr>
              <a:defRPr sz="2200"/>
            </a:pPr>
            <a:r>
              <a:t>It defines the C language standard.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19. Why did ISO adopt int main()?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To provide a standard entry point and return program status to the operating system.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20. Can there be more than one main()?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No. A C program can have only one main() function.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21. What happens if there is no main()?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Compilation/linking fails because there is no entry point.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425023D-E79E-A5C9-3499-B1E1CCC2A9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500436"/>
              </p:ext>
            </p:extLst>
          </p:nvPr>
        </p:nvGraphicFramePr>
        <p:xfrm>
          <a:off x="418171" y="1213651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634213749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1788378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Preprocessor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Compiler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03159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Executes 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Executes after preprocessing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5199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Handles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#include</a:t>
                      </a:r>
                      <a:r>
                        <a:rPr lang="en-IN" dirty="0"/>
                        <a:t>, </a:t>
                      </a:r>
                      <a:r>
                        <a:rPr lang="en-IN" dirty="0">
                          <a:latin typeface="Courier New" panose="02070309020205020404" pitchFamily="49" charset="0"/>
                        </a:rPr>
                        <a:t>#define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Converts C code into machine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579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Does not generate machine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Generates object code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666732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FD32E6-1490-3B33-818F-2E97C40233C3}"/>
              </a:ext>
            </a:extLst>
          </p:cNvPr>
          <p:cNvSpPr txBox="1"/>
          <p:nvPr/>
        </p:nvSpPr>
        <p:spPr>
          <a:xfrm>
            <a:off x="602166" y="529904"/>
            <a:ext cx="78616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25. What is the difference between compiler and preprocessor?</a:t>
            </a:r>
          </a:p>
        </p:txBody>
      </p:sp>
    </p:spTree>
    <p:extLst>
      <p:ext uri="{BB962C8B-B14F-4D97-AF65-F5344CB8AC3E}">
        <p14:creationId xmlns:p14="http://schemas.microsoft.com/office/powerpoint/2010/main" val="21100016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22. Compiler vs Preprocessor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Preprocessor:</a:t>
            </a:r>
          </a:p>
          <a:p>
            <a:pPr>
              <a:defRPr sz="2200"/>
            </a:pPr>
            <a:r>
              <a:t>• Handles #include, #define</a:t>
            </a:r>
          </a:p>
          <a:p>
            <a:pPr>
              <a:defRPr sz="2200"/>
            </a:pPr>
            <a:r>
              <a:t>• Runs first</a:t>
            </a:r>
          </a:p>
          <a:p>
            <a:pPr>
              <a:defRPr sz="2200"/>
            </a:pPr>
            <a:endParaRPr/>
          </a:p>
          <a:p>
            <a:pPr>
              <a:defRPr sz="2200"/>
            </a:pPr>
            <a:r>
              <a:t>Compiler:</a:t>
            </a:r>
          </a:p>
          <a:p>
            <a:pPr>
              <a:defRPr sz="2200"/>
            </a:pPr>
            <a:r>
              <a:t>• Converts C code into object code.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23. Compilation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Source Code (.c)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Preprocessor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Compiler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Assembler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Linker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Executable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24. Common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stdio.h - Input/Output</a:t>
            </a:r>
          </a:p>
          <a:p>
            <a:pPr>
              <a:defRPr sz="2200"/>
            </a:pPr>
            <a:r>
              <a:t>stdlib.h - Utilities</a:t>
            </a:r>
          </a:p>
          <a:p>
            <a:pPr>
              <a:defRPr sz="2200"/>
            </a:pPr>
            <a:r>
              <a:t>string.h - Strings</a:t>
            </a:r>
          </a:p>
          <a:p>
            <a:pPr>
              <a:defRPr sz="2200"/>
            </a:pPr>
            <a:r>
              <a:t>math.h - Mathematics</a:t>
            </a:r>
          </a:p>
          <a:p>
            <a:pPr>
              <a:defRPr sz="2200"/>
            </a:pPr>
            <a:r>
              <a:t>ctype.h - Character handling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25. Advantages of Header Files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Code reuse</a:t>
            </a:r>
          </a:p>
          <a:p>
            <a:pPr>
              <a:defRPr sz="2200"/>
            </a:pPr>
            <a:r>
              <a:t>• Modularity</a:t>
            </a:r>
          </a:p>
          <a:p>
            <a:pPr>
              <a:defRPr sz="2200"/>
            </a:pPr>
            <a:r>
              <a:t>• Better readability</a:t>
            </a:r>
          </a:p>
          <a:p>
            <a:pPr>
              <a:defRPr sz="2200"/>
            </a:pPr>
            <a:r>
              <a:t>• Easier maintenance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746</Words>
  <Application>Microsoft Office PowerPoint</Application>
  <PresentationFormat>On-screen Show (4:3)</PresentationFormat>
  <Paragraphs>136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C Programming Viva Questions</vt:lpstr>
      <vt:lpstr>1. What is #?</vt:lpstr>
      <vt:lpstr>2. What is a Preprocessor?</vt:lpstr>
      <vt:lpstr>3. What is #include?</vt:lpstr>
      <vt:lpstr>4. Why do we use #include?</vt:lpstr>
      <vt:lpstr>5. Difference between &lt; &gt; and " "</vt:lpstr>
      <vt:lpstr>6. What is a Header File?</vt:lpstr>
      <vt:lpstr>7. Why are Header Files Important?</vt:lpstr>
      <vt:lpstr>8. Types of Header Files</vt:lpstr>
      <vt:lpstr>9. What is stdio.h?</vt:lpstr>
      <vt:lpstr>10. What is the purpose of stdio.h?</vt:lpstr>
      <vt:lpstr>11. What is main()?</vt:lpstr>
      <vt:lpstr>12. Why is main() mandatory?</vt:lpstr>
      <vt:lpstr>13. Return type of main()</vt:lpstr>
      <vt:lpstr>14. What does return 0 mean?</vt:lpstr>
      <vt:lpstr>15. int main() vs void main()</vt:lpstr>
      <vt:lpstr>16. Is void main() correct?</vt:lpstr>
      <vt:lpstr>17. Which compilers accept void main()?</vt:lpstr>
      <vt:lpstr>18. What is ISO?</vt:lpstr>
      <vt:lpstr>19. Why did ISO adopt int main()?</vt:lpstr>
      <vt:lpstr>20. Can there be more than one main()?</vt:lpstr>
      <vt:lpstr>21. What happens if there is no main()?</vt:lpstr>
      <vt:lpstr>PowerPoint Presentation</vt:lpstr>
      <vt:lpstr>22. Compiler vs Preprocessor</vt:lpstr>
      <vt:lpstr>23. Compilation Process</vt:lpstr>
      <vt:lpstr>24. Common Header Files</vt:lpstr>
      <vt:lpstr>25. Advantages of Header Files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Arvind Kumar Mehta [MU - Jaipur]</cp:lastModifiedBy>
  <cp:revision>7</cp:revision>
  <dcterms:created xsi:type="dcterms:W3CDTF">2013-01-27T09:14:16Z</dcterms:created>
  <dcterms:modified xsi:type="dcterms:W3CDTF">2026-08-04T08:30:16Z</dcterms:modified>
  <cp:category/>
</cp:coreProperties>
</file>