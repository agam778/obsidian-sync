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</p:sldMasterIdLst>
  <p:notesMasterIdLst>
    <p:notesMasterId r:id="rId13"/>
  </p:notesMasterIdLst>
  <p:sldIdLst>
    <p:sldId id="308" r:id="rId5"/>
    <p:sldId id="316" r:id="rId6"/>
    <p:sldId id="317" r:id="rId7"/>
    <p:sldId id="318" r:id="rId8"/>
    <p:sldId id="319" r:id="rId9"/>
    <p:sldId id="320" r:id="rId10"/>
    <p:sldId id="321" r:id="rId11"/>
    <p:sldId id="32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5BFC8B-92B9-4330-A00E-7C816876BE64}" v="7" dt="2025-10-13T10:32:10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3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undo custSel addSld delSld modSld sldOrd">
      <pc:chgData name="Arvind Kumar Mehta [MU - Jaipur]" userId="05c91892-566a-4226-a371-aa1d586f0be7" providerId="ADAL" clId="{B053A5CE-0A90-414C-9281-C211CC0B95EF}" dt="2025-10-14T09:02:44.052" v="1450" actId="680"/>
      <pc:docMkLst>
        <pc:docMk/>
      </pc:docMkLst>
      <pc:sldChg chg="addSp delSp modSp add del mod">
        <pc:chgData name="Arvind Kumar Mehta [MU - Jaipur]" userId="05c91892-566a-4226-a371-aa1d586f0be7" providerId="ADAL" clId="{B053A5CE-0A90-414C-9281-C211CC0B95EF}" dt="2025-10-09T09:55:27.633" v="1404" actId="1038"/>
        <pc:sldMkLst>
          <pc:docMk/>
          <pc:sldMk cId="1226806093" sldId="308"/>
        </pc:sldMkLst>
        <pc:spChg chg="add mod">
          <ac:chgData name="Arvind Kumar Mehta [MU - Jaipur]" userId="05c91892-566a-4226-a371-aa1d586f0be7" providerId="ADAL" clId="{B053A5CE-0A90-414C-9281-C211CC0B95EF}" dt="2025-10-09T09:55:27.633" v="1404" actId="1038"/>
          <ac:spMkLst>
            <pc:docMk/>
            <pc:sldMk cId="1226806093" sldId="308"/>
            <ac:spMk id="5" creationId="{A25414DA-77AA-5CA5-976B-55A6D253296D}"/>
          </ac:spMkLst>
        </pc:spChg>
        <pc:spChg chg="mod">
          <ac:chgData name="Arvind Kumar Mehta [MU - Jaipur]" userId="05c91892-566a-4226-a371-aa1d586f0be7" providerId="ADAL" clId="{B053A5CE-0A90-414C-9281-C211CC0B95EF}" dt="2025-10-09T09:32:02.379" v="1223" actId="20577"/>
          <ac:spMkLst>
            <pc:docMk/>
            <pc:sldMk cId="1226806093" sldId="308"/>
            <ac:spMk id="43010" creationId="{00000000-0000-0000-0000-000000000000}"/>
          </ac:spMkLst>
        </pc:spChg>
      </pc:sldChg>
      <pc:sldChg chg="addSp delSp modSp new del mod modClrScheme chgLayout">
        <pc:chgData name="Arvind Kumar Mehta [MU - Jaipur]" userId="05c91892-566a-4226-a371-aa1d586f0be7" providerId="ADAL" clId="{B053A5CE-0A90-414C-9281-C211CC0B95EF}" dt="2025-10-07T09:05:54.602" v="840" actId="47"/>
        <pc:sldMkLst>
          <pc:docMk/>
          <pc:sldMk cId="96433071" sldId="309"/>
        </pc:sldMkLst>
      </pc:sldChg>
      <pc:sldChg chg="addSp delSp modSp add del mod">
        <pc:chgData name="Arvind Kumar Mehta [MU - Jaipur]" userId="05c91892-566a-4226-a371-aa1d586f0be7" providerId="ADAL" clId="{B053A5CE-0A90-414C-9281-C211CC0B95EF}" dt="2025-10-09T09:31:46.278" v="1209" actId="47"/>
        <pc:sldMkLst>
          <pc:docMk/>
          <pc:sldMk cId="1908690080" sldId="309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4.922" v="841" actId="47"/>
        <pc:sldMkLst>
          <pc:docMk/>
          <pc:sldMk cId="592754720" sldId="310"/>
        </pc:sldMkLst>
      </pc:sldChg>
      <pc:sldChg chg="addSp delSp modSp new del mod modClrScheme chgLayout">
        <pc:chgData name="Arvind Kumar Mehta [MU - Jaipur]" userId="05c91892-566a-4226-a371-aa1d586f0be7" providerId="ADAL" clId="{B053A5CE-0A90-414C-9281-C211CC0B95EF}" dt="2025-10-09T09:31:46.393" v="1210" actId="47"/>
        <pc:sldMkLst>
          <pc:docMk/>
          <pc:sldMk cId="2069557956" sldId="310"/>
        </pc:sldMkLst>
      </pc:sldChg>
      <pc:sldChg chg="del">
        <pc:chgData name="Arvind Kumar Mehta [MU - Jaipur]" userId="05c91892-566a-4226-a371-aa1d586f0be7" providerId="ADAL" clId="{B053A5CE-0A90-414C-9281-C211CC0B95EF}" dt="2025-09-02T09:59:18.251" v="1" actId="47"/>
        <pc:sldMkLst>
          <pc:docMk/>
          <pc:sldMk cId="2046738340" sldId="311"/>
        </pc:sldMkLst>
      </pc:sldChg>
      <pc:sldChg chg="addSp delSp modSp new del mod">
        <pc:chgData name="Arvind Kumar Mehta [MU - Jaipur]" userId="05c91892-566a-4226-a371-aa1d586f0be7" providerId="ADAL" clId="{B053A5CE-0A90-414C-9281-C211CC0B95EF}" dt="2025-10-09T09:31:46.541" v="1211" actId="47"/>
        <pc:sldMkLst>
          <pc:docMk/>
          <pc:sldMk cId="2777066942" sldId="311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5.145" v="842" actId="47"/>
        <pc:sldMkLst>
          <pc:docMk/>
          <pc:sldMk cId="4276459101" sldId="311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5.314" v="843" actId="47"/>
        <pc:sldMkLst>
          <pc:docMk/>
          <pc:sldMk cId="983099599" sldId="312"/>
        </pc:sldMkLst>
      </pc:sldChg>
      <pc:sldChg chg="addSp new del mod">
        <pc:chgData name="Arvind Kumar Mehta [MU - Jaipur]" userId="05c91892-566a-4226-a371-aa1d586f0be7" providerId="ADAL" clId="{B053A5CE-0A90-414C-9281-C211CC0B95EF}" dt="2025-10-09T09:31:46.694" v="1212" actId="47"/>
        <pc:sldMkLst>
          <pc:docMk/>
          <pc:sldMk cId="1595230790" sldId="312"/>
        </pc:sldMkLst>
      </pc:sldChg>
      <pc:sldChg chg="del">
        <pc:chgData name="Arvind Kumar Mehta [MU - Jaipur]" userId="05c91892-566a-4226-a371-aa1d586f0be7" providerId="ADAL" clId="{B053A5CE-0A90-414C-9281-C211CC0B95EF}" dt="2025-09-02T09:59:20.778" v="2" actId="47"/>
        <pc:sldMkLst>
          <pc:docMk/>
          <pc:sldMk cId="2319850223" sldId="312"/>
        </pc:sldMkLst>
      </pc:sldChg>
      <pc:sldChg chg="del">
        <pc:chgData name="Arvind Kumar Mehta [MU - Jaipur]" userId="05c91892-566a-4226-a371-aa1d586f0be7" providerId="ADAL" clId="{B053A5CE-0A90-414C-9281-C211CC0B95EF}" dt="2025-09-02T09:59:24.361" v="3" actId="47"/>
        <pc:sldMkLst>
          <pc:docMk/>
          <pc:sldMk cId="192079766" sldId="313"/>
        </pc:sldMkLst>
      </pc:sldChg>
      <pc:sldChg chg="addSp delSp modSp new del mod">
        <pc:chgData name="Arvind Kumar Mehta [MU - Jaipur]" userId="05c91892-566a-4226-a371-aa1d586f0be7" providerId="ADAL" clId="{B053A5CE-0A90-414C-9281-C211CC0B95EF}" dt="2025-10-09T09:31:46.995" v="1213" actId="47"/>
        <pc:sldMkLst>
          <pc:docMk/>
          <pc:sldMk cId="1836925192" sldId="313"/>
        </pc:sldMkLst>
      </pc:sldChg>
      <pc:sldChg chg="addSp delSp modSp new del mod">
        <pc:chgData name="Arvind Kumar Mehta [MU - Jaipur]" userId="05c91892-566a-4226-a371-aa1d586f0be7" providerId="ADAL" clId="{B053A5CE-0A90-414C-9281-C211CC0B95EF}" dt="2025-10-07T09:05:55.514" v="844" actId="47"/>
        <pc:sldMkLst>
          <pc:docMk/>
          <pc:sldMk cId="2315086327" sldId="313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5.653" v="845" actId="47"/>
        <pc:sldMkLst>
          <pc:docMk/>
          <pc:sldMk cId="397698764" sldId="314"/>
        </pc:sldMkLst>
      </pc:sldChg>
      <pc:sldChg chg="del">
        <pc:chgData name="Arvind Kumar Mehta [MU - Jaipur]" userId="05c91892-566a-4226-a371-aa1d586f0be7" providerId="ADAL" clId="{B053A5CE-0A90-414C-9281-C211CC0B95EF}" dt="2025-09-18T09:01:45.749" v="477" actId="47"/>
        <pc:sldMkLst>
          <pc:docMk/>
          <pc:sldMk cId="1143593055" sldId="314"/>
        </pc:sldMkLst>
      </pc:sldChg>
      <pc:sldChg chg="addSp delSp modSp new del mod">
        <pc:chgData name="Arvind Kumar Mehta [MU - Jaipur]" userId="05c91892-566a-4226-a371-aa1d586f0be7" providerId="ADAL" clId="{B053A5CE-0A90-414C-9281-C211CC0B95EF}" dt="2025-10-09T09:31:47.427" v="1214" actId="47"/>
        <pc:sldMkLst>
          <pc:docMk/>
          <pc:sldMk cId="3351751506" sldId="314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6.716" v="847" actId="47"/>
        <pc:sldMkLst>
          <pc:docMk/>
          <pc:sldMk cId="2207448639" sldId="315"/>
        </pc:sldMkLst>
      </pc:sldChg>
      <pc:sldChg chg="del">
        <pc:chgData name="Arvind Kumar Mehta [MU - Jaipur]" userId="05c91892-566a-4226-a371-aa1d586f0be7" providerId="ADAL" clId="{B053A5CE-0A90-414C-9281-C211CC0B95EF}" dt="2025-09-02T09:59:36.162" v="4" actId="47"/>
        <pc:sldMkLst>
          <pc:docMk/>
          <pc:sldMk cId="2529966270" sldId="315"/>
        </pc:sldMkLst>
      </pc:sldChg>
      <pc:sldChg chg="addSp new del mod">
        <pc:chgData name="Arvind Kumar Mehta [MU - Jaipur]" userId="05c91892-566a-4226-a371-aa1d586f0be7" providerId="ADAL" clId="{B053A5CE-0A90-414C-9281-C211CC0B95EF}" dt="2025-10-09T09:31:47.965" v="1215" actId="47"/>
        <pc:sldMkLst>
          <pc:docMk/>
          <pc:sldMk cId="3804123760" sldId="315"/>
        </pc:sldMkLst>
      </pc:sldChg>
      <pc:sldChg chg="addSp delSp modSp new mod">
        <pc:chgData name="Arvind Kumar Mehta [MU - Jaipur]" userId="05c91892-566a-4226-a371-aa1d586f0be7" providerId="ADAL" clId="{B053A5CE-0A90-414C-9281-C211CC0B95EF}" dt="2025-10-09T09:42:42.605" v="1370" actId="20577"/>
        <pc:sldMkLst>
          <pc:docMk/>
          <pc:sldMk cId="427360432" sldId="316"/>
        </pc:sldMkLst>
        <pc:spChg chg="add mod">
          <ac:chgData name="Arvind Kumar Mehta [MU - Jaipur]" userId="05c91892-566a-4226-a371-aa1d586f0be7" providerId="ADAL" clId="{B053A5CE-0A90-414C-9281-C211CC0B95EF}" dt="2025-10-09T09:35:58.406" v="1269" actId="403"/>
          <ac:spMkLst>
            <pc:docMk/>
            <pc:sldMk cId="427360432" sldId="316"/>
            <ac:spMk id="6" creationId="{D575368D-31EF-746B-63D7-6E640AE59AEC}"/>
          </ac:spMkLst>
        </pc:spChg>
        <pc:spChg chg="add mod">
          <ac:chgData name="Arvind Kumar Mehta [MU - Jaipur]" userId="05c91892-566a-4226-a371-aa1d586f0be7" providerId="ADAL" clId="{B053A5CE-0A90-414C-9281-C211CC0B95EF}" dt="2025-10-09T09:42:42.605" v="1370" actId="20577"/>
          <ac:spMkLst>
            <pc:docMk/>
            <pc:sldMk cId="427360432" sldId="316"/>
            <ac:spMk id="8" creationId="{38EE116B-94DB-D59B-FF11-B876A1282525}"/>
          </ac:spMkLst>
        </pc:spChg>
      </pc:sldChg>
      <pc:sldChg chg="addSp modSp new del mod ord">
        <pc:chgData name="Arvind Kumar Mehta [MU - Jaipur]" userId="05c91892-566a-4226-a371-aa1d586f0be7" providerId="ADAL" clId="{B053A5CE-0A90-414C-9281-C211CC0B95EF}" dt="2025-10-07T09:05:56.120" v="846" actId="47"/>
        <pc:sldMkLst>
          <pc:docMk/>
          <pc:sldMk cId="1751858633" sldId="316"/>
        </pc:sldMkLst>
      </pc:sldChg>
      <pc:sldChg chg="del">
        <pc:chgData name="Arvind Kumar Mehta [MU - Jaipur]" userId="05c91892-566a-4226-a371-aa1d586f0be7" providerId="ADAL" clId="{B053A5CE-0A90-414C-9281-C211CC0B95EF}" dt="2025-09-02T09:59:39.205" v="5" actId="47"/>
        <pc:sldMkLst>
          <pc:docMk/>
          <pc:sldMk cId="3031133928" sldId="316"/>
        </pc:sldMkLst>
      </pc:sldChg>
      <pc:sldChg chg="del">
        <pc:chgData name="Arvind Kumar Mehta [MU - Jaipur]" userId="05c91892-566a-4226-a371-aa1d586f0be7" providerId="ADAL" clId="{B053A5CE-0A90-414C-9281-C211CC0B95EF}" dt="2025-09-02T09:59:42.088" v="6" actId="47"/>
        <pc:sldMkLst>
          <pc:docMk/>
          <pc:sldMk cId="796632334" sldId="317"/>
        </pc:sldMkLst>
      </pc:sldChg>
      <pc:sldChg chg="addSp modSp new mod">
        <pc:chgData name="Arvind Kumar Mehta [MU - Jaipur]" userId="05c91892-566a-4226-a371-aa1d586f0be7" providerId="ADAL" clId="{B053A5CE-0A90-414C-9281-C211CC0B95EF}" dt="2025-10-13T10:32:56.813" v="1409" actId="6549"/>
        <pc:sldMkLst>
          <pc:docMk/>
          <pc:sldMk cId="1048510948" sldId="317"/>
        </pc:sldMkLst>
        <pc:spChg chg="add mod">
          <ac:chgData name="Arvind Kumar Mehta [MU - Jaipur]" userId="05c91892-566a-4226-a371-aa1d586f0be7" providerId="ADAL" clId="{B053A5CE-0A90-414C-9281-C211CC0B95EF}" dt="2025-10-13T10:32:56.813" v="1409" actId="6549"/>
          <ac:spMkLst>
            <pc:docMk/>
            <pc:sldMk cId="1048510948" sldId="317"/>
            <ac:spMk id="5" creationId="{6E083334-C4F7-0A69-5AA9-3BBF6E2824CF}"/>
          </ac:spMkLst>
        </pc:spChg>
      </pc:sldChg>
      <pc:sldChg chg="addSp modSp new del mod">
        <pc:chgData name="Arvind Kumar Mehta [MU - Jaipur]" userId="05c91892-566a-4226-a371-aa1d586f0be7" providerId="ADAL" clId="{B053A5CE-0A90-414C-9281-C211CC0B95EF}" dt="2025-10-07T09:05:57.236" v="848" actId="47"/>
        <pc:sldMkLst>
          <pc:docMk/>
          <pc:sldMk cId="1312468425" sldId="317"/>
        </pc:sldMkLst>
      </pc:sldChg>
      <pc:sldChg chg="addSp new del mod">
        <pc:chgData name="Arvind Kumar Mehta [MU - Jaipur]" userId="05c91892-566a-4226-a371-aa1d586f0be7" providerId="ADAL" clId="{B053A5CE-0A90-414C-9281-C211CC0B95EF}" dt="2025-10-07T09:05:57.731" v="849" actId="47"/>
        <pc:sldMkLst>
          <pc:docMk/>
          <pc:sldMk cId="2602182826" sldId="318"/>
        </pc:sldMkLst>
      </pc:sldChg>
      <pc:sldChg chg="addSp delSp modSp del mod">
        <pc:chgData name="Arvind Kumar Mehta [MU - Jaipur]" userId="05c91892-566a-4226-a371-aa1d586f0be7" providerId="ADAL" clId="{B053A5CE-0A90-414C-9281-C211CC0B95EF}" dt="2025-09-18T09:01:45.872" v="480" actId="47"/>
        <pc:sldMkLst>
          <pc:docMk/>
          <pc:sldMk cId="3434609221" sldId="318"/>
        </pc:sldMkLst>
      </pc:sldChg>
      <pc:sldChg chg="addSp modSp new mod">
        <pc:chgData name="Arvind Kumar Mehta [MU - Jaipur]" userId="05c91892-566a-4226-a371-aa1d586f0be7" providerId="ADAL" clId="{B053A5CE-0A90-414C-9281-C211CC0B95EF}" dt="2025-10-13T10:36:13.762" v="1436" actId="20577"/>
        <pc:sldMkLst>
          <pc:docMk/>
          <pc:sldMk cId="4003332604" sldId="318"/>
        </pc:sldMkLst>
        <pc:spChg chg="add mod">
          <ac:chgData name="Arvind Kumar Mehta [MU - Jaipur]" userId="05c91892-566a-4226-a371-aa1d586f0be7" providerId="ADAL" clId="{B053A5CE-0A90-414C-9281-C211CC0B95EF}" dt="2025-10-13T10:36:13.762" v="1436" actId="20577"/>
          <ac:spMkLst>
            <pc:docMk/>
            <pc:sldMk cId="4003332604" sldId="318"/>
            <ac:spMk id="5" creationId="{B44A5911-D0DD-0170-B2C5-525458B10D37}"/>
          </ac:spMkLst>
        </pc:spChg>
      </pc:sldChg>
      <pc:sldChg chg="addSp new mod">
        <pc:chgData name="Arvind Kumar Mehta [MU - Jaipur]" userId="05c91892-566a-4226-a371-aa1d586f0be7" providerId="ADAL" clId="{B053A5CE-0A90-414C-9281-C211CC0B95EF}" dt="2025-10-13T10:37:09.108" v="1438" actId="22"/>
        <pc:sldMkLst>
          <pc:docMk/>
          <pc:sldMk cId="666881226" sldId="319"/>
        </pc:sldMkLst>
        <pc:picChg chg="add">
          <ac:chgData name="Arvind Kumar Mehta [MU - Jaipur]" userId="05c91892-566a-4226-a371-aa1d586f0be7" providerId="ADAL" clId="{B053A5CE-0A90-414C-9281-C211CC0B95EF}" dt="2025-10-13T10:37:09.108" v="1438" actId="22"/>
          <ac:picMkLst>
            <pc:docMk/>
            <pc:sldMk cId="666881226" sldId="319"/>
            <ac:picMk id="5" creationId="{B9A3A279-1DDD-DAA1-15A0-D1A5848BFCB3}"/>
          </ac:picMkLst>
        </pc:picChg>
      </pc:sldChg>
      <pc:sldChg chg="addSp delSp modSp del mod delAnim modAnim">
        <pc:chgData name="Arvind Kumar Mehta [MU - Jaipur]" userId="05c91892-566a-4226-a371-aa1d586f0be7" providerId="ADAL" clId="{B053A5CE-0A90-414C-9281-C211CC0B95EF}" dt="2025-09-02T10:14:20.878" v="309" actId="47"/>
        <pc:sldMkLst>
          <pc:docMk/>
          <pc:sldMk cId="2577839129" sldId="319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8.281" v="850" actId="47"/>
        <pc:sldMkLst>
          <pc:docMk/>
          <pc:sldMk cId="4098957958" sldId="319"/>
        </pc:sldMkLst>
      </pc:sldChg>
      <pc:sldChg chg="addSp modSp new mod">
        <pc:chgData name="Arvind Kumar Mehta [MU - Jaipur]" userId="05c91892-566a-4226-a371-aa1d586f0be7" providerId="ADAL" clId="{B053A5CE-0A90-414C-9281-C211CC0B95EF}" dt="2025-10-13T10:39:09.004" v="1447" actId="123"/>
        <pc:sldMkLst>
          <pc:docMk/>
          <pc:sldMk cId="490035071" sldId="320"/>
        </pc:sldMkLst>
        <pc:spChg chg="add mod">
          <ac:chgData name="Arvind Kumar Mehta [MU - Jaipur]" userId="05c91892-566a-4226-a371-aa1d586f0be7" providerId="ADAL" clId="{B053A5CE-0A90-414C-9281-C211CC0B95EF}" dt="2025-10-13T10:39:09.004" v="1447" actId="123"/>
          <ac:spMkLst>
            <pc:docMk/>
            <pc:sldMk cId="490035071" sldId="320"/>
            <ac:spMk id="5" creationId="{484EA014-045E-6707-1756-7E7CDCACC757}"/>
          </ac:spMkLst>
        </pc:spChg>
      </pc:sldChg>
      <pc:sldChg chg="addSp new del mod">
        <pc:chgData name="Arvind Kumar Mehta [MU - Jaipur]" userId="05c91892-566a-4226-a371-aa1d586f0be7" providerId="ADAL" clId="{B053A5CE-0A90-414C-9281-C211CC0B95EF}" dt="2025-10-07T09:06:04.319" v="851" actId="47"/>
        <pc:sldMkLst>
          <pc:docMk/>
          <pc:sldMk cId="786411972" sldId="320"/>
        </pc:sldMkLst>
      </pc:sldChg>
      <pc:sldChg chg="addSp delSp modSp add del mod delAnim">
        <pc:chgData name="Arvind Kumar Mehta [MU - Jaipur]" userId="05c91892-566a-4226-a371-aa1d586f0be7" providerId="ADAL" clId="{B053A5CE-0A90-414C-9281-C211CC0B95EF}" dt="2025-09-18T09:01:45.893" v="481" actId="47"/>
        <pc:sldMkLst>
          <pc:docMk/>
          <pc:sldMk cId="4150820478" sldId="320"/>
        </pc:sldMkLst>
      </pc:sldChg>
      <pc:sldChg chg="addSp new del mod">
        <pc:chgData name="Arvind Kumar Mehta [MU - Jaipur]" userId="05c91892-566a-4226-a371-aa1d586f0be7" providerId="ADAL" clId="{B053A5CE-0A90-414C-9281-C211CC0B95EF}" dt="2025-10-07T09:06:06.738" v="852" actId="47"/>
        <pc:sldMkLst>
          <pc:docMk/>
          <pc:sldMk cId="21251370" sldId="321"/>
        </pc:sldMkLst>
      </pc:sldChg>
      <pc:sldChg chg="modSp del">
        <pc:chgData name="Arvind Kumar Mehta [MU - Jaipur]" userId="05c91892-566a-4226-a371-aa1d586f0be7" providerId="ADAL" clId="{B053A5CE-0A90-414C-9281-C211CC0B95EF}" dt="2025-09-18T09:01:45.924" v="482" actId="47"/>
        <pc:sldMkLst>
          <pc:docMk/>
          <pc:sldMk cId="205557640" sldId="321"/>
        </pc:sldMkLst>
      </pc:sldChg>
      <pc:sldChg chg="addSp new mod">
        <pc:chgData name="Arvind Kumar Mehta [MU - Jaipur]" userId="05c91892-566a-4226-a371-aa1d586f0be7" providerId="ADAL" clId="{B053A5CE-0A90-414C-9281-C211CC0B95EF}" dt="2025-10-13T10:39:27.908" v="1449" actId="22"/>
        <pc:sldMkLst>
          <pc:docMk/>
          <pc:sldMk cId="4225490856" sldId="321"/>
        </pc:sldMkLst>
        <pc:picChg chg="add">
          <ac:chgData name="Arvind Kumar Mehta [MU - Jaipur]" userId="05c91892-566a-4226-a371-aa1d586f0be7" providerId="ADAL" clId="{B053A5CE-0A90-414C-9281-C211CC0B95EF}" dt="2025-10-13T10:39:27.908" v="1449" actId="22"/>
          <ac:picMkLst>
            <pc:docMk/>
            <pc:sldMk cId="4225490856" sldId="321"/>
            <ac:picMk id="5" creationId="{93F0DA9B-3765-62D9-2571-1D0CFAB069A2}"/>
          </ac:picMkLst>
        </pc:picChg>
      </pc:sldChg>
      <pc:sldChg chg="new">
        <pc:chgData name="Arvind Kumar Mehta [MU - Jaipur]" userId="05c91892-566a-4226-a371-aa1d586f0be7" providerId="ADAL" clId="{B053A5CE-0A90-414C-9281-C211CC0B95EF}" dt="2025-10-14T09:02:44.052" v="1450" actId="680"/>
        <pc:sldMkLst>
          <pc:docMk/>
          <pc:sldMk cId="261201911" sldId="322"/>
        </pc:sldMkLst>
      </pc:sldChg>
      <pc:sldChg chg="addSp delSp modSp del mod">
        <pc:chgData name="Arvind Kumar Mehta [MU - Jaipur]" userId="05c91892-566a-4226-a371-aa1d586f0be7" providerId="ADAL" clId="{B053A5CE-0A90-414C-9281-C211CC0B95EF}" dt="2025-09-18T09:01:45.796" v="478" actId="47"/>
        <pc:sldMkLst>
          <pc:docMk/>
          <pc:sldMk cId="24939701" sldId="358"/>
        </pc:sldMkLst>
      </pc:sldChg>
      <pc:sldChg chg="modSp del mod">
        <pc:chgData name="Arvind Kumar Mehta [MU - Jaipur]" userId="05c91892-566a-4226-a371-aa1d586f0be7" providerId="ADAL" clId="{B053A5CE-0A90-414C-9281-C211CC0B95EF}" dt="2025-09-18T09:01:45.827" v="479" actId="47"/>
        <pc:sldMkLst>
          <pc:docMk/>
          <pc:sldMk cId="1189190445" sldId="359"/>
        </pc:sldMkLst>
      </pc:sldChg>
      <pc:sldChg chg="del">
        <pc:chgData name="Arvind Kumar Mehta [MU - Jaipur]" userId="05c91892-566a-4226-a371-aa1d586f0be7" providerId="ADAL" clId="{B053A5CE-0A90-414C-9281-C211CC0B95EF}" dt="2025-09-02T10:01:40.049" v="49" actId="47"/>
        <pc:sldMkLst>
          <pc:docMk/>
          <pc:sldMk cId="3108161345" sldId="360"/>
        </pc:sldMkLst>
      </pc:sldChg>
      <pc:sldChg chg="del">
        <pc:chgData name="Arvind Kumar Mehta [MU - Jaipur]" userId="05c91892-566a-4226-a371-aa1d586f0be7" providerId="ADAL" clId="{B053A5CE-0A90-414C-9281-C211CC0B95EF}" dt="2025-09-02T10:01:43.970" v="50" actId="47"/>
        <pc:sldMkLst>
          <pc:docMk/>
          <pc:sldMk cId="503878474" sldId="361"/>
        </pc:sldMkLst>
      </pc:sldChg>
      <pc:sldChg chg="del">
        <pc:chgData name="Arvind Kumar Mehta [MU - Jaipur]" userId="05c91892-566a-4226-a371-aa1d586f0be7" providerId="ADAL" clId="{B053A5CE-0A90-414C-9281-C211CC0B95EF}" dt="2025-09-02T10:01:47.144" v="51" actId="47"/>
        <pc:sldMkLst>
          <pc:docMk/>
          <pc:sldMk cId="2617088619" sldId="362"/>
        </pc:sldMkLst>
      </pc:sldChg>
      <pc:sldChg chg="del">
        <pc:chgData name="Arvind Kumar Mehta [MU - Jaipur]" userId="05c91892-566a-4226-a371-aa1d586f0be7" providerId="ADAL" clId="{B053A5CE-0A90-414C-9281-C211CC0B95EF}" dt="2025-09-02T10:01:54.637" v="52" actId="47"/>
        <pc:sldMkLst>
          <pc:docMk/>
          <pc:sldMk cId="3036209520" sldId="363"/>
        </pc:sldMkLst>
      </pc:sldChg>
      <pc:sldChg chg="del ord">
        <pc:chgData name="Arvind Kumar Mehta [MU - Jaipur]" userId="05c91892-566a-4226-a371-aa1d586f0be7" providerId="ADAL" clId="{B053A5CE-0A90-414C-9281-C211CC0B95EF}" dt="2025-09-02T10:02:14.321" v="55" actId="47"/>
        <pc:sldMkLst>
          <pc:docMk/>
          <pc:sldMk cId="148035015" sldId="367"/>
        </pc:sldMkLst>
      </pc:sldChg>
      <pc:sldChg chg="modSp del mod">
        <pc:chgData name="Arvind Kumar Mehta [MU - Jaipur]" userId="05c91892-566a-4226-a371-aa1d586f0be7" providerId="ADAL" clId="{B053A5CE-0A90-414C-9281-C211CC0B95EF}" dt="2025-09-18T09:01:45.310" v="476" actId="47"/>
        <pc:sldMkLst>
          <pc:docMk/>
          <pc:sldMk cId="1107600666" sldId="368"/>
        </pc:sldMkLst>
      </pc:sldChg>
      <pc:sldChg chg="del">
        <pc:chgData name="Arvind Kumar Mehta [MU - Jaipur]" userId="05c91892-566a-4226-a371-aa1d586f0be7" providerId="ADAL" clId="{B053A5CE-0A90-414C-9281-C211CC0B95EF}" dt="2025-09-02T09:59:11.294" v="0" actId="47"/>
        <pc:sldMkLst>
          <pc:docMk/>
          <pc:sldMk cId="1250099007" sldId="369"/>
        </pc:sldMkLst>
      </pc:sldChg>
      <pc:sldChg chg="delSp modSp new del mod modClrScheme chgLayout">
        <pc:chgData name="Arvind Kumar Mehta [MU - Jaipur]" userId="05c91892-566a-4226-a371-aa1d586f0be7" providerId="ADAL" clId="{B053A5CE-0A90-414C-9281-C211CC0B95EF}" dt="2025-09-18T09:01:45.955" v="483" actId="47"/>
        <pc:sldMkLst>
          <pc:docMk/>
          <pc:sldMk cId="3121743165" sldId="3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0D58-E4F7-4FC3-B219-1D20EE7F0FF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0463E-A946-4DB7-84F1-2B38F7DE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3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C94F63-EACE-44D4-906D-A341EB46228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174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4745-080E-4B88-8B8B-2992D21A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4FCC-663F-4763-BD22-ED6902EE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37EB-2F3B-4811-9996-207993A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A531-6B05-4E29-A076-286E4BFF5D19}" type="datetime1">
              <a:rPr lang="en-US" smtClean="0"/>
              <a:t>10/14/2025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6A9E-BCDE-41C3-9CC5-60E5429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BD90-BB00-4963-8C24-3F10ACC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458-8B79-452D-921E-0ECB61C2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3611-6A6B-4C43-BC3F-2D55523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9E3-AC0D-450F-9A49-5C61C4E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10/14/2025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0025-6DC4-4532-92BB-0035F529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8A83-CA99-4D72-B625-29725E2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62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A839-A5B7-418C-BCAD-FF5ECF04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F598-AD66-4E78-BD33-F2CAFCE8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A7E6-34A8-42D9-8468-C791AC8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2AC9-BBBF-4F41-B782-98E53920ED8E}" type="datetime1">
              <a:rPr lang="en-US" smtClean="0"/>
              <a:t>10/14/2025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F426-0C69-4147-90A0-49BD071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6A7B-B42C-4261-9E1C-BAE9C18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AE-95E6-4734-B0CA-6B3F17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3265-9837-449F-B9B5-10EF38B97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79CB-7734-4551-8220-E3D4D913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4707-78EE-4BB5-92F6-BB536223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E22-53BA-4991-8881-0249A5195271}" type="datetime1">
              <a:rPr lang="en-US" smtClean="0"/>
              <a:t>10/14/2025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88337-0745-4DB8-BCBB-B2C3787A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57A4B-F2B7-413C-B502-1F67C91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1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5BA4-0615-4F7C-873A-1CE0AB72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5B24-BF8C-46F6-860A-58543765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5C70-C911-4814-925A-E28281B6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32A8-B556-4ADA-B8D9-24C84CAD7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47CDF-2C21-477A-9E4F-D478C9090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FE3E-BEF0-4D27-86EA-E7C12757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EF3F-D11F-4760-BD8F-2AFD2FEC523A}" type="datetime1">
              <a:rPr lang="en-US" smtClean="0"/>
              <a:t>10/14/2025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35C4-93B3-4934-8FAB-308E4C47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61A2-2E89-45BF-9912-25CADFD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7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8C8-DCFC-42DE-B589-797097CE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FAD1B-25A8-401B-A470-BB8F690D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DB7C-9D3D-4090-BB7B-E9E11131932A}" type="datetime1">
              <a:rPr lang="en-US" smtClean="0"/>
              <a:t>10/14/2025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8D88C-4868-4C00-B069-222F73C2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B5A61-237C-4FD4-82DC-2C14D4A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0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15D0-8CE4-4634-A3FA-8B102DF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C80B2-EC71-4848-8516-94910D3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BB75-7581-4616-954C-12FD6B12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5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DD6-0EDC-410D-B6A9-C0379C9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99FBF-7F3F-496B-8533-E5759A0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0088-0DCF-454C-BCA0-E08A6B5C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FB6B-25DA-4495-8891-E5462B4A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EE203-33E8-4D2C-9F23-AD91F4AE60D5}" type="datetime1">
              <a:rPr lang="en-US" smtClean="0"/>
              <a:t>10/14/2025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F900-E8EB-4577-9FD7-128CBF6F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CEBB4-9CD1-4A50-A6DB-D2C7080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6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0DBF-BFAB-445E-ACC4-A51766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BF54-ABF7-4365-A8C2-EEA4EEFAD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747-C8FB-4EF1-8EDF-C5EE17A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E11C-023F-4B6F-B57A-7042D73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B910-2086-4764-92B4-4785AFCAFF03}" type="datetime1">
              <a:rPr lang="en-US" smtClean="0"/>
              <a:t>10/14/2025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7CEB-9DD0-4B74-BE5C-FB70FBC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B171-7A1B-4CAC-8C40-29BB693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3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4F1F-5027-4E1F-89BF-075A57C9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E24CC-301E-4D8A-BFC7-3ED1E685B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9E63-03AB-4658-B659-F96379FA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F31F-FE0C-4C35-A350-C14124AE2070}" type="datetime1">
              <a:rPr lang="en-US" smtClean="0"/>
              <a:t>10/14/2025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7C7C-EA7C-43D7-9C98-4953DDD9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E119-F33A-43B2-ACCD-2210AE6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6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DDC8D-D96B-4CF8-B742-313A77CE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A008-CAC5-4BD4-B085-79537F13E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35-5983-430E-9A6F-966CA34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0CF7-CF28-4272-9AA0-1081ED956651}" type="datetime1">
              <a:rPr lang="en-US" smtClean="0"/>
              <a:t>10/14/2025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1584-0A77-4AB0-ABA1-EF7A9661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3395-9EB0-45A5-9312-7EF200F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E960E-A823-46A1-B92C-C835BEC3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4212-C96E-427C-881B-D2A40765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9243"/>
            <a:ext cx="8245806" cy="490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C667-5E2D-43CB-81C1-2C89384C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8657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21C9E-CAB4-4FB8-9861-F2078AC750E3}" type="datetime1">
              <a:rPr lang="en-US" smtClean="0"/>
              <a:t>10/14/2025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0E833-EA5E-4A50-A759-535E45CB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8203" y="6356351"/>
            <a:ext cx="6581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1001                    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6493-223E-484B-B535-A556B9BB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356351"/>
            <a:ext cx="3591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EA51C-495D-44A2-B925-9AAC4BD9F0A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86045" y="302525"/>
            <a:ext cx="5810250" cy="857250"/>
          </a:xfrm>
        </p:spPr>
        <p:txBody>
          <a:bodyPr>
            <a:normAutofit/>
          </a:bodyPr>
          <a:lstStyle/>
          <a:p>
            <a:r>
              <a:rPr lang="en-IN" dirty="0"/>
              <a:t>Array</a:t>
            </a:r>
            <a:endParaRPr lang="en-US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414DA-77AA-5CA5-976B-55A6D253296D}"/>
              </a:ext>
            </a:extLst>
          </p:cNvPr>
          <p:cNvSpPr txBox="1"/>
          <p:nvPr/>
        </p:nvSpPr>
        <p:spPr>
          <a:xfrm>
            <a:off x="220720" y="1180566"/>
            <a:ext cx="86920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1-Dimensional Array in C</a:t>
            </a:r>
            <a:endParaRPr lang="en-IN" sz="2800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IN" sz="2800" dirty="0"/>
              <a:t>A </a:t>
            </a:r>
            <a:r>
              <a:rPr lang="en-IN" sz="2800" b="1" dirty="0"/>
              <a:t>1-Dimensional array</a:t>
            </a:r>
            <a:r>
              <a:rPr lang="en-IN" sz="2800" dirty="0"/>
              <a:t> is a collection of elements of the </a:t>
            </a:r>
            <a:r>
              <a:rPr lang="en-IN" sz="2800" b="1" dirty="0"/>
              <a:t>same data type</a:t>
            </a:r>
            <a:r>
              <a:rPr lang="en-IN" sz="2800" dirty="0"/>
              <a:t>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IN" sz="2800" dirty="0"/>
              <a:t>The elements are stored in </a:t>
            </a:r>
            <a:r>
              <a:rPr lang="en-IN" sz="2800" b="1" dirty="0"/>
              <a:t>contiguous (continuous) memory locations</a:t>
            </a:r>
            <a:r>
              <a:rPr lang="en-IN" sz="2800" dirty="0"/>
              <a:t>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IN" sz="2800" dirty="0"/>
              <a:t>Each element in the array is </a:t>
            </a:r>
            <a:r>
              <a:rPr lang="en-IN" sz="2800" b="1" dirty="0"/>
              <a:t>accessed using an index</a:t>
            </a:r>
            <a:r>
              <a:rPr lang="en-IN" sz="2800" dirty="0"/>
              <a:t>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IN" sz="2800" dirty="0"/>
              <a:t>The </a:t>
            </a:r>
            <a:r>
              <a:rPr lang="en-IN" sz="2800" b="1" dirty="0"/>
              <a:t>index starts from 0</a:t>
            </a:r>
            <a:r>
              <a:rPr lang="en-IN" sz="2800" dirty="0"/>
              <a:t> and goes up to </a:t>
            </a:r>
            <a:r>
              <a:rPr lang="en-IN" sz="2800" i="1" dirty="0"/>
              <a:t>(n–1)</a:t>
            </a:r>
            <a:r>
              <a:rPr lang="en-IN" sz="2800" dirty="0"/>
              <a:t>, where </a:t>
            </a:r>
            <a:r>
              <a:rPr lang="en-IN" sz="2800" i="1" dirty="0"/>
              <a:t>n</a:t>
            </a:r>
            <a:r>
              <a:rPr lang="en-IN" sz="2800" dirty="0"/>
              <a:t> is the number of elements.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IN" sz="2800" dirty="0"/>
              <a:t>It allows </a:t>
            </a:r>
            <a:r>
              <a:rPr lang="en-IN" sz="2800" b="1" dirty="0"/>
              <a:t>efficient storage and access</a:t>
            </a:r>
            <a:r>
              <a:rPr lang="en-IN" sz="2800" dirty="0"/>
              <a:t> of multiple data items of the same type.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IN" sz="2800" dirty="0"/>
              <a:t>The </a:t>
            </a:r>
            <a:r>
              <a:rPr lang="en-IN" sz="2800" b="1" dirty="0"/>
              <a:t>syntax</a:t>
            </a:r>
            <a:r>
              <a:rPr lang="en-IN" sz="2800" dirty="0"/>
              <a:t> for declaring a 1-D array is:</a:t>
            </a:r>
          </a:p>
        </p:txBody>
      </p:sp>
    </p:spTree>
    <p:extLst>
      <p:ext uri="{BB962C8B-B14F-4D97-AF65-F5344CB8AC3E}">
        <p14:creationId xmlns:p14="http://schemas.microsoft.com/office/powerpoint/2010/main" val="122680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A8C33-B2FB-C40F-7AAA-0349199A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881053-DF7C-A439-B1C6-95BAAF1A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5368D-31EF-746B-63D7-6E640AE59AEC}"/>
              </a:ext>
            </a:extLst>
          </p:cNvPr>
          <p:cNvSpPr txBox="1"/>
          <p:nvPr/>
        </p:nvSpPr>
        <p:spPr>
          <a:xfrm>
            <a:off x="520262" y="766520"/>
            <a:ext cx="83541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Syntex </a:t>
            </a:r>
          </a:p>
          <a:p>
            <a:r>
              <a:rPr lang="en-IN" sz="2800" dirty="0"/>
              <a:t>int marks[5] = {85, 90, 78, 92, 88};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E116B-94DB-D59B-FF11-B876A1282525}"/>
              </a:ext>
            </a:extLst>
          </p:cNvPr>
          <p:cNvSpPr txBox="1"/>
          <p:nvPr/>
        </p:nvSpPr>
        <p:spPr>
          <a:xfrm>
            <a:off x="420414" y="2044005"/>
            <a:ext cx="84540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Initialization:</a:t>
            </a:r>
            <a:br>
              <a:rPr lang="en-IN" sz="2800" dirty="0">
                <a:solidFill>
                  <a:srgbClr val="FF0000"/>
                </a:solidFill>
              </a:rPr>
            </a:br>
            <a:r>
              <a:rPr lang="en-IN" sz="2800" dirty="0"/>
              <a:t>int marks[5] = {90, 85, 88, 92, 76};</a:t>
            </a:r>
          </a:p>
          <a:p>
            <a:r>
              <a:rPr lang="en-IN" sz="2800" dirty="0"/>
              <a:t>int marks[5] = {90, 85};  // remaining elements become 0</a:t>
            </a:r>
          </a:p>
          <a:p>
            <a:endParaRPr lang="en-IN" sz="2800" dirty="0">
              <a:solidFill>
                <a:srgbClr val="FF0000"/>
              </a:solidFill>
            </a:endParaRPr>
          </a:p>
          <a:p>
            <a:r>
              <a:rPr lang="en-IN" sz="2800" dirty="0" err="1"/>
              <a:t>scanf</a:t>
            </a:r>
            <a:r>
              <a:rPr lang="en-IN" sz="2800" dirty="0"/>
              <a:t>("%d", &amp;marks[2]);</a:t>
            </a:r>
          </a:p>
          <a:p>
            <a:endParaRPr lang="en-IN" sz="2800" dirty="0"/>
          </a:p>
          <a:p>
            <a:r>
              <a:rPr lang="en-IN" sz="2800" dirty="0"/>
              <a:t>for (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 &lt; 5; </a:t>
            </a:r>
            <a:r>
              <a:rPr lang="en-IN" sz="2800" dirty="0" err="1"/>
              <a:t>i</a:t>
            </a:r>
            <a:r>
              <a:rPr lang="en-IN" sz="2800" dirty="0"/>
              <a:t>++) </a:t>
            </a:r>
          </a:p>
          <a:p>
            <a:r>
              <a:rPr lang="en-IN" sz="2800" dirty="0"/>
              <a:t>        </a:t>
            </a:r>
            <a:r>
              <a:rPr lang="en-IN" sz="2800" dirty="0" err="1"/>
              <a:t>scanf</a:t>
            </a:r>
            <a:r>
              <a:rPr lang="en-IN" sz="2800" dirty="0"/>
              <a:t>("%d", &amp;marks[</a:t>
            </a:r>
            <a:r>
              <a:rPr lang="en-IN" sz="2800" dirty="0" err="1"/>
              <a:t>i</a:t>
            </a:r>
            <a:r>
              <a:rPr lang="en-IN" sz="2800" dirty="0"/>
              <a:t>]);</a:t>
            </a:r>
          </a:p>
          <a:p>
            <a:r>
              <a:rPr lang="en-IN" sz="28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2736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18B2F-D5BA-F2E1-23ED-9587C017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E0A052-683E-D074-06DF-9A746FC7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83334-C4F7-0A69-5AA9-3BBF6E2824CF}"/>
              </a:ext>
            </a:extLst>
          </p:cNvPr>
          <p:cNvSpPr txBox="1"/>
          <p:nvPr/>
        </p:nvSpPr>
        <p:spPr>
          <a:xfrm>
            <a:off x="628649" y="440699"/>
            <a:ext cx="8515351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Lab 7. 1-D Array</a:t>
            </a:r>
            <a:endParaRPr lang="en-IN" sz="20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Write a program to find the sum of an array.</a:t>
            </a:r>
            <a:endParaRPr lang="en-IN" sz="20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Write a program to print the subarray that lies between the two indexes.</a:t>
            </a:r>
            <a:endParaRPr lang="en-IN" sz="20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Write a program to reverse an array with an auxiliary array.</a:t>
            </a:r>
            <a:endParaRPr lang="en-IN" sz="20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Write a program to find the largest and smallest element in an array.</a:t>
            </a:r>
            <a:endParaRPr lang="en-IN" sz="2000" b="1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Write a program to arrange the elements of an array in ascending order by a simple sorting method. (Selection sort/bubble sort)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4851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F09A4-705B-42B8-714D-FD0A1E77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C8E0D1-6312-AB21-23B7-FA50FF5C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A5911-D0DD-0170-B2C5-525458B10D37}"/>
              </a:ext>
            </a:extLst>
          </p:cNvPr>
          <p:cNvSpPr txBox="1"/>
          <p:nvPr/>
        </p:nvSpPr>
        <p:spPr>
          <a:xfrm>
            <a:off x="378372" y="136524"/>
            <a:ext cx="83872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1. SELECTION SORT</a:t>
            </a:r>
          </a:p>
          <a:p>
            <a:pPr>
              <a:buNone/>
            </a:pPr>
            <a:r>
              <a:rPr lang="en-IN" sz="2800" b="1" dirty="0"/>
              <a:t>Concept:</a:t>
            </a:r>
          </a:p>
          <a:p>
            <a:pPr algn="just">
              <a:buNone/>
            </a:pPr>
            <a:r>
              <a:rPr lang="en-IN" sz="2800" dirty="0"/>
              <a:t>Selection Sort repeatedly finds the </a:t>
            </a:r>
            <a:r>
              <a:rPr lang="en-IN" sz="2800" b="1" dirty="0"/>
              <a:t>smallest (or largest)</a:t>
            </a:r>
            <a:r>
              <a:rPr lang="en-IN" sz="2800" dirty="0"/>
              <a:t> element from the unsorted part and places it at the </a:t>
            </a:r>
            <a:r>
              <a:rPr lang="en-IN" sz="2800" b="1" dirty="0"/>
              <a:t>beginning</a:t>
            </a:r>
            <a:r>
              <a:rPr lang="en-IN" sz="2800" dirty="0"/>
              <a:t>.</a:t>
            </a:r>
          </a:p>
          <a:p>
            <a:pPr algn="just">
              <a:buNone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Algorithm Steps (Ascending order):</a:t>
            </a:r>
          </a:p>
          <a:p>
            <a:pPr>
              <a:buFont typeface="+mj-lt"/>
              <a:buAutoNum type="arabicPeriod"/>
            </a:pPr>
            <a:r>
              <a:rPr lang="en-IN" sz="2800" dirty="0"/>
              <a:t>Start with the first element (index 0).</a:t>
            </a:r>
          </a:p>
          <a:p>
            <a:pPr>
              <a:buFont typeface="+mj-lt"/>
              <a:buAutoNum type="arabicPeriod"/>
            </a:pPr>
            <a:r>
              <a:rPr lang="en-IN" sz="2800" dirty="0"/>
              <a:t>Find the smallest element in the remaining array.</a:t>
            </a:r>
          </a:p>
          <a:p>
            <a:pPr>
              <a:buFont typeface="+mj-lt"/>
              <a:buAutoNum type="arabicPeriod"/>
            </a:pPr>
            <a:r>
              <a:rPr lang="en-IN" sz="2800" dirty="0"/>
              <a:t>Swap it with the element at the current position.</a:t>
            </a:r>
          </a:p>
          <a:p>
            <a:pPr>
              <a:buFont typeface="+mj-lt"/>
              <a:buAutoNum type="arabicPeriod"/>
            </a:pPr>
            <a:r>
              <a:rPr lang="en-IN" sz="2800" dirty="0"/>
              <a:t>Move to the next position and repeat until the array is sorted.</a:t>
            </a:r>
          </a:p>
        </p:txBody>
      </p:sp>
    </p:spTree>
    <p:extLst>
      <p:ext uri="{BB962C8B-B14F-4D97-AF65-F5344CB8AC3E}">
        <p14:creationId xmlns:p14="http://schemas.microsoft.com/office/powerpoint/2010/main" val="400333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D923E-03C4-3E21-44FA-6B3E3E8F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8BF64-A112-27EC-459F-7620DF72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3A279-1DDD-DAA1-15A0-D1A5848B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2109"/>
            <a:ext cx="9144000" cy="423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8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EA334-D434-F168-D6CF-A51E3C25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2D69F8-DFDC-29CF-ECEA-7043FC04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EA014-045E-6707-1756-7E7CDCACC757}"/>
              </a:ext>
            </a:extLst>
          </p:cNvPr>
          <p:cNvSpPr txBox="1"/>
          <p:nvPr/>
        </p:nvSpPr>
        <p:spPr>
          <a:xfrm>
            <a:off x="73572" y="329321"/>
            <a:ext cx="9144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800" b="1" dirty="0"/>
              <a:t>2. BUBBLE SORT</a:t>
            </a:r>
          </a:p>
          <a:p>
            <a:pPr algn="just">
              <a:buNone/>
            </a:pPr>
            <a:r>
              <a:rPr lang="en-IN" sz="2800" b="1" dirty="0"/>
              <a:t>Concept:</a:t>
            </a:r>
          </a:p>
          <a:p>
            <a:pPr algn="just">
              <a:buNone/>
            </a:pPr>
            <a:r>
              <a:rPr lang="en-IN" sz="2800" dirty="0"/>
              <a:t>Bubble Sort repeatedly </a:t>
            </a:r>
            <a:r>
              <a:rPr lang="en-IN" sz="2800" b="1" dirty="0"/>
              <a:t>compares adjacent elements</a:t>
            </a:r>
            <a:r>
              <a:rPr lang="en-IN" sz="2800" dirty="0"/>
              <a:t> and </a:t>
            </a:r>
            <a:r>
              <a:rPr lang="en-IN" sz="2800" b="1" dirty="0"/>
              <a:t>swaps</a:t>
            </a:r>
            <a:r>
              <a:rPr lang="en-IN" sz="2800" dirty="0"/>
              <a:t> them if they are in the wrong order.</a:t>
            </a:r>
          </a:p>
          <a:p>
            <a:pPr algn="just">
              <a:buNone/>
            </a:pPr>
            <a:r>
              <a:rPr lang="en-IN" sz="2800" b="1" dirty="0"/>
              <a:t>Algorithm Steps (Ascending order):</a:t>
            </a:r>
          </a:p>
          <a:p>
            <a:pPr algn="just">
              <a:buFont typeface="+mj-lt"/>
              <a:buAutoNum type="arabicPeriod"/>
            </a:pPr>
            <a:r>
              <a:rPr lang="en-IN" sz="2800" dirty="0"/>
              <a:t>Compare each pair of adjacent elements.</a:t>
            </a:r>
          </a:p>
          <a:p>
            <a:pPr algn="just">
              <a:buFont typeface="+mj-lt"/>
              <a:buAutoNum type="arabicPeriod"/>
            </a:pPr>
            <a:r>
              <a:rPr lang="en-IN" sz="2800" dirty="0"/>
              <a:t>Swap if the first is greater than the second.</a:t>
            </a:r>
          </a:p>
          <a:p>
            <a:pPr algn="just">
              <a:buFont typeface="+mj-lt"/>
              <a:buAutoNum type="arabicPeriod"/>
            </a:pPr>
            <a:r>
              <a:rPr lang="en-IN" sz="2800" dirty="0"/>
              <a:t>Repeat the process for all elements until no swaps are needed.</a:t>
            </a:r>
          </a:p>
        </p:txBody>
      </p:sp>
    </p:spTree>
    <p:extLst>
      <p:ext uri="{BB962C8B-B14F-4D97-AF65-F5344CB8AC3E}">
        <p14:creationId xmlns:p14="http://schemas.microsoft.com/office/powerpoint/2010/main" val="49003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2E8F8-C2AF-3E9E-37A6-8C6731C0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67DA2-C1AB-1BE4-73AD-BB877F7E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0DA9B-3765-62D9-2571-1D0CFAB0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6036"/>
            <a:ext cx="9144000" cy="356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9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FC489-EDD4-1D4E-5A1A-BE2EF374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10/14/2025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E2D77-B519-F8B0-558D-8E24BBF9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01911"/>
      </p:ext>
    </p:extLst>
  </p:cSld>
  <p:clrMapOvr>
    <a:masterClrMapping/>
  </p:clrMapOvr>
</p:sld>
</file>

<file path=ppt/theme/theme1.xml><?xml version="1.0" encoding="utf-8"?>
<a:theme xmlns:a="http://schemas.openxmlformats.org/drawingml/2006/main" name="PSUC2018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UC2018 Template" id="{93EF96F5-E747-46F5-91A5-49A1A8F17C25}" vid="{65C9EF66-907A-46B3-BC73-6E107B4F26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F5B91811CE1479B5AC94E7432E9CC" ma:contentTypeVersion="5" ma:contentTypeDescription="Create a new document." ma:contentTypeScope="" ma:versionID="e67ab8a85e8740b7de8dd1dec19a88cb">
  <xsd:schema xmlns:xsd="http://www.w3.org/2001/XMLSchema" xmlns:xs="http://www.w3.org/2001/XMLSchema" xmlns:p="http://schemas.microsoft.com/office/2006/metadata/properties" xmlns:ns2="09eb9e8c-5042-4e07-b1e7-8851b83ebf39" targetNamespace="http://schemas.microsoft.com/office/2006/metadata/properties" ma:root="true" ma:fieldsID="dccccadeddc5a7ff6b3649b2bc78d160" ns2:_="">
    <xsd:import namespace="09eb9e8c-5042-4e07-b1e7-8851b83ebf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b9e8c-5042-4e07-b1e7-8851b83ebf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FAF3DE-0981-4491-90F5-8C105AF2A8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60E71E2-CE9B-4240-BF92-317A5DFEB3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eb9e8c-5042-4e07-b1e7-8851b83ebf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AD4BEB-B3E3-4241-A0AB-13A2E3C77D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PSUC2018 Template</Template>
  <TotalTime>3875</TotalTime>
  <Words>404</Words>
  <Application>Microsoft Office PowerPoint</Application>
  <PresentationFormat>On-screen Show (4:3)</PresentationFormat>
  <Paragraphs>55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PSUC2018 Template</vt:lpstr>
      <vt:lpstr>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Making, Branching &amp; Switch</dc:title>
  <dc:creator>Mahe</dc:creator>
  <cp:lastModifiedBy>Arvind Kumar Mehta [MU - Jaipur]</cp:lastModifiedBy>
  <cp:revision>56</cp:revision>
  <dcterms:created xsi:type="dcterms:W3CDTF">2018-05-08T11:06:27Z</dcterms:created>
  <dcterms:modified xsi:type="dcterms:W3CDTF">2025-10-14T09:02:44Z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0x01010016DF5B91811CE1479B5AC94E7432E9CC</vt:lpwstr>
  </property>
</Properties>
</file>