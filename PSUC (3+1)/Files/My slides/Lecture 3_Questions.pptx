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577D36-5049-4481-B417-78E3DAF7568B}" v="6" dt="2026-07-29T07:15:24.5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146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vind Kumar Mehta [MU - Jaipur]" userId="05c91892-566a-4226-a371-aa1d586f0be7" providerId="ADAL" clId="{B053A5CE-0A90-414C-9281-C211CC0B95EF}"/>
    <pc:docChg chg="undo custSel delSld modSld">
      <pc:chgData name="Arvind Kumar Mehta [MU - Jaipur]" userId="05c91892-566a-4226-a371-aa1d586f0be7" providerId="ADAL" clId="{B053A5CE-0A90-414C-9281-C211CC0B95EF}" dt="2026-07-29T07:18:47.483" v="89" actId="123"/>
      <pc:docMkLst>
        <pc:docMk/>
      </pc:docMkLst>
      <pc:sldChg chg="modSp mod">
        <pc:chgData name="Arvind Kumar Mehta [MU - Jaipur]" userId="05c91892-566a-4226-a371-aa1d586f0be7" providerId="ADAL" clId="{B053A5CE-0A90-414C-9281-C211CC0B95EF}" dt="2026-07-29T07:11:47.788" v="5" actId="27636"/>
        <pc:sldMkLst>
          <pc:docMk/>
          <pc:sldMk cId="0" sldId="256"/>
        </pc:sldMkLst>
        <pc:spChg chg="mod">
          <ac:chgData name="Arvind Kumar Mehta [MU - Jaipur]" userId="05c91892-566a-4226-a371-aa1d586f0be7" providerId="ADAL" clId="{B053A5CE-0A90-414C-9281-C211CC0B95EF}" dt="2026-07-29T07:11:47.788" v="5" actId="27636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Arvind Kumar Mehta [MU - Jaipur]" userId="05c91892-566a-4226-a371-aa1d586f0be7" providerId="ADAL" clId="{B053A5CE-0A90-414C-9281-C211CC0B95EF}" dt="2026-07-29T07:12:44.916" v="25" actId="5793"/>
        <pc:sldMkLst>
          <pc:docMk/>
          <pc:sldMk cId="0" sldId="257"/>
        </pc:sldMkLst>
        <pc:spChg chg="mod">
          <ac:chgData name="Arvind Kumar Mehta [MU - Jaipur]" userId="05c91892-566a-4226-a371-aa1d586f0be7" providerId="ADAL" clId="{B053A5CE-0A90-414C-9281-C211CC0B95EF}" dt="2026-07-29T07:12:44.916" v="25" actId="5793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Arvind Kumar Mehta [MU - Jaipur]" userId="05c91892-566a-4226-a371-aa1d586f0be7" providerId="ADAL" clId="{B053A5CE-0A90-414C-9281-C211CC0B95EF}" dt="2026-07-29T07:13:23.960" v="32" actId="123"/>
        <pc:sldMkLst>
          <pc:docMk/>
          <pc:sldMk cId="0" sldId="258"/>
        </pc:sldMkLst>
        <pc:spChg chg="mod">
          <ac:chgData name="Arvind Kumar Mehta [MU - Jaipur]" userId="05c91892-566a-4226-a371-aa1d586f0be7" providerId="ADAL" clId="{B053A5CE-0A90-414C-9281-C211CC0B95EF}" dt="2026-07-29T07:11:47.757" v="2" actId="27636"/>
          <ac:spMkLst>
            <pc:docMk/>
            <pc:sldMk cId="0" sldId="258"/>
            <ac:spMk id="2" creationId="{00000000-0000-0000-0000-000000000000}"/>
          </ac:spMkLst>
        </pc:spChg>
        <pc:spChg chg="mod">
          <ac:chgData name="Arvind Kumar Mehta [MU - Jaipur]" userId="05c91892-566a-4226-a371-aa1d586f0be7" providerId="ADAL" clId="{B053A5CE-0A90-414C-9281-C211CC0B95EF}" dt="2026-07-29T07:13:23.960" v="32" actId="123"/>
          <ac:spMkLst>
            <pc:docMk/>
            <pc:sldMk cId="0" sldId="258"/>
            <ac:spMk id="3" creationId="{00000000-0000-0000-0000-000000000000}"/>
          </ac:spMkLst>
        </pc:spChg>
      </pc:sldChg>
      <pc:sldChg chg="addSp delSp modSp mod">
        <pc:chgData name="Arvind Kumar Mehta [MU - Jaipur]" userId="05c91892-566a-4226-a371-aa1d586f0be7" providerId="ADAL" clId="{B053A5CE-0A90-414C-9281-C211CC0B95EF}" dt="2026-07-29T07:18:08.211" v="80" actId="20577"/>
        <pc:sldMkLst>
          <pc:docMk/>
          <pc:sldMk cId="0" sldId="259"/>
        </pc:sldMkLst>
        <pc:spChg chg="del mod">
          <ac:chgData name="Arvind Kumar Mehta [MU - Jaipur]" userId="05c91892-566a-4226-a371-aa1d586f0be7" providerId="ADAL" clId="{B053A5CE-0A90-414C-9281-C211CC0B95EF}" dt="2026-07-29T07:17:41.907" v="68" actId="478"/>
          <ac:spMkLst>
            <pc:docMk/>
            <pc:sldMk cId="0" sldId="259"/>
            <ac:spMk id="2" creationId="{00000000-0000-0000-0000-000000000000}"/>
          </ac:spMkLst>
        </pc:spChg>
        <pc:spChg chg="mod">
          <ac:chgData name="Arvind Kumar Mehta [MU - Jaipur]" userId="05c91892-566a-4226-a371-aa1d586f0be7" providerId="ADAL" clId="{B053A5CE-0A90-414C-9281-C211CC0B95EF}" dt="2026-07-29T07:18:08.211" v="80" actId="20577"/>
          <ac:spMkLst>
            <pc:docMk/>
            <pc:sldMk cId="0" sldId="259"/>
            <ac:spMk id="3" creationId="{00000000-0000-0000-0000-000000000000}"/>
          </ac:spMkLst>
        </pc:spChg>
        <pc:graphicFrameChg chg="add mod modGraphic">
          <ac:chgData name="Arvind Kumar Mehta [MU - Jaipur]" userId="05c91892-566a-4226-a371-aa1d586f0be7" providerId="ADAL" clId="{B053A5CE-0A90-414C-9281-C211CC0B95EF}" dt="2026-07-29T07:15:03.429" v="41" actId="1076"/>
          <ac:graphicFrameMkLst>
            <pc:docMk/>
            <pc:sldMk cId="0" sldId="259"/>
            <ac:graphicFrameMk id="4" creationId="{17A62730-5000-422A-EA51-D574A9584F81}"/>
          </ac:graphicFrameMkLst>
        </pc:graphicFrameChg>
      </pc:sldChg>
      <pc:sldChg chg="addSp delSp modSp mod">
        <pc:chgData name="Arvind Kumar Mehta [MU - Jaipur]" userId="05c91892-566a-4226-a371-aa1d586f0be7" providerId="ADAL" clId="{B053A5CE-0A90-414C-9281-C211CC0B95EF}" dt="2026-07-29T07:18:47.483" v="89" actId="123"/>
        <pc:sldMkLst>
          <pc:docMk/>
          <pc:sldMk cId="0" sldId="260"/>
        </pc:sldMkLst>
        <pc:spChg chg="del mod">
          <ac:chgData name="Arvind Kumar Mehta [MU - Jaipur]" userId="05c91892-566a-4226-a371-aa1d586f0be7" providerId="ADAL" clId="{B053A5CE-0A90-414C-9281-C211CC0B95EF}" dt="2026-07-29T07:18:14.177" v="81" actId="478"/>
          <ac:spMkLst>
            <pc:docMk/>
            <pc:sldMk cId="0" sldId="260"/>
            <ac:spMk id="2" creationId="{00000000-0000-0000-0000-000000000000}"/>
          </ac:spMkLst>
        </pc:spChg>
        <pc:spChg chg="mod">
          <ac:chgData name="Arvind Kumar Mehta [MU - Jaipur]" userId="05c91892-566a-4226-a371-aa1d586f0be7" providerId="ADAL" clId="{B053A5CE-0A90-414C-9281-C211CC0B95EF}" dt="2026-07-29T07:18:47.483" v="89" actId="123"/>
          <ac:spMkLst>
            <pc:docMk/>
            <pc:sldMk cId="0" sldId="260"/>
            <ac:spMk id="3" creationId="{00000000-0000-0000-0000-000000000000}"/>
          </ac:spMkLst>
        </pc:spChg>
        <pc:spChg chg="add del mod">
          <ac:chgData name="Arvind Kumar Mehta [MU - Jaipur]" userId="05c91892-566a-4226-a371-aa1d586f0be7" providerId="ADAL" clId="{B053A5CE-0A90-414C-9281-C211CC0B95EF}" dt="2026-07-29T07:18:17.002" v="82" actId="478"/>
          <ac:spMkLst>
            <pc:docMk/>
            <pc:sldMk cId="0" sldId="260"/>
            <ac:spMk id="5" creationId="{0AFEF443-82F8-4CE1-B3CC-3E4FF46C4D43}"/>
          </ac:spMkLst>
        </pc:spChg>
      </pc:sldChg>
      <pc:sldChg chg="modSp del mod">
        <pc:chgData name="Arvind Kumar Mehta [MU - Jaipur]" userId="05c91892-566a-4226-a371-aa1d586f0be7" providerId="ADAL" clId="{B053A5CE-0A90-414C-9281-C211CC0B95EF}" dt="2026-07-29T07:15:49.401" v="62" actId="2696"/>
        <pc:sldMkLst>
          <pc:docMk/>
          <pc:sldMk cId="0" sldId="261"/>
        </pc:sldMkLst>
        <pc:spChg chg="mod">
          <ac:chgData name="Arvind Kumar Mehta [MU - Jaipur]" userId="05c91892-566a-4226-a371-aa1d586f0be7" providerId="ADAL" clId="{B053A5CE-0A90-414C-9281-C211CC0B95EF}" dt="2026-07-29T07:11:47.788" v="4" actId="27636"/>
          <ac:spMkLst>
            <pc:docMk/>
            <pc:sldMk cId="0" sldId="261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Important 4-Mark Questions with Answers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t>Von Neumann Architecture, Programs,</a:t>
            </a:r>
          </a:p>
          <a:p>
            <a:r>
              <a:t>Assembly Language &amp; High-Level Languages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Q1. Von Neumann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/>
            </a:pPr>
            <a:r>
              <a:rPr lang="en-IN" sz="2000" b="1" dirty="0"/>
              <a:t>Q1. Explain the Von Neumann Architecture with a neat block diagram. (4 Marks)</a:t>
            </a:r>
          </a:p>
          <a:p>
            <a:pPr marL="0" indent="0">
              <a:buNone/>
            </a:pPr>
            <a:r>
              <a:rPr lang="en-IN" sz="2000" b="1" dirty="0"/>
              <a:t>Answer:</a:t>
            </a:r>
            <a:br>
              <a:rPr lang="en-IN" sz="2000" dirty="0"/>
            </a:br>
            <a:r>
              <a:rPr lang="en-IN" sz="2000" dirty="0"/>
              <a:t>The </a:t>
            </a:r>
            <a:r>
              <a:rPr lang="en-IN" sz="2000" b="1" dirty="0"/>
              <a:t>Von Neumann architecture</a:t>
            </a:r>
            <a:r>
              <a:rPr lang="en-IN" sz="2000" dirty="0"/>
              <a:t> is a computer architecture proposed by John von Neumann in which </a:t>
            </a:r>
            <a:r>
              <a:rPr lang="en-IN" sz="2000" b="1" dirty="0"/>
              <a:t>both data and program instructions are stored in the same memory</a:t>
            </a:r>
            <a:r>
              <a:rPr lang="en-IN" sz="2000" dirty="0"/>
              <a:t>.</a:t>
            </a:r>
          </a:p>
          <a:p>
            <a:pPr marL="0" indent="0">
              <a:buNone/>
            </a:pPr>
            <a:r>
              <a:rPr lang="en-IN" sz="2000" b="1" dirty="0"/>
              <a:t>Components:</a:t>
            </a:r>
            <a:endParaRPr lang="en-IN" sz="2000" dirty="0"/>
          </a:p>
          <a:p>
            <a:pPr lvl="1"/>
            <a:r>
              <a:rPr lang="en-IN" sz="1600" b="1" dirty="0"/>
              <a:t>Input Unit:</a:t>
            </a:r>
            <a:r>
              <a:rPr lang="en-IN" sz="1600" dirty="0"/>
              <a:t> Accepts data and instructions. </a:t>
            </a:r>
          </a:p>
          <a:p>
            <a:pPr lvl="1"/>
            <a:r>
              <a:rPr lang="en-IN" sz="1600" b="1" dirty="0"/>
              <a:t>Memory Unit:</a:t>
            </a:r>
            <a:r>
              <a:rPr lang="en-IN" sz="1600" dirty="0"/>
              <a:t> Stores data and program instructions. </a:t>
            </a:r>
          </a:p>
          <a:p>
            <a:pPr lvl="1"/>
            <a:r>
              <a:rPr lang="en-IN" sz="1600" b="1" dirty="0"/>
              <a:t>Control Unit (CU):</a:t>
            </a:r>
            <a:r>
              <a:rPr lang="en-IN" sz="1600" dirty="0"/>
              <a:t> Controls all operations and directs data flow. </a:t>
            </a:r>
          </a:p>
          <a:p>
            <a:pPr lvl="1"/>
            <a:r>
              <a:rPr lang="en-IN" sz="1600" b="1" dirty="0"/>
              <a:t>Arithmetic Logic Unit (ALU):</a:t>
            </a:r>
            <a:r>
              <a:rPr lang="en-IN" sz="1600" dirty="0"/>
              <a:t> Performs arithmetic and logical operations. </a:t>
            </a:r>
          </a:p>
          <a:p>
            <a:pPr lvl="1"/>
            <a:r>
              <a:rPr lang="en-IN" sz="1600" b="1" dirty="0"/>
              <a:t>Output Unit:</a:t>
            </a:r>
            <a:r>
              <a:rPr lang="en-IN" sz="1600" dirty="0"/>
              <a:t> Displays the processed results. </a:t>
            </a:r>
          </a:p>
          <a:p>
            <a:r>
              <a:rPr lang="en-IN" sz="2000" b="1" dirty="0"/>
              <a:t>Key Feature:</a:t>
            </a:r>
            <a:r>
              <a:rPr lang="en-IN" sz="2000" dirty="0"/>
              <a:t> Uses the </a:t>
            </a:r>
            <a:r>
              <a:rPr lang="en-IN" sz="2000" b="1" dirty="0"/>
              <a:t>stored-program concept</a:t>
            </a:r>
            <a:r>
              <a:rPr lang="en-IN" sz="2000" dirty="0"/>
              <a:t> and executes instructions using the </a:t>
            </a:r>
            <a:r>
              <a:rPr lang="en-IN" sz="2000" b="1" dirty="0"/>
              <a:t>Fetch–Decode–Execute cycle</a:t>
            </a:r>
            <a:r>
              <a:rPr lang="en-IN" sz="2000" dirty="0"/>
              <a:t>.</a:t>
            </a:r>
          </a:p>
          <a:p>
            <a:pPr marL="0" indent="0">
              <a:buNone/>
              <a:defRPr sz="2200"/>
            </a:pPr>
            <a:endParaRPr lang="en-IN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Q2. Program &amp; Fetch–Decode–Execute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Q2. What is a Computer Program? Explain the Fetch–Decode–Execute Cycle. (4 Marks)</a:t>
            </a:r>
          </a:p>
          <a:p>
            <a:pPr marL="0" indent="0">
              <a:buNone/>
            </a:pPr>
            <a:r>
              <a:rPr lang="en-IN" b="1" dirty="0"/>
              <a:t>Answer:</a:t>
            </a:r>
            <a:endParaRPr lang="en-IN" dirty="0"/>
          </a:p>
          <a:p>
            <a:pPr marL="0" indent="0" algn="just">
              <a:buNone/>
            </a:pPr>
            <a:r>
              <a:rPr lang="en-IN" dirty="0"/>
              <a:t>A </a:t>
            </a:r>
            <a:r>
              <a:rPr lang="en-IN" b="1" dirty="0"/>
              <a:t>computer program</a:t>
            </a:r>
            <a:r>
              <a:rPr lang="en-IN" dirty="0"/>
              <a:t> is a sequence of instructions written to perform a specific task.</a:t>
            </a:r>
          </a:p>
          <a:p>
            <a:pPr marL="0" indent="0">
              <a:buNone/>
            </a:pPr>
            <a:r>
              <a:rPr lang="en-IN" b="1" dirty="0"/>
              <a:t>Program Execution Cycle:</a:t>
            </a:r>
            <a:endParaRPr lang="en-IN" dirty="0"/>
          </a:p>
          <a:p>
            <a:pPr lvl="1"/>
            <a:r>
              <a:rPr lang="en-IN" b="1" dirty="0"/>
              <a:t>Fetch:</a:t>
            </a:r>
            <a:r>
              <a:rPr lang="en-IN" dirty="0"/>
              <a:t> The CPU fetches the instruction from memory. </a:t>
            </a:r>
          </a:p>
          <a:p>
            <a:pPr lvl="1"/>
            <a:r>
              <a:rPr lang="en-IN" b="1" dirty="0"/>
              <a:t>Decode:</a:t>
            </a:r>
            <a:r>
              <a:rPr lang="en-IN" dirty="0"/>
              <a:t> The Control Unit interprets the instruction. </a:t>
            </a:r>
          </a:p>
          <a:p>
            <a:pPr lvl="1"/>
            <a:r>
              <a:rPr lang="en-IN" b="1" dirty="0"/>
              <a:t>Execute:</a:t>
            </a:r>
            <a:r>
              <a:rPr lang="en-IN" dirty="0"/>
              <a:t> The ALU or CPU executes the instruction. </a:t>
            </a:r>
          </a:p>
          <a:p>
            <a:pPr lvl="1"/>
            <a:r>
              <a:rPr lang="en-IN" b="1" dirty="0"/>
              <a:t>Store:</a:t>
            </a:r>
            <a:r>
              <a:rPr lang="en-IN" dirty="0"/>
              <a:t> The result is stored back in memory if required. </a:t>
            </a:r>
          </a:p>
          <a:p>
            <a:r>
              <a:rPr lang="en-IN" dirty="0"/>
              <a:t>This cycle repeats until the program ends.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537" y="529683"/>
            <a:ext cx="8229600" cy="9311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Q.3  Differentiate between Machine Language, Assembly Language, and High-Level Language. (4 Marks)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A62730-5000-422A-EA51-D574A9584F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103719"/>
              </p:ext>
            </p:extLst>
          </p:nvPr>
        </p:nvGraphicFramePr>
        <p:xfrm>
          <a:off x="457200" y="2565923"/>
          <a:ext cx="8229600" cy="225552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3283684926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4279849027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44644186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6085457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Machine Language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Assembly Language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High-Level Language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868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Representation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Binary (0s and 1s)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Mnemonics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English-like statements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724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Translator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Not required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Assembler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Compiler/Interpreter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42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Ease of Programming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Very difficult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Easy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578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Portability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999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Fastest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Slightly slower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06782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410" y="407019"/>
            <a:ext cx="8229600" cy="4525963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IN" b="1" dirty="0"/>
              <a:t>Q.4 What is Assembly Language? Explain its advantages and disadvantages. (4 Marks)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Answer:</a:t>
            </a:r>
            <a:endParaRPr lang="en-IN" dirty="0"/>
          </a:p>
          <a:p>
            <a:pPr marL="0" indent="0" algn="just">
              <a:buNone/>
            </a:pPr>
            <a:r>
              <a:rPr lang="en-IN" b="1" dirty="0"/>
              <a:t>Assembly Language</a:t>
            </a:r>
            <a:r>
              <a:rPr lang="en-IN" dirty="0"/>
              <a:t> is a </a:t>
            </a:r>
            <a:r>
              <a:rPr lang="en-IN" b="1" dirty="0"/>
              <a:t>low-level programming language</a:t>
            </a:r>
            <a:r>
              <a:rPr lang="en-IN" dirty="0"/>
              <a:t> that uses </a:t>
            </a:r>
            <a:r>
              <a:rPr lang="en-IN" b="1" dirty="0"/>
              <a:t>mnemonic codes</a:t>
            </a:r>
            <a:r>
              <a:rPr lang="en-IN" dirty="0"/>
              <a:t> (e.g., MOV, ADD, SUB) instead of binary instructions.</a:t>
            </a:r>
          </a:p>
          <a:p>
            <a:pPr marL="0" indent="0">
              <a:buNone/>
            </a:pPr>
            <a:r>
              <a:rPr lang="en-IN" b="1" dirty="0"/>
              <a:t>Advantages:</a:t>
            </a:r>
            <a:endParaRPr lang="en-IN" dirty="0"/>
          </a:p>
          <a:p>
            <a:pPr lvl="1"/>
            <a:r>
              <a:rPr lang="en-IN" dirty="0"/>
              <a:t>Faster execution </a:t>
            </a:r>
          </a:p>
          <a:p>
            <a:pPr lvl="1"/>
            <a:r>
              <a:rPr lang="en-IN" dirty="0"/>
              <a:t>Efficient memory usage </a:t>
            </a:r>
          </a:p>
          <a:p>
            <a:pPr lvl="1"/>
            <a:r>
              <a:rPr lang="en-IN" dirty="0"/>
              <a:t>Direct hardware control </a:t>
            </a:r>
          </a:p>
          <a:p>
            <a:pPr marL="0" indent="0">
              <a:buNone/>
            </a:pPr>
            <a:r>
              <a:rPr lang="en-IN" b="1" dirty="0"/>
              <a:t>Disadvantages:</a:t>
            </a:r>
            <a:endParaRPr lang="en-IN" dirty="0"/>
          </a:p>
          <a:p>
            <a:pPr lvl="1"/>
            <a:r>
              <a:rPr lang="en-IN" dirty="0"/>
              <a:t>Machine dependent </a:t>
            </a:r>
          </a:p>
          <a:p>
            <a:pPr lvl="1"/>
            <a:r>
              <a:rPr lang="en-IN" dirty="0"/>
              <a:t>Difficult to learn and debug </a:t>
            </a:r>
          </a:p>
          <a:p>
            <a:pPr lvl="1"/>
            <a:r>
              <a:rPr lang="en-IN" dirty="0"/>
              <a:t>Requires an </a:t>
            </a:r>
            <a:r>
              <a:rPr lang="en-IN" b="1" dirty="0"/>
              <a:t>assemble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368</Words>
  <Application>Microsoft Office PowerPoint</Application>
  <PresentationFormat>On-screen Show (4:3)</PresentationFormat>
  <Paragraphs>60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Important 4-Mark Questions with Answers</vt:lpstr>
      <vt:lpstr>Q1. Von Neumann Architecture</vt:lpstr>
      <vt:lpstr>Q2. Program &amp; Fetch–Decode–Execute Cycle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Arvind Kumar Mehta [MU - Jaipur]</cp:lastModifiedBy>
  <cp:revision>1</cp:revision>
  <dcterms:created xsi:type="dcterms:W3CDTF">2013-01-27T09:14:16Z</dcterms:created>
  <dcterms:modified xsi:type="dcterms:W3CDTF">2026-07-29T07:18:48Z</dcterms:modified>
  <cp:category/>
</cp:coreProperties>
</file>