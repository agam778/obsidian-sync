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82D68A-1E0B-4FFF-BD02-D12DE3C2B275}" v="14" dt="2026-07-29T07:42:27.647"/>
  </p1510:revLst>
</p1510:revInfo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7" d="100"/>
          <a:sy n="57" d="100"/>
        </p:scale>
        <p:origin x="1468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Kumar Mehta [MU - Jaipur]" userId="05c91892-566a-4226-a371-aa1d586f0be7" providerId="ADAL" clId="{B053A5CE-0A90-414C-9281-C211CC0B95EF}"/>
    <pc:docChg chg="undo custSel addSld delSld modSld">
      <pc:chgData name="Arvind Kumar Mehta [MU - Jaipur]" userId="05c91892-566a-4226-a371-aa1d586f0be7" providerId="ADAL" clId="{B053A5CE-0A90-414C-9281-C211CC0B95EF}" dt="2026-07-29T08:46:48.771" v="218" actId="20577"/>
      <pc:docMkLst>
        <pc:docMk/>
      </pc:docMkLst>
      <pc:sldChg chg="addSp modSp mod setBg">
        <pc:chgData name="Arvind Kumar Mehta [MU - Jaipur]" userId="05c91892-566a-4226-a371-aa1d586f0be7" providerId="ADAL" clId="{B053A5CE-0A90-414C-9281-C211CC0B95EF}" dt="2026-07-29T07:25:23.981" v="94" actId="113"/>
        <pc:sldMkLst>
          <pc:docMk/>
          <pc:sldMk cId="0" sldId="257"/>
        </pc:sldMkLst>
        <pc:spChg chg="mod">
          <ac:chgData name="Arvind Kumar Mehta [MU - Jaipur]" userId="05c91892-566a-4226-a371-aa1d586f0be7" providerId="ADAL" clId="{B053A5CE-0A90-414C-9281-C211CC0B95EF}" dt="2026-07-29T07:25:01.387" v="87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rvind Kumar Mehta [MU - Jaipur]" userId="05c91892-566a-4226-a371-aa1d586f0be7" providerId="ADAL" clId="{B053A5CE-0A90-414C-9281-C211CC0B95EF}" dt="2026-07-29T07:25:23.981" v="94" actId="113"/>
          <ac:spMkLst>
            <pc:docMk/>
            <pc:sldMk cId="0" sldId="257"/>
            <ac:spMk id="3" creationId="{00000000-0000-0000-0000-000000000000}"/>
          </ac:spMkLst>
        </pc:spChg>
        <pc:spChg chg="add mod">
          <ac:chgData name="Arvind Kumar Mehta [MU - Jaipur]" userId="05c91892-566a-4226-a371-aa1d586f0be7" providerId="ADAL" clId="{B053A5CE-0A90-414C-9281-C211CC0B95EF}" dt="2026-07-29T07:25:16.970" v="90" actId="113"/>
          <ac:spMkLst>
            <pc:docMk/>
            <pc:sldMk cId="0" sldId="257"/>
            <ac:spMk id="8" creationId="{244A3401-C41A-A917-CDF4-BFA0B07D4A02}"/>
          </ac:spMkLst>
        </pc:spChg>
        <pc:spChg chg="add">
          <ac:chgData name="Arvind Kumar Mehta [MU - Jaipur]" userId="05c91892-566a-4226-a371-aa1d586f0be7" providerId="ADAL" clId="{B053A5CE-0A90-414C-9281-C211CC0B95EF}" dt="2026-07-29T07:25:01.387" v="87" actId="26606"/>
          <ac:spMkLst>
            <pc:docMk/>
            <pc:sldMk cId="0" sldId="257"/>
            <ac:spMk id="11" creationId="{1B15ED52-F352-441B-82BF-E0EA34836D08}"/>
          </ac:spMkLst>
        </pc:spChg>
        <pc:spChg chg="add">
          <ac:chgData name="Arvind Kumar Mehta [MU - Jaipur]" userId="05c91892-566a-4226-a371-aa1d586f0be7" providerId="ADAL" clId="{B053A5CE-0A90-414C-9281-C211CC0B95EF}" dt="2026-07-29T07:25:01.387" v="87" actId="26606"/>
          <ac:spMkLst>
            <pc:docMk/>
            <pc:sldMk cId="0" sldId="257"/>
            <ac:spMk id="13" creationId="{3B2E3793-BFE6-45A2-9B7B-E18844431C99}"/>
          </ac:spMkLst>
        </pc:spChg>
        <pc:spChg chg="add">
          <ac:chgData name="Arvind Kumar Mehta [MU - Jaipur]" userId="05c91892-566a-4226-a371-aa1d586f0be7" providerId="ADAL" clId="{B053A5CE-0A90-414C-9281-C211CC0B95EF}" dt="2026-07-29T07:25:01.387" v="87" actId="26606"/>
          <ac:spMkLst>
            <pc:docMk/>
            <pc:sldMk cId="0" sldId="257"/>
            <ac:spMk id="15" creationId="{BC4C4868-CB8F-4AF9-9CDB-8108F2C19B67}"/>
          </ac:spMkLst>
        </pc:spChg>
        <pc:spChg chg="add">
          <ac:chgData name="Arvind Kumar Mehta [MU - Jaipur]" userId="05c91892-566a-4226-a371-aa1d586f0be7" providerId="ADAL" clId="{B053A5CE-0A90-414C-9281-C211CC0B95EF}" dt="2026-07-29T07:25:01.387" v="87" actId="26606"/>
          <ac:spMkLst>
            <pc:docMk/>
            <pc:sldMk cId="0" sldId="257"/>
            <ac:spMk id="17" creationId="{375E0459-6403-40CD-989D-56A4407CA12E}"/>
          </ac:spMkLst>
        </pc:spChg>
        <pc:spChg chg="add">
          <ac:chgData name="Arvind Kumar Mehta [MU - Jaipur]" userId="05c91892-566a-4226-a371-aa1d586f0be7" providerId="ADAL" clId="{B053A5CE-0A90-414C-9281-C211CC0B95EF}" dt="2026-07-29T07:25:01.387" v="87" actId="26606"/>
          <ac:spMkLst>
            <pc:docMk/>
            <pc:sldMk cId="0" sldId="257"/>
            <ac:spMk id="19" creationId="{53E5B1A8-3AC9-4BD1-9BBC-78CA94F2D1BA}"/>
          </ac:spMkLst>
        </pc:spChg>
        <pc:graphicFrameChg chg="add mod">
          <ac:chgData name="Arvind Kumar Mehta [MU - Jaipur]" userId="05c91892-566a-4226-a371-aa1d586f0be7" providerId="ADAL" clId="{B053A5CE-0A90-414C-9281-C211CC0B95EF}" dt="2026-07-29T07:24:15.156" v="0"/>
          <ac:graphicFrameMkLst>
            <pc:docMk/>
            <pc:sldMk cId="0" sldId="257"/>
            <ac:graphicFrameMk id="4" creationId="{1A145172-1C8F-90A5-B664-8359255B6FF3}"/>
          </ac:graphicFrameMkLst>
        </pc:graphicFrameChg>
        <pc:graphicFrameChg chg="add mod">
          <ac:chgData name="Arvind Kumar Mehta [MU - Jaipur]" userId="05c91892-566a-4226-a371-aa1d586f0be7" providerId="ADAL" clId="{B053A5CE-0A90-414C-9281-C211CC0B95EF}" dt="2026-07-29T07:24:26.199" v="3"/>
          <ac:graphicFrameMkLst>
            <pc:docMk/>
            <pc:sldMk cId="0" sldId="257"/>
            <ac:graphicFrameMk id="5" creationId="{C1E76E6F-3FD5-0EA4-2284-A08283B9BF98}"/>
          </ac:graphicFrameMkLst>
        </pc:graphicFrameChg>
        <pc:graphicFrameChg chg="add mod">
          <ac:chgData name="Arvind Kumar Mehta [MU - Jaipur]" userId="05c91892-566a-4226-a371-aa1d586f0be7" providerId="ADAL" clId="{B053A5CE-0A90-414C-9281-C211CC0B95EF}" dt="2026-07-29T07:25:01.387" v="87" actId="26606"/>
          <ac:graphicFrameMkLst>
            <pc:docMk/>
            <pc:sldMk cId="0" sldId="257"/>
            <ac:graphicFrameMk id="6" creationId="{B2126D89-8747-EDB5-53A9-0A6A8B1D4446}"/>
          </ac:graphicFrameMkLst>
        </pc:graphicFrameChg>
      </pc:sldChg>
      <pc:sldChg chg="addSp modSp mod">
        <pc:chgData name="Arvind Kumar Mehta [MU - Jaipur]" userId="05c91892-566a-4226-a371-aa1d586f0be7" providerId="ADAL" clId="{B053A5CE-0A90-414C-9281-C211CC0B95EF}" dt="2026-07-29T07:26:48.050" v="102" actId="113"/>
        <pc:sldMkLst>
          <pc:docMk/>
          <pc:sldMk cId="0" sldId="258"/>
        </pc:sldMkLst>
        <pc:spChg chg="mod">
          <ac:chgData name="Arvind Kumar Mehta [MU - Jaipur]" userId="05c91892-566a-4226-a371-aa1d586f0be7" providerId="ADAL" clId="{B053A5CE-0A90-414C-9281-C211CC0B95EF}" dt="2026-07-29T07:26:23.100" v="99" actId="14100"/>
          <ac:spMkLst>
            <pc:docMk/>
            <pc:sldMk cId="0" sldId="258"/>
            <ac:spMk id="3" creationId="{00000000-0000-0000-0000-000000000000}"/>
          </ac:spMkLst>
        </pc:spChg>
        <pc:spChg chg="add mod">
          <ac:chgData name="Arvind Kumar Mehta [MU - Jaipur]" userId="05c91892-566a-4226-a371-aa1d586f0be7" providerId="ADAL" clId="{B053A5CE-0A90-414C-9281-C211CC0B95EF}" dt="2026-07-29T07:26:48.050" v="102" actId="113"/>
          <ac:spMkLst>
            <pc:docMk/>
            <pc:sldMk cId="0" sldId="258"/>
            <ac:spMk id="6" creationId="{EFBBC276-EE5E-4EC7-B09D-535163264F56}"/>
          </ac:spMkLst>
        </pc:spChg>
        <pc:graphicFrameChg chg="add mod">
          <ac:chgData name="Arvind Kumar Mehta [MU - Jaipur]" userId="05c91892-566a-4226-a371-aa1d586f0be7" providerId="ADAL" clId="{B053A5CE-0A90-414C-9281-C211CC0B95EF}" dt="2026-07-29T07:26:14.463" v="97"/>
          <ac:graphicFrameMkLst>
            <pc:docMk/>
            <pc:sldMk cId="0" sldId="258"/>
            <ac:graphicFrameMk id="4" creationId="{2D642138-AE81-B610-85D5-2B8E76666F02}"/>
          </ac:graphicFrameMkLst>
        </pc:graphicFrameChg>
      </pc:sldChg>
      <pc:sldChg chg="addSp delSp modSp mod">
        <pc:chgData name="Arvind Kumar Mehta [MU - Jaipur]" userId="05c91892-566a-4226-a371-aa1d586f0be7" providerId="ADAL" clId="{B053A5CE-0A90-414C-9281-C211CC0B95EF}" dt="2026-07-29T07:30:48.884" v="113" actId="113"/>
        <pc:sldMkLst>
          <pc:docMk/>
          <pc:sldMk cId="0" sldId="259"/>
        </pc:sldMkLst>
        <pc:spChg chg="mod">
          <ac:chgData name="Arvind Kumar Mehta [MU - Jaipur]" userId="05c91892-566a-4226-a371-aa1d586f0be7" providerId="ADAL" clId="{B053A5CE-0A90-414C-9281-C211CC0B95EF}" dt="2026-07-29T07:27:17.506" v="104" actId="14100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Arvind Kumar Mehta [MU - Jaipur]" userId="05c91892-566a-4226-a371-aa1d586f0be7" providerId="ADAL" clId="{B053A5CE-0A90-414C-9281-C211CC0B95EF}" dt="2026-07-29T07:30:48.884" v="113" actId="113"/>
          <ac:spMkLst>
            <pc:docMk/>
            <pc:sldMk cId="0" sldId="259"/>
            <ac:spMk id="7" creationId="{75745CC3-2A46-5D77-8406-A04F6D4E8250}"/>
          </ac:spMkLst>
        </pc:spChg>
        <pc:graphicFrameChg chg="add del mod modGraphic">
          <ac:chgData name="Arvind Kumar Mehta [MU - Jaipur]" userId="05c91892-566a-4226-a371-aa1d586f0be7" providerId="ADAL" clId="{B053A5CE-0A90-414C-9281-C211CC0B95EF}" dt="2026-07-29T07:30:33.140" v="108" actId="478"/>
          <ac:graphicFrameMkLst>
            <pc:docMk/>
            <pc:sldMk cId="0" sldId="259"/>
            <ac:graphicFrameMk id="4" creationId="{9EE9F4BB-A983-B322-FE40-5D0CCB92D64C}"/>
          </ac:graphicFrameMkLst>
        </pc:graphicFrameChg>
        <pc:graphicFrameChg chg="add mod">
          <ac:chgData name="Arvind Kumar Mehta [MU - Jaipur]" userId="05c91892-566a-4226-a371-aa1d586f0be7" providerId="ADAL" clId="{B053A5CE-0A90-414C-9281-C211CC0B95EF}" dt="2026-07-29T07:30:36.696" v="110" actId="1076"/>
          <ac:graphicFrameMkLst>
            <pc:docMk/>
            <pc:sldMk cId="0" sldId="259"/>
            <ac:graphicFrameMk id="5" creationId="{17B30FD8-8042-7E6B-1449-090C7D3EFBF7}"/>
          </ac:graphicFrameMkLst>
        </pc:graphicFrameChg>
      </pc:sldChg>
      <pc:sldChg chg="addSp delSp modSp mod">
        <pc:chgData name="Arvind Kumar Mehta [MU - Jaipur]" userId="05c91892-566a-4226-a371-aa1d586f0be7" providerId="ADAL" clId="{B053A5CE-0A90-414C-9281-C211CC0B95EF}" dt="2026-07-29T07:34:02.737" v="136" actId="14100"/>
        <pc:sldMkLst>
          <pc:docMk/>
          <pc:sldMk cId="0" sldId="260"/>
        </pc:sldMkLst>
        <pc:spChg chg="del">
          <ac:chgData name="Arvind Kumar Mehta [MU - Jaipur]" userId="05c91892-566a-4226-a371-aa1d586f0be7" providerId="ADAL" clId="{B053A5CE-0A90-414C-9281-C211CC0B95EF}" dt="2026-07-29T07:31:49.355" v="116" actId="478"/>
          <ac:spMkLst>
            <pc:docMk/>
            <pc:sldMk cId="0" sldId="260"/>
            <ac:spMk id="2" creationId="{00000000-0000-0000-0000-000000000000}"/>
          </ac:spMkLst>
        </pc:spChg>
        <pc:spChg chg="del">
          <ac:chgData name="Arvind Kumar Mehta [MU - Jaipur]" userId="05c91892-566a-4226-a371-aa1d586f0be7" providerId="ADAL" clId="{B053A5CE-0A90-414C-9281-C211CC0B95EF}" dt="2026-07-29T07:31:56.632" v="118" actId="478"/>
          <ac:spMkLst>
            <pc:docMk/>
            <pc:sldMk cId="0" sldId="260"/>
            <ac:spMk id="3" creationId="{00000000-0000-0000-0000-000000000000}"/>
          </ac:spMkLst>
        </pc:spChg>
        <pc:spChg chg="add del mod">
          <ac:chgData name="Arvind Kumar Mehta [MU - Jaipur]" userId="05c91892-566a-4226-a371-aa1d586f0be7" providerId="ADAL" clId="{B053A5CE-0A90-414C-9281-C211CC0B95EF}" dt="2026-07-29T07:31:52.419" v="117" actId="478"/>
          <ac:spMkLst>
            <pc:docMk/>
            <pc:sldMk cId="0" sldId="260"/>
            <ac:spMk id="5" creationId="{65648EFA-F247-4CF4-AD68-168098755AFC}"/>
          </ac:spMkLst>
        </pc:spChg>
        <pc:spChg chg="add del mod">
          <ac:chgData name="Arvind Kumar Mehta [MU - Jaipur]" userId="05c91892-566a-4226-a371-aa1d586f0be7" providerId="ADAL" clId="{B053A5CE-0A90-414C-9281-C211CC0B95EF}" dt="2026-07-29T07:31:58.014" v="119" actId="478"/>
          <ac:spMkLst>
            <pc:docMk/>
            <pc:sldMk cId="0" sldId="260"/>
            <ac:spMk id="7" creationId="{A4031E3E-D30C-C164-9433-F4F855A72F3F}"/>
          </ac:spMkLst>
        </pc:spChg>
        <pc:spChg chg="add mod">
          <ac:chgData name="Arvind Kumar Mehta [MU - Jaipur]" userId="05c91892-566a-4226-a371-aa1d586f0be7" providerId="ADAL" clId="{B053A5CE-0A90-414C-9281-C211CC0B95EF}" dt="2026-07-29T07:32:33.251" v="127" actId="403"/>
          <ac:spMkLst>
            <pc:docMk/>
            <pc:sldMk cId="0" sldId="260"/>
            <ac:spMk id="9" creationId="{FD8CE6E2-E70C-1754-6E53-48B854E623B4}"/>
          </ac:spMkLst>
        </pc:spChg>
        <pc:spChg chg="add mod">
          <ac:chgData name="Arvind Kumar Mehta [MU - Jaipur]" userId="05c91892-566a-4226-a371-aa1d586f0be7" providerId="ADAL" clId="{B053A5CE-0A90-414C-9281-C211CC0B95EF}" dt="2026-07-29T07:34:02.737" v="136" actId="14100"/>
          <ac:spMkLst>
            <pc:docMk/>
            <pc:sldMk cId="0" sldId="260"/>
            <ac:spMk id="12" creationId="{0316DDFD-5A72-F726-BC97-D451EC05989B}"/>
          </ac:spMkLst>
        </pc:spChg>
        <pc:graphicFrameChg chg="add mod modGraphic">
          <ac:chgData name="Arvind Kumar Mehta [MU - Jaipur]" userId="05c91892-566a-4226-a371-aa1d586f0be7" providerId="ADAL" clId="{B053A5CE-0A90-414C-9281-C211CC0B95EF}" dt="2026-07-29T07:33:51.740" v="133" actId="14734"/>
          <ac:graphicFrameMkLst>
            <pc:docMk/>
            <pc:sldMk cId="0" sldId="260"/>
            <ac:graphicFrameMk id="10" creationId="{3742E5DC-451D-3198-8DED-4F0A70F6EBE3}"/>
          </ac:graphicFrameMkLst>
        </pc:graphicFrameChg>
      </pc:sldChg>
      <pc:sldChg chg="addSp delSp modSp mod">
        <pc:chgData name="Arvind Kumar Mehta [MU - Jaipur]" userId="05c91892-566a-4226-a371-aa1d586f0be7" providerId="ADAL" clId="{B053A5CE-0A90-414C-9281-C211CC0B95EF}" dt="2026-07-29T07:35:03.560" v="148" actId="1076"/>
        <pc:sldMkLst>
          <pc:docMk/>
          <pc:sldMk cId="0" sldId="261"/>
        </pc:sldMkLst>
        <pc:spChg chg="del">
          <ac:chgData name="Arvind Kumar Mehta [MU - Jaipur]" userId="05c91892-566a-4226-a371-aa1d586f0be7" providerId="ADAL" clId="{B053A5CE-0A90-414C-9281-C211CC0B95EF}" dt="2026-07-29T07:34:28.243" v="139" actId="478"/>
          <ac:spMkLst>
            <pc:docMk/>
            <pc:sldMk cId="0" sldId="261"/>
            <ac:spMk id="2" creationId="{00000000-0000-0000-0000-000000000000}"/>
          </ac:spMkLst>
        </pc:spChg>
        <pc:spChg chg="del">
          <ac:chgData name="Arvind Kumar Mehta [MU - Jaipur]" userId="05c91892-566a-4226-a371-aa1d586f0be7" providerId="ADAL" clId="{B053A5CE-0A90-414C-9281-C211CC0B95EF}" dt="2026-07-29T07:34:23.575" v="137" actId="478"/>
          <ac:spMkLst>
            <pc:docMk/>
            <pc:sldMk cId="0" sldId="261"/>
            <ac:spMk id="3" creationId="{00000000-0000-0000-0000-000000000000}"/>
          </ac:spMkLst>
        </pc:spChg>
        <pc:spChg chg="add del mod">
          <ac:chgData name="Arvind Kumar Mehta [MU - Jaipur]" userId="05c91892-566a-4226-a371-aa1d586f0be7" providerId="ADAL" clId="{B053A5CE-0A90-414C-9281-C211CC0B95EF}" dt="2026-07-29T07:34:25.825" v="138" actId="478"/>
          <ac:spMkLst>
            <pc:docMk/>
            <pc:sldMk cId="0" sldId="261"/>
            <ac:spMk id="5" creationId="{45233EAD-82B5-776B-EDCB-783B48D18EA0}"/>
          </ac:spMkLst>
        </pc:spChg>
        <pc:spChg chg="add del mod">
          <ac:chgData name="Arvind Kumar Mehta [MU - Jaipur]" userId="05c91892-566a-4226-a371-aa1d586f0be7" providerId="ADAL" clId="{B053A5CE-0A90-414C-9281-C211CC0B95EF}" dt="2026-07-29T07:34:31.234" v="140" actId="478"/>
          <ac:spMkLst>
            <pc:docMk/>
            <pc:sldMk cId="0" sldId="261"/>
            <ac:spMk id="7" creationId="{B75FD078-923C-E8F8-30FB-16DFA238C8C7}"/>
          </ac:spMkLst>
        </pc:spChg>
        <pc:spChg chg="add mod">
          <ac:chgData name="Arvind Kumar Mehta [MU - Jaipur]" userId="05c91892-566a-4226-a371-aa1d586f0be7" providerId="ADAL" clId="{B053A5CE-0A90-414C-9281-C211CC0B95EF}" dt="2026-07-29T07:34:40.381" v="143" actId="14100"/>
          <ac:spMkLst>
            <pc:docMk/>
            <pc:sldMk cId="0" sldId="261"/>
            <ac:spMk id="9" creationId="{BE91EC42-B230-B0C6-297F-315D4388EBCD}"/>
          </ac:spMkLst>
        </pc:spChg>
        <pc:spChg chg="add mod">
          <ac:chgData name="Arvind Kumar Mehta [MU - Jaipur]" userId="05c91892-566a-4226-a371-aa1d586f0be7" providerId="ADAL" clId="{B053A5CE-0A90-414C-9281-C211CC0B95EF}" dt="2026-07-29T07:34:51.875" v="146" actId="14100"/>
          <ac:spMkLst>
            <pc:docMk/>
            <pc:sldMk cId="0" sldId="261"/>
            <ac:spMk id="11" creationId="{B0FEE863-7ABB-BE7E-017F-550C95439875}"/>
          </ac:spMkLst>
        </pc:spChg>
        <pc:spChg chg="add mod">
          <ac:chgData name="Arvind Kumar Mehta [MU - Jaipur]" userId="05c91892-566a-4226-a371-aa1d586f0be7" providerId="ADAL" clId="{B053A5CE-0A90-414C-9281-C211CC0B95EF}" dt="2026-07-29T07:35:03.560" v="148" actId="1076"/>
          <ac:spMkLst>
            <pc:docMk/>
            <pc:sldMk cId="0" sldId="261"/>
            <ac:spMk id="13" creationId="{8724E60C-BECC-73C5-2B7A-6173DE5B7370}"/>
          </ac:spMkLst>
        </pc:spChg>
      </pc:sldChg>
      <pc:sldChg chg="addSp delSp modSp new mod modClrScheme chgLayout">
        <pc:chgData name="Arvind Kumar Mehta [MU - Jaipur]" userId="05c91892-566a-4226-a371-aa1d586f0be7" providerId="ADAL" clId="{B053A5CE-0A90-414C-9281-C211CC0B95EF}" dt="2026-07-29T07:36:55.806" v="162" actId="1076"/>
        <pc:sldMkLst>
          <pc:docMk/>
          <pc:sldMk cId="2229752437" sldId="262"/>
        </pc:sldMkLst>
        <pc:spChg chg="del">
          <ac:chgData name="Arvind Kumar Mehta [MU - Jaipur]" userId="05c91892-566a-4226-a371-aa1d586f0be7" providerId="ADAL" clId="{B053A5CE-0A90-414C-9281-C211CC0B95EF}" dt="2026-07-29T07:35:22.379" v="151" actId="700"/>
          <ac:spMkLst>
            <pc:docMk/>
            <pc:sldMk cId="2229752437" sldId="262"/>
            <ac:spMk id="2" creationId="{D91F9A50-0BAF-FF6F-009C-CF5469E904CB}"/>
          </ac:spMkLst>
        </pc:spChg>
        <pc:spChg chg="del">
          <ac:chgData name="Arvind Kumar Mehta [MU - Jaipur]" userId="05c91892-566a-4226-a371-aa1d586f0be7" providerId="ADAL" clId="{B053A5CE-0A90-414C-9281-C211CC0B95EF}" dt="2026-07-29T07:35:22.379" v="151" actId="700"/>
          <ac:spMkLst>
            <pc:docMk/>
            <pc:sldMk cId="2229752437" sldId="262"/>
            <ac:spMk id="3" creationId="{FEFA906C-4C21-ED4A-378F-B528E1D5EADA}"/>
          </ac:spMkLst>
        </pc:spChg>
        <pc:spChg chg="add mod">
          <ac:chgData name="Arvind Kumar Mehta [MU - Jaipur]" userId="05c91892-566a-4226-a371-aa1d586f0be7" providerId="ADAL" clId="{B053A5CE-0A90-414C-9281-C211CC0B95EF}" dt="2026-07-29T07:35:28.978" v="154" actId="14100"/>
          <ac:spMkLst>
            <pc:docMk/>
            <pc:sldMk cId="2229752437" sldId="262"/>
            <ac:spMk id="5" creationId="{5038382B-3FD6-5AD4-D409-46D2C987F049}"/>
          </ac:spMkLst>
        </pc:spChg>
        <pc:spChg chg="add mod">
          <ac:chgData name="Arvind Kumar Mehta [MU - Jaipur]" userId="05c91892-566a-4226-a371-aa1d586f0be7" providerId="ADAL" clId="{B053A5CE-0A90-414C-9281-C211CC0B95EF}" dt="2026-07-29T07:36:24.566" v="156" actId="1076"/>
          <ac:spMkLst>
            <pc:docMk/>
            <pc:sldMk cId="2229752437" sldId="262"/>
            <ac:spMk id="7" creationId="{A174F46E-2D04-5757-3FA4-35D176A937C8}"/>
          </ac:spMkLst>
        </pc:spChg>
        <pc:spChg chg="add mod">
          <ac:chgData name="Arvind Kumar Mehta [MU - Jaipur]" userId="05c91892-566a-4226-a371-aa1d586f0be7" providerId="ADAL" clId="{B053A5CE-0A90-414C-9281-C211CC0B95EF}" dt="2026-07-29T07:36:55.806" v="162" actId="1076"/>
          <ac:spMkLst>
            <pc:docMk/>
            <pc:sldMk cId="2229752437" sldId="262"/>
            <ac:spMk id="10" creationId="{0B7A1FAD-ABA1-C5BD-6736-E69B8A7788F5}"/>
          </ac:spMkLst>
        </pc:spChg>
        <pc:graphicFrameChg chg="add del mod modGraphic">
          <ac:chgData name="Arvind Kumar Mehta [MU - Jaipur]" userId="05c91892-566a-4226-a371-aa1d586f0be7" providerId="ADAL" clId="{B053A5CE-0A90-414C-9281-C211CC0B95EF}" dt="2026-07-29T07:36:51.635" v="160" actId="478"/>
          <ac:graphicFrameMkLst>
            <pc:docMk/>
            <pc:sldMk cId="2229752437" sldId="262"/>
            <ac:graphicFrameMk id="8" creationId="{9AF07B2E-3303-B361-A1A7-B0179C36F9F3}"/>
          </ac:graphicFrameMkLst>
        </pc:graphicFrameChg>
      </pc:sldChg>
      <pc:sldChg chg="new del">
        <pc:chgData name="Arvind Kumar Mehta [MU - Jaipur]" userId="05c91892-566a-4226-a371-aa1d586f0be7" providerId="ADAL" clId="{B053A5CE-0A90-414C-9281-C211CC0B95EF}" dt="2026-07-29T07:30:58.024" v="115" actId="680"/>
        <pc:sldMkLst>
          <pc:docMk/>
          <pc:sldMk cId="3933486236" sldId="262"/>
        </pc:sldMkLst>
      </pc:sldChg>
      <pc:sldChg chg="addSp delSp modSp new mod modClrScheme chgLayout">
        <pc:chgData name="Arvind Kumar Mehta [MU - Jaipur]" userId="05c91892-566a-4226-a371-aa1d586f0be7" providerId="ADAL" clId="{B053A5CE-0A90-414C-9281-C211CC0B95EF}" dt="2026-07-29T07:38:18.419" v="169" actId="1076"/>
        <pc:sldMkLst>
          <pc:docMk/>
          <pc:sldMk cId="939028364" sldId="263"/>
        </pc:sldMkLst>
        <pc:spChg chg="del">
          <ac:chgData name="Arvind Kumar Mehta [MU - Jaipur]" userId="05c91892-566a-4226-a371-aa1d586f0be7" providerId="ADAL" clId="{B053A5CE-0A90-414C-9281-C211CC0B95EF}" dt="2026-07-29T07:37:47.655" v="163" actId="700"/>
          <ac:spMkLst>
            <pc:docMk/>
            <pc:sldMk cId="939028364" sldId="263"/>
            <ac:spMk id="2" creationId="{410ABE72-145E-500F-F22F-E44878AB31BB}"/>
          </ac:spMkLst>
        </pc:spChg>
        <pc:spChg chg="del">
          <ac:chgData name="Arvind Kumar Mehta [MU - Jaipur]" userId="05c91892-566a-4226-a371-aa1d586f0be7" providerId="ADAL" clId="{B053A5CE-0A90-414C-9281-C211CC0B95EF}" dt="2026-07-29T07:37:47.655" v="163" actId="700"/>
          <ac:spMkLst>
            <pc:docMk/>
            <pc:sldMk cId="939028364" sldId="263"/>
            <ac:spMk id="3" creationId="{8A32A374-F7E6-0BF1-5A63-248E348FBD09}"/>
          </ac:spMkLst>
        </pc:spChg>
        <pc:spChg chg="add mod">
          <ac:chgData name="Arvind Kumar Mehta [MU - Jaipur]" userId="05c91892-566a-4226-a371-aa1d586f0be7" providerId="ADAL" clId="{B053A5CE-0A90-414C-9281-C211CC0B95EF}" dt="2026-07-29T07:37:53.622" v="166" actId="14100"/>
          <ac:spMkLst>
            <pc:docMk/>
            <pc:sldMk cId="939028364" sldId="263"/>
            <ac:spMk id="5" creationId="{CAE28D9F-4D5F-F076-C293-BAA330314BA4}"/>
          </ac:spMkLst>
        </pc:spChg>
        <pc:spChg chg="add mod">
          <ac:chgData name="Arvind Kumar Mehta [MU - Jaipur]" userId="05c91892-566a-4226-a371-aa1d586f0be7" providerId="ADAL" clId="{B053A5CE-0A90-414C-9281-C211CC0B95EF}" dt="2026-07-29T07:38:18.419" v="169" actId="1076"/>
          <ac:spMkLst>
            <pc:docMk/>
            <pc:sldMk cId="939028364" sldId="263"/>
            <ac:spMk id="8" creationId="{D9E30087-1503-AF8F-7302-F7DCB6E19ACC}"/>
          </ac:spMkLst>
        </pc:spChg>
        <pc:graphicFrameChg chg="add mod">
          <ac:chgData name="Arvind Kumar Mehta [MU - Jaipur]" userId="05c91892-566a-4226-a371-aa1d586f0be7" providerId="ADAL" clId="{B053A5CE-0A90-414C-9281-C211CC0B95EF}" dt="2026-07-29T07:38:02.906" v="167"/>
          <ac:graphicFrameMkLst>
            <pc:docMk/>
            <pc:sldMk cId="939028364" sldId="263"/>
            <ac:graphicFrameMk id="6" creationId="{F8B0F561-6851-2B1C-C248-B0398EE75948}"/>
          </ac:graphicFrameMkLst>
        </pc:graphicFrameChg>
      </pc:sldChg>
      <pc:sldChg chg="addSp modSp new mod">
        <pc:chgData name="Arvind Kumar Mehta [MU - Jaipur]" userId="05c91892-566a-4226-a371-aa1d586f0be7" providerId="ADAL" clId="{B053A5CE-0A90-414C-9281-C211CC0B95EF}" dt="2026-07-29T07:39:10.256" v="175" actId="22"/>
        <pc:sldMkLst>
          <pc:docMk/>
          <pc:sldMk cId="3050461918" sldId="264"/>
        </pc:sldMkLst>
        <pc:spChg chg="add mod">
          <ac:chgData name="Arvind Kumar Mehta [MU - Jaipur]" userId="05c91892-566a-4226-a371-aa1d586f0be7" providerId="ADAL" clId="{B053A5CE-0A90-414C-9281-C211CC0B95EF}" dt="2026-07-29T07:38:59.725" v="174" actId="403"/>
          <ac:spMkLst>
            <pc:docMk/>
            <pc:sldMk cId="3050461918" sldId="264"/>
            <ac:spMk id="3" creationId="{0396D854-1C9B-5427-94D3-3B5C08BA072B}"/>
          </ac:spMkLst>
        </pc:spChg>
        <pc:spChg chg="add">
          <ac:chgData name="Arvind Kumar Mehta [MU - Jaipur]" userId="05c91892-566a-4226-a371-aa1d586f0be7" providerId="ADAL" clId="{B053A5CE-0A90-414C-9281-C211CC0B95EF}" dt="2026-07-29T07:39:10.256" v="175" actId="22"/>
          <ac:spMkLst>
            <pc:docMk/>
            <pc:sldMk cId="3050461918" sldId="264"/>
            <ac:spMk id="5" creationId="{B43D7797-E89C-5D24-D9C9-71517FCF201B}"/>
          </ac:spMkLst>
        </pc:spChg>
      </pc:sldChg>
      <pc:sldChg chg="addSp delSp modSp new mod">
        <pc:chgData name="Arvind Kumar Mehta [MU - Jaipur]" userId="05c91892-566a-4226-a371-aa1d586f0be7" providerId="ADAL" clId="{B053A5CE-0A90-414C-9281-C211CC0B95EF}" dt="2026-07-29T08:46:48.771" v="218" actId="20577"/>
        <pc:sldMkLst>
          <pc:docMk/>
          <pc:sldMk cId="1162933199" sldId="265"/>
        </pc:sldMkLst>
        <pc:spChg chg="add mod">
          <ac:chgData name="Arvind Kumar Mehta [MU - Jaipur]" userId="05c91892-566a-4226-a371-aa1d586f0be7" providerId="ADAL" clId="{B053A5CE-0A90-414C-9281-C211CC0B95EF}" dt="2026-07-29T07:39:34.856" v="178" actId="1076"/>
          <ac:spMkLst>
            <pc:docMk/>
            <pc:sldMk cId="1162933199" sldId="265"/>
            <ac:spMk id="3" creationId="{53F6AF70-2FA7-5783-A09A-69C4B3720B34}"/>
          </ac:spMkLst>
        </pc:spChg>
        <pc:spChg chg="add mod">
          <ac:chgData name="Arvind Kumar Mehta [MU - Jaipur]" userId="05c91892-566a-4226-a371-aa1d586f0be7" providerId="ADAL" clId="{B053A5CE-0A90-414C-9281-C211CC0B95EF}" dt="2026-07-29T08:46:48.771" v="218" actId="20577"/>
          <ac:spMkLst>
            <pc:docMk/>
            <pc:sldMk cId="1162933199" sldId="265"/>
            <ac:spMk id="5" creationId="{6EED5CCC-85A6-58F8-0EBA-57E0F45283ED}"/>
          </ac:spMkLst>
        </pc:spChg>
        <pc:graphicFrameChg chg="add del mod">
          <ac:chgData name="Arvind Kumar Mehta [MU - Jaipur]" userId="05c91892-566a-4226-a371-aa1d586f0be7" providerId="ADAL" clId="{B053A5CE-0A90-414C-9281-C211CC0B95EF}" dt="2026-07-29T08:46:32.931" v="210" actId="478"/>
          <ac:graphicFrameMkLst>
            <pc:docMk/>
            <pc:sldMk cId="1162933199" sldId="265"/>
            <ac:graphicFrameMk id="6" creationId="{C1EEF9B6-2BB3-048A-B118-EE412BF3FBBC}"/>
          </ac:graphicFrameMkLst>
        </pc:graphicFrameChg>
      </pc:sldChg>
      <pc:sldChg chg="addSp modSp new mod">
        <pc:chgData name="Arvind Kumar Mehta [MU - Jaipur]" userId="05c91892-566a-4226-a371-aa1d586f0be7" providerId="ADAL" clId="{B053A5CE-0A90-414C-9281-C211CC0B95EF}" dt="2026-07-29T07:41:17.280" v="190" actId="1076"/>
        <pc:sldMkLst>
          <pc:docMk/>
          <pc:sldMk cId="1120359701" sldId="266"/>
        </pc:sldMkLst>
        <pc:spChg chg="add mod">
          <ac:chgData name="Arvind Kumar Mehta [MU - Jaipur]" userId="05c91892-566a-4226-a371-aa1d586f0be7" providerId="ADAL" clId="{B053A5CE-0A90-414C-9281-C211CC0B95EF}" dt="2026-07-29T07:40:58.501" v="186" actId="14100"/>
          <ac:spMkLst>
            <pc:docMk/>
            <pc:sldMk cId="1120359701" sldId="266"/>
            <ac:spMk id="3" creationId="{3FD22C1E-9623-9F65-0147-5FA141D41941}"/>
          </ac:spMkLst>
        </pc:spChg>
        <pc:spChg chg="add mod">
          <ac:chgData name="Arvind Kumar Mehta [MU - Jaipur]" userId="05c91892-566a-4226-a371-aa1d586f0be7" providerId="ADAL" clId="{B053A5CE-0A90-414C-9281-C211CC0B95EF}" dt="2026-07-29T07:41:17.280" v="190" actId="1076"/>
          <ac:spMkLst>
            <pc:docMk/>
            <pc:sldMk cId="1120359701" sldId="266"/>
            <ac:spMk id="6" creationId="{7FBF74C7-ECAC-FC08-9465-CB8F6A0D9947}"/>
          </ac:spMkLst>
        </pc:spChg>
        <pc:graphicFrameChg chg="add mod">
          <ac:chgData name="Arvind Kumar Mehta [MU - Jaipur]" userId="05c91892-566a-4226-a371-aa1d586f0be7" providerId="ADAL" clId="{B053A5CE-0A90-414C-9281-C211CC0B95EF}" dt="2026-07-29T07:41:09.811" v="188" actId="1076"/>
          <ac:graphicFrameMkLst>
            <pc:docMk/>
            <pc:sldMk cId="1120359701" sldId="266"/>
            <ac:graphicFrameMk id="4" creationId="{F8B9F030-9D18-BA7E-0677-92EADDD70743}"/>
          </ac:graphicFrameMkLst>
        </pc:graphicFrameChg>
      </pc:sldChg>
      <pc:sldChg chg="addSp modSp new mod">
        <pc:chgData name="Arvind Kumar Mehta [MU - Jaipur]" userId="05c91892-566a-4226-a371-aa1d586f0be7" providerId="ADAL" clId="{B053A5CE-0A90-414C-9281-C211CC0B95EF}" dt="2026-07-29T07:42:51.639" v="204" actId="1076"/>
        <pc:sldMkLst>
          <pc:docMk/>
          <pc:sldMk cId="2758457985" sldId="267"/>
        </pc:sldMkLst>
        <pc:spChg chg="add mod">
          <ac:chgData name="Arvind Kumar Mehta [MU - Jaipur]" userId="05c91892-566a-4226-a371-aa1d586f0be7" providerId="ADAL" clId="{B053A5CE-0A90-414C-9281-C211CC0B95EF}" dt="2026-07-29T07:41:34.071" v="194" actId="14100"/>
          <ac:spMkLst>
            <pc:docMk/>
            <pc:sldMk cId="2758457985" sldId="267"/>
            <ac:spMk id="3" creationId="{57EBDBBE-517D-9AFD-50D1-5E89435BFCED}"/>
          </ac:spMkLst>
        </pc:spChg>
        <pc:spChg chg="add mod">
          <ac:chgData name="Arvind Kumar Mehta [MU - Jaipur]" userId="05c91892-566a-4226-a371-aa1d586f0be7" providerId="ADAL" clId="{B053A5CE-0A90-414C-9281-C211CC0B95EF}" dt="2026-07-29T07:41:45.188" v="196" actId="1076"/>
          <ac:spMkLst>
            <pc:docMk/>
            <pc:sldMk cId="2758457985" sldId="267"/>
            <ac:spMk id="5" creationId="{8B2988B8-F0CC-A08C-69C0-1C658A487DA9}"/>
          </ac:spMkLst>
        </pc:spChg>
        <pc:spChg chg="add mod">
          <ac:chgData name="Arvind Kumar Mehta [MU - Jaipur]" userId="05c91892-566a-4226-a371-aa1d586f0be7" providerId="ADAL" clId="{B053A5CE-0A90-414C-9281-C211CC0B95EF}" dt="2026-07-29T07:42:11.494" v="198" actId="1076"/>
          <ac:spMkLst>
            <pc:docMk/>
            <pc:sldMk cId="2758457985" sldId="267"/>
            <ac:spMk id="7" creationId="{AE407BFD-E114-F26B-0EC1-313F5F735BB7}"/>
          </ac:spMkLst>
        </pc:spChg>
        <pc:spChg chg="add mod">
          <ac:chgData name="Arvind Kumar Mehta [MU - Jaipur]" userId="05c91892-566a-4226-a371-aa1d586f0be7" providerId="ADAL" clId="{B053A5CE-0A90-414C-9281-C211CC0B95EF}" dt="2026-07-29T07:42:51.639" v="204" actId="1076"/>
          <ac:spMkLst>
            <pc:docMk/>
            <pc:sldMk cId="2758457985" sldId="267"/>
            <ac:spMk id="10" creationId="{E8EF621D-180A-54A5-3276-D9C744D7873A}"/>
          </ac:spMkLst>
        </pc:spChg>
        <pc:graphicFrameChg chg="add mod modGraphic">
          <ac:chgData name="Arvind Kumar Mehta [MU - Jaipur]" userId="05c91892-566a-4226-a371-aa1d586f0be7" providerId="ADAL" clId="{B053A5CE-0A90-414C-9281-C211CC0B95EF}" dt="2026-07-29T07:42:38.439" v="202" actId="14100"/>
          <ac:graphicFrameMkLst>
            <pc:docMk/>
            <pc:sldMk cId="2758457985" sldId="267"/>
            <ac:graphicFrameMk id="8" creationId="{7A997561-3D40-8B57-99DB-D430FE834562}"/>
          </ac:graphicFrameMkLst>
        </pc:graphicFrameChg>
      </pc:sldChg>
      <pc:sldChg chg="addSp modSp new mod">
        <pc:chgData name="Arvind Kumar Mehta [MU - Jaipur]" userId="05c91892-566a-4226-a371-aa1d586f0be7" providerId="ADAL" clId="{B053A5CE-0A90-414C-9281-C211CC0B95EF}" dt="2026-07-29T07:43:21.278" v="209" actId="22"/>
        <pc:sldMkLst>
          <pc:docMk/>
          <pc:sldMk cId="779750514" sldId="268"/>
        </pc:sldMkLst>
        <pc:spChg chg="add mod">
          <ac:chgData name="Arvind Kumar Mehta [MU - Jaipur]" userId="05c91892-566a-4226-a371-aa1d586f0be7" providerId="ADAL" clId="{B053A5CE-0A90-414C-9281-C211CC0B95EF}" dt="2026-07-29T07:43:11.263" v="208" actId="14100"/>
          <ac:spMkLst>
            <pc:docMk/>
            <pc:sldMk cId="779750514" sldId="268"/>
            <ac:spMk id="3" creationId="{9073796F-B691-7568-F8BF-91CB370BC8CC}"/>
          </ac:spMkLst>
        </pc:spChg>
        <pc:spChg chg="add">
          <ac:chgData name="Arvind Kumar Mehta [MU - Jaipur]" userId="05c91892-566a-4226-a371-aa1d586f0be7" providerId="ADAL" clId="{B053A5CE-0A90-414C-9281-C211CC0B95EF}" dt="2026-07-29T07:43:21.278" v="209" actId="22"/>
          <ac:spMkLst>
            <pc:docMk/>
            <pc:sldMk cId="779750514" sldId="268"/>
            <ac:spMk id="5" creationId="{346B37C0-D278-668D-1B91-B99AB62F567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Decimal to Number System Conversions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Binary, Octal and Hexadecimal</a:t>
            </a:r>
          </a:p>
          <a:p>
            <a:r>
              <a:t>Class Notes with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66402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270175"/>
            <a:ext cx="9138997" cy="1590742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5265546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0001" y="5263483"/>
            <a:ext cx="9143999" cy="15974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5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5510253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Decimal to Binary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5192" y="3833199"/>
            <a:ext cx="6249619" cy="1119982"/>
          </a:xfrm>
        </p:spPr>
        <p:txBody>
          <a:bodyPr anchor="ctr">
            <a:normAutofit lnSpcReduction="10000"/>
          </a:bodyPr>
          <a:lstStyle/>
          <a:p>
            <a:pPr>
              <a:defRPr sz="2200"/>
            </a:pPr>
            <a:r>
              <a:rPr lang="en-IN" sz="2000" b="1" dirty="0"/>
              <a:t>Method: Repeatedly divide the decimal number by 2.</a:t>
            </a:r>
          </a:p>
          <a:p>
            <a:pPr>
              <a:defRPr sz="2200"/>
            </a:pPr>
            <a:r>
              <a:rPr lang="en-IN" sz="2000" b="1" dirty="0"/>
              <a:t>Write each remainder.</a:t>
            </a:r>
          </a:p>
          <a:p>
            <a:pPr>
              <a:defRPr sz="2200"/>
            </a:pPr>
            <a:r>
              <a:rPr lang="en-IN" sz="2000" b="1" dirty="0"/>
              <a:t>Read the remainders from bottom to top.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2126D89-8747-EDB5-53A9-0A6A8B1D4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400473"/>
              </p:ext>
            </p:extLst>
          </p:nvPr>
        </p:nvGraphicFramePr>
        <p:xfrm>
          <a:off x="1455192" y="677732"/>
          <a:ext cx="6233616" cy="2664954"/>
        </p:xfrm>
        <a:graphic>
          <a:graphicData uri="http://schemas.openxmlformats.org/drawingml/2006/table">
            <a:tbl>
              <a:tblPr firstRow="1" bandRow="1"/>
              <a:tblGrid>
                <a:gridCol w="1849929">
                  <a:extLst>
                    <a:ext uri="{9D8B030D-6E8A-4147-A177-3AD203B41FA5}">
                      <a16:colId xmlns:a16="http://schemas.microsoft.com/office/drawing/2014/main" val="1096086305"/>
                    </a:ext>
                  </a:extLst>
                </a:gridCol>
                <a:gridCol w="2030499">
                  <a:extLst>
                    <a:ext uri="{9D8B030D-6E8A-4147-A177-3AD203B41FA5}">
                      <a16:colId xmlns:a16="http://schemas.microsoft.com/office/drawing/2014/main" val="2001505755"/>
                    </a:ext>
                  </a:extLst>
                </a:gridCol>
                <a:gridCol w="2353188">
                  <a:extLst>
                    <a:ext uri="{9D8B030D-6E8A-4147-A177-3AD203B41FA5}">
                      <a16:colId xmlns:a16="http://schemas.microsoft.com/office/drawing/2014/main" val="561109827"/>
                    </a:ext>
                  </a:extLst>
                </a:gridCol>
              </a:tblGrid>
              <a:tr h="444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Division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Quotient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Remainder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721893"/>
                  </a:ext>
                </a:extLst>
              </a:tr>
              <a:tr h="444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25 ÷ 2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12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051229"/>
                  </a:ext>
                </a:extLst>
              </a:tr>
              <a:tr h="444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12 ÷ 2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6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0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6029059"/>
                  </a:ext>
                </a:extLst>
              </a:tr>
              <a:tr h="444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6 ÷ 2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3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0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060303"/>
                  </a:ext>
                </a:extLst>
              </a:tr>
              <a:tr h="444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3 ÷ 2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497467"/>
                  </a:ext>
                </a:extLst>
              </a:tr>
              <a:tr h="4441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000"/>
                        <a:t>1 ÷ 2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0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sz="2000"/>
                        <a:t>1</a:t>
                      </a:r>
                    </a:p>
                  </a:txBody>
                  <a:tcPr marL="100945" marR="100945" marT="50473" marB="5047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0577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44A3401-C41A-A917-CDF4-BFA0B07D4A02}"/>
              </a:ext>
            </a:extLst>
          </p:cNvPr>
          <p:cNvSpPr txBox="1"/>
          <p:nvPr/>
        </p:nvSpPr>
        <p:spPr>
          <a:xfrm>
            <a:off x="1455192" y="3398098"/>
            <a:ext cx="45775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1 1 0 0 1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Decimal to Octal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964580"/>
          </a:xfrm>
        </p:spPr>
        <p:txBody>
          <a:bodyPr/>
          <a:lstStyle/>
          <a:p>
            <a:pPr>
              <a:defRPr sz="2200"/>
            </a:pPr>
            <a:r>
              <a:rPr dirty="0"/>
              <a:t>Method: Repeatedly divide the decimal number by 8.</a:t>
            </a:r>
          </a:p>
          <a:p>
            <a:pPr>
              <a:defRPr sz="2200"/>
            </a:pPr>
            <a:r>
              <a:rPr dirty="0"/>
              <a:t>Read remainders from bottom to top.</a:t>
            </a:r>
          </a:p>
          <a:p>
            <a:pPr>
              <a:defRPr sz="2200"/>
            </a:pP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D642138-AE81-B610-85D5-2B8E76666F02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131661"/>
          <a:ext cx="8229600" cy="14630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0122742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410681865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7644812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Quotient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Remainder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361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125 ÷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818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 ÷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47170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 ÷ 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07967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EFBBC276-EE5E-4EC7-B09D-535163264F56}"/>
              </a:ext>
            </a:extLst>
          </p:cNvPr>
          <p:cNvSpPr txBox="1"/>
          <p:nvPr/>
        </p:nvSpPr>
        <p:spPr>
          <a:xfrm>
            <a:off x="457200" y="479224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1 7 5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Decimal to Hexadecimal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143000"/>
          </a:xfrm>
        </p:spPr>
        <p:txBody>
          <a:bodyPr/>
          <a:lstStyle/>
          <a:p>
            <a:pPr>
              <a:defRPr sz="2200"/>
            </a:pPr>
            <a:r>
              <a:rPr dirty="0"/>
              <a:t>Method: Repeatedly divide the decimal number by 16.</a:t>
            </a:r>
          </a:p>
          <a:p>
            <a:pPr>
              <a:defRPr sz="2200"/>
            </a:pPr>
            <a:r>
              <a:rPr dirty="0"/>
              <a:t>Remainders 10–15 are A–F.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7B30FD8-8042-7E6B-1449-090C7D3EF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122661"/>
              </p:ext>
            </p:extLst>
          </p:nvPr>
        </p:nvGraphicFramePr>
        <p:xfrm>
          <a:off x="457200" y="2765901"/>
          <a:ext cx="8229600" cy="10972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363869357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683604005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19982376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Quotient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Remainder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42717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250 ÷ 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 = </a:t>
                      </a:r>
                      <a:r>
                        <a:rPr lang="en-IN" b="1"/>
                        <a:t>A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1902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15 ÷ 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15 = </a:t>
                      </a:r>
                      <a:r>
                        <a:rPr lang="en-IN" b="1" dirty="0"/>
                        <a:t>F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0522004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75745CC3-2A46-5D77-8406-A04F6D4E8250}"/>
              </a:ext>
            </a:extLst>
          </p:cNvPr>
          <p:cNvSpPr txBox="1"/>
          <p:nvPr/>
        </p:nvSpPr>
        <p:spPr>
          <a:xfrm>
            <a:off x="557561" y="410297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F   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D8CE6E2-E70C-1754-6E53-48B854E623B4}"/>
              </a:ext>
            </a:extLst>
          </p:cNvPr>
          <p:cNvSpPr txBox="1"/>
          <p:nvPr/>
        </p:nvSpPr>
        <p:spPr>
          <a:xfrm>
            <a:off x="490653" y="534994"/>
            <a:ext cx="812924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/>
              <a:t>Binary to Decimal Conversion</a:t>
            </a:r>
          </a:p>
          <a:p>
            <a:pPr>
              <a:buNone/>
            </a:pPr>
            <a:r>
              <a:rPr lang="en-IN" sz="2000" b="1" dirty="0"/>
              <a:t>Definition</a:t>
            </a:r>
          </a:p>
          <a:p>
            <a:pPr>
              <a:buNone/>
            </a:pPr>
            <a:r>
              <a:rPr lang="en-IN" sz="2000" b="1" dirty="0"/>
              <a:t>Binary to Decimal conversion</a:t>
            </a:r>
            <a:r>
              <a:rPr lang="en-IN" sz="2000" dirty="0"/>
              <a:t> is the process of converting a </a:t>
            </a:r>
            <a:r>
              <a:rPr lang="en-IN" sz="2000" b="1" dirty="0"/>
              <a:t>base-2 (binary)</a:t>
            </a:r>
            <a:r>
              <a:rPr lang="en-IN" sz="2000" dirty="0"/>
              <a:t> number into a </a:t>
            </a:r>
            <a:r>
              <a:rPr lang="en-IN" sz="2000" b="1" dirty="0"/>
              <a:t>base-10 (decimal)</a:t>
            </a:r>
            <a:r>
              <a:rPr lang="en-IN" sz="2000" dirty="0"/>
              <a:t> number.</a:t>
            </a:r>
          </a:p>
          <a:p>
            <a:pPr>
              <a:buNone/>
            </a:pPr>
            <a:endParaRPr lang="en-IN" sz="2000" b="1" dirty="0"/>
          </a:p>
          <a:p>
            <a:pPr>
              <a:buNone/>
            </a:pPr>
            <a:r>
              <a:rPr lang="en-IN" sz="2000" b="1" dirty="0"/>
              <a:t>Steps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Write the positional weights (powers of 2).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Multiply each binary digit by its positional value.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000" dirty="0"/>
              <a:t>Add all the products.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742E5DC-451D-3198-8DED-4F0A70F6E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5176387"/>
              </p:ext>
            </p:extLst>
          </p:nvPr>
        </p:nvGraphicFramePr>
        <p:xfrm>
          <a:off x="557559" y="3787353"/>
          <a:ext cx="8229599" cy="1097280"/>
        </p:xfrm>
        <a:graphic>
          <a:graphicData uri="http://schemas.openxmlformats.org/drawingml/2006/table">
            <a:tbl>
              <a:tblPr/>
              <a:tblGrid>
                <a:gridCol w="1550021">
                  <a:extLst>
                    <a:ext uri="{9D8B030D-6E8A-4147-A177-3AD203B41FA5}">
                      <a16:colId xmlns:a16="http://schemas.microsoft.com/office/drawing/2014/main" val="2813525741"/>
                    </a:ext>
                  </a:extLst>
                </a:gridCol>
                <a:gridCol w="801293">
                  <a:extLst>
                    <a:ext uri="{9D8B030D-6E8A-4147-A177-3AD203B41FA5}">
                      <a16:colId xmlns:a16="http://schemas.microsoft.com/office/drawing/2014/main" val="207544627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3073182338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90617571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15739444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1298020310"/>
                    </a:ext>
                  </a:extLst>
                </a:gridCol>
                <a:gridCol w="1175657">
                  <a:extLst>
                    <a:ext uri="{9D8B030D-6E8A-4147-A177-3AD203B41FA5}">
                      <a16:colId xmlns:a16="http://schemas.microsoft.com/office/drawing/2014/main" val="6541889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Binary Digit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33466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Power of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2⁵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2³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2²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2¹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2⁰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53730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5950818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16DDFD-5A72-F726-BC97-D451EC05989B}"/>
                  </a:ext>
                </a:extLst>
              </p:cNvPr>
              <p:cNvSpPr txBox="1"/>
              <p:nvPr/>
            </p:nvSpPr>
            <p:spPr>
              <a:xfrm>
                <a:off x="635620" y="5282249"/>
                <a:ext cx="4572000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dirty="0"/>
                  <a:t>(1×32)+(0×16)+(1×8)+(1×4)+(0×2)+(1×1) 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+0+8+4+0+1=45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16DDFD-5A72-F726-BC97-D451EC0598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620" y="5282249"/>
                <a:ext cx="4572000" cy="646331"/>
              </a:xfrm>
              <a:prstGeom prst="rect">
                <a:avLst/>
              </a:prstGeom>
              <a:blipFill>
                <a:blip r:embed="rId2"/>
                <a:stretch>
                  <a:fillRect l="-1067" t="-566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E91EC42-B230-B0C6-297F-315D4388EBCD}"/>
              </a:ext>
            </a:extLst>
          </p:cNvPr>
          <p:cNvSpPr txBox="1"/>
          <p:nvPr/>
        </p:nvSpPr>
        <p:spPr>
          <a:xfrm>
            <a:off x="446049" y="336307"/>
            <a:ext cx="84860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Binary to Octal Conversion</a:t>
            </a:r>
          </a:p>
          <a:p>
            <a:pPr>
              <a:buNone/>
            </a:pPr>
            <a:r>
              <a:rPr lang="en-IN" b="1" dirty="0"/>
              <a:t>Definition</a:t>
            </a:r>
          </a:p>
          <a:p>
            <a:pPr>
              <a:buNone/>
            </a:pPr>
            <a:r>
              <a:rPr lang="en-IN" dirty="0"/>
              <a:t>Convert a binary number into an octal number by grouping </a:t>
            </a:r>
            <a:r>
              <a:rPr lang="en-IN" b="1" dirty="0"/>
              <a:t>3 bits</a:t>
            </a:r>
            <a:r>
              <a:rPr lang="en-IN" dirty="0"/>
              <a:t> from the </a:t>
            </a:r>
            <a:r>
              <a:rPr lang="en-IN" b="1" dirty="0"/>
              <a:t>right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b="1" dirty="0"/>
              <a:t>Steps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Group the binary digits into sets of </a:t>
            </a:r>
            <a:r>
              <a:rPr lang="en-IN" b="1" dirty="0"/>
              <a:t>3</a:t>
            </a:r>
            <a:r>
              <a:rPr lang="en-IN" dirty="0"/>
              <a:t> from right to left.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Add leading zeros if necessary.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Convert each group into its octal equivalent.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FEE863-7ABB-BE7E-017F-550C95439875}"/>
              </a:ext>
            </a:extLst>
          </p:cNvPr>
          <p:cNvSpPr txBox="1"/>
          <p:nvPr/>
        </p:nvSpPr>
        <p:spPr>
          <a:xfrm>
            <a:off x="446049" y="2782669"/>
            <a:ext cx="74490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1101011₂</a:t>
            </a:r>
          </a:p>
          <a:p>
            <a:r>
              <a:rPr lang="en-IN" dirty="0"/>
              <a:t>= 001 101 011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24E60C-BECC-73C5-2B7A-6173DE5B7370}"/>
              </a:ext>
            </a:extLst>
          </p:cNvPr>
          <p:cNvSpPr txBox="1"/>
          <p:nvPr/>
        </p:nvSpPr>
        <p:spPr>
          <a:xfrm>
            <a:off x="446049" y="3635298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1101011₂ = 153₈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38382B-3FD6-5AD4-D409-46D2C987F049}"/>
              </a:ext>
            </a:extLst>
          </p:cNvPr>
          <p:cNvSpPr txBox="1"/>
          <p:nvPr/>
        </p:nvSpPr>
        <p:spPr>
          <a:xfrm>
            <a:off x="345687" y="566678"/>
            <a:ext cx="835226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Binary to Hexadecimal Conversion</a:t>
            </a:r>
          </a:p>
          <a:p>
            <a:pPr>
              <a:buNone/>
            </a:pPr>
            <a:r>
              <a:rPr lang="en-IN" b="1" dirty="0"/>
              <a:t>Definition</a:t>
            </a:r>
          </a:p>
          <a:p>
            <a:pPr>
              <a:buNone/>
            </a:pPr>
            <a:r>
              <a:rPr lang="en-IN" dirty="0"/>
              <a:t>Convert a binary number into a hexadecimal number by grouping </a:t>
            </a:r>
            <a:r>
              <a:rPr lang="en-IN" b="1" dirty="0"/>
              <a:t>4 bits</a:t>
            </a:r>
            <a:r>
              <a:rPr lang="en-IN" dirty="0"/>
              <a:t> from the </a:t>
            </a:r>
            <a:r>
              <a:rPr lang="en-IN" b="1" dirty="0"/>
              <a:t>right</a:t>
            </a:r>
            <a:r>
              <a:rPr lang="en-IN" dirty="0"/>
              <a:t>.</a:t>
            </a:r>
          </a:p>
          <a:p>
            <a:pPr>
              <a:buNone/>
            </a:pPr>
            <a:r>
              <a:rPr lang="en-IN" b="1" dirty="0"/>
              <a:t>Steps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Group the binary digits into sets of </a:t>
            </a:r>
            <a:r>
              <a:rPr lang="en-IN" b="1" dirty="0"/>
              <a:t>4</a:t>
            </a:r>
            <a:r>
              <a:rPr lang="en-IN" dirty="0"/>
              <a:t> from right to left.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Add leading zeros if necessary.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Convert each group into its hexadecimal equivalent.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74F46E-2D04-5757-3FA4-35D176A937C8}"/>
              </a:ext>
            </a:extLst>
          </p:cNvPr>
          <p:cNvSpPr txBox="1"/>
          <p:nvPr/>
        </p:nvSpPr>
        <p:spPr>
          <a:xfrm>
            <a:off x="546410" y="2833070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11111010₂</a:t>
            </a:r>
          </a:p>
          <a:p>
            <a:r>
              <a:rPr lang="en-IN" dirty="0"/>
              <a:t>= 1111 1010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7A1FAD-ABA1-C5BD-6736-E69B8A7788F5}"/>
              </a:ext>
            </a:extLst>
          </p:cNvPr>
          <p:cNvSpPr txBox="1"/>
          <p:nvPr/>
        </p:nvSpPr>
        <p:spPr>
          <a:xfrm>
            <a:off x="680225" y="3713797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11111010₂ = FA₁₆</a:t>
            </a:r>
          </a:p>
        </p:txBody>
      </p:sp>
    </p:spTree>
    <p:extLst>
      <p:ext uri="{BB962C8B-B14F-4D97-AF65-F5344CB8AC3E}">
        <p14:creationId xmlns:p14="http://schemas.microsoft.com/office/powerpoint/2010/main" val="2229752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AE28D9F-4D5F-F076-C293-BAA330314BA4}"/>
              </a:ext>
            </a:extLst>
          </p:cNvPr>
          <p:cNvSpPr txBox="1"/>
          <p:nvPr/>
        </p:nvSpPr>
        <p:spPr>
          <a:xfrm>
            <a:off x="479501" y="419052"/>
            <a:ext cx="827420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Octal to Binary Conversion</a:t>
            </a:r>
          </a:p>
          <a:p>
            <a:pPr>
              <a:buNone/>
            </a:pPr>
            <a:r>
              <a:rPr lang="en-IN" b="1" dirty="0"/>
              <a:t>Definition</a:t>
            </a:r>
          </a:p>
          <a:p>
            <a:pPr>
              <a:buNone/>
            </a:pPr>
            <a:r>
              <a:rPr lang="en-IN" b="1" dirty="0"/>
              <a:t>Octal to Binary conversion</a:t>
            </a:r>
            <a:r>
              <a:rPr lang="en-IN" dirty="0"/>
              <a:t> is the process of converting a </a:t>
            </a:r>
            <a:r>
              <a:rPr lang="en-IN" b="1" dirty="0"/>
              <a:t>base-8 (octal)</a:t>
            </a:r>
            <a:r>
              <a:rPr lang="en-IN" dirty="0"/>
              <a:t> number into a </a:t>
            </a:r>
            <a:r>
              <a:rPr lang="en-IN" b="1" dirty="0"/>
              <a:t>base-2 (binary)</a:t>
            </a:r>
            <a:r>
              <a:rPr lang="en-IN" dirty="0"/>
              <a:t> number.</a:t>
            </a:r>
          </a:p>
          <a:p>
            <a:pPr>
              <a:buNone/>
            </a:pPr>
            <a:r>
              <a:rPr lang="en-IN" b="1" dirty="0"/>
              <a:t>Steps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Replace each octal digit with its </a:t>
            </a:r>
            <a:r>
              <a:rPr lang="en-IN" b="1" dirty="0"/>
              <a:t>3-bit binary equivalent</a:t>
            </a:r>
            <a:r>
              <a:rPr lang="en-IN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Combine all the binary groups.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8B0F561-6851-2B1C-C248-B0398EE75948}"/>
              </a:ext>
            </a:extLst>
          </p:cNvPr>
          <p:cNvGraphicFramePr>
            <a:graphicFrameLocks noGrp="1"/>
          </p:cNvGraphicFramePr>
          <p:nvPr/>
        </p:nvGraphicFramePr>
        <p:xfrm>
          <a:off x="457200" y="3131661"/>
          <a:ext cx="8229600" cy="146304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13338396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326178908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Octal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257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011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130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5819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881953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9E30087-1503-AF8F-7302-F7DCB6E19ACC}"/>
              </a:ext>
            </a:extLst>
          </p:cNvPr>
          <p:cNvSpPr txBox="1"/>
          <p:nvPr/>
        </p:nvSpPr>
        <p:spPr>
          <a:xfrm>
            <a:off x="780585" y="490598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345₈ = 011100101₂</a:t>
            </a:r>
          </a:p>
        </p:txBody>
      </p:sp>
    </p:spTree>
    <p:extLst>
      <p:ext uri="{BB962C8B-B14F-4D97-AF65-F5344CB8AC3E}">
        <p14:creationId xmlns:p14="http://schemas.microsoft.com/office/powerpoint/2010/main" val="9390283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396D854-1C9B-5427-94D3-3B5C08BA072B}"/>
              </a:ext>
            </a:extLst>
          </p:cNvPr>
          <p:cNvSpPr txBox="1"/>
          <p:nvPr/>
        </p:nvSpPr>
        <p:spPr>
          <a:xfrm>
            <a:off x="234176" y="315127"/>
            <a:ext cx="865334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b="1" dirty="0"/>
              <a:t>Octal to Decimal Conversion</a:t>
            </a:r>
          </a:p>
          <a:p>
            <a:pPr>
              <a:buNone/>
            </a:pPr>
            <a:r>
              <a:rPr lang="en-IN" sz="2000" b="1" dirty="0"/>
              <a:t>Definition</a:t>
            </a:r>
          </a:p>
          <a:p>
            <a:pPr>
              <a:buNone/>
            </a:pPr>
            <a:r>
              <a:rPr lang="en-IN" sz="2000" b="1" dirty="0"/>
              <a:t>Octal to Decimal conversion</a:t>
            </a:r>
            <a:r>
              <a:rPr lang="en-IN" sz="2000" dirty="0"/>
              <a:t> is the process of converting a </a:t>
            </a:r>
            <a:r>
              <a:rPr lang="en-IN" sz="2000" b="1" dirty="0"/>
              <a:t>base-8 (octal)</a:t>
            </a:r>
            <a:r>
              <a:rPr lang="en-IN" sz="2000" dirty="0"/>
              <a:t> number into a </a:t>
            </a:r>
            <a:r>
              <a:rPr lang="en-IN" sz="2000" b="1" dirty="0"/>
              <a:t>base-10 (decimal)</a:t>
            </a:r>
            <a:r>
              <a:rPr lang="en-IN" sz="2000" dirty="0"/>
              <a:t> number.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3D7797-E89C-5D24-D9C9-71517FCF201B}"/>
                  </a:ext>
                </a:extLst>
              </p:cNvPr>
              <p:cNvSpPr txBox="1"/>
              <p:nvPr/>
            </p:nvSpPr>
            <p:spPr>
              <a:xfrm>
                <a:off x="2286000" y="2368454"/>
                <a:ext cx="4572000" cy="21210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Example</a:t>
                </a:r>
              </a:p>
              <a:p>
                <a:pPr>
                  <a:buNone/>
                </a:pPr>
                <a:r>
                  <a:rPr lang="en-IN" dirty="0"/>
                  <a:t>Convert </a:t>
                </a:r>
                <a:r>
                  <a:rPr lang="en-IN" b="1" dirty="0"/>
                  <a:t>345₈</a:t>
                </a:r>
                <a:r>
                  <a:rPr lang="en-IN" dirty="0"/>
                  <a:t> to Decimal.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+4×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+5×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3×64+4×8+5×1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192+32+5=229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b="1" dirty="0"/>
                  <a:t>Answer: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>
                                  <a:latin typeface="Cambria Math" panose="02040503050406030204" pitchFamily="18" charset="0"/>
                                </a:rPr>
                                <m:t>345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229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43D7797-E89C-5D24-D9C9-71517FCF2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368454"/>
                <a:ext cx="4572000" cy="2121093"/>
              </a:xfrm>
              <a:prstGeom prst="rect">
                <a:avLst/>
              </a:prstGeom>
              <a:blipFill>
                <a:blip r:embed="rId2"/>
                <a:stretch>
                  <a:fillRect l="-1067" t="-17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0461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F6AF70-2FA7-5783-A09A-69C4B3720B34}"/>
              </a:ext>
            </a:extLst>
          </p:cNvPr>
          <p:cNvSpPr txBox="1"/>
          <p:nvPr/>
        </p:nvSpPr>
        <p:spPr>
          <a:xfrm>
            <a:off x="535258" y="386719"/>
            <a:ext cx="457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Octal to Hexadecimal Conversion</a:t>
            </a:r>
          </a:p>
          <a:p>
            <a:pPr>
              <a:buNone/>
            </a:pPr>
            <a:r>
              <a:rPr lang="en-IN" b="1" dirty="0"/>
              <a:t>Method</a:t>
            </a:r>
          </a:p>
          <a:p>
            <a:pPr>
              <a:buNone/>
            </a:pPr>
            <a:r>
              <a:rPr lang="en-IN" dirty="0"/>
              <a:t>There is no direct conversion. Use: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Octal → Binary → Hexadecimal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EED5CCC-85A6-58F8-0EBA-57E0F45283ED}"/>
              </a:ext>
            </a:extLst>
          </p:cNvPr>
          <p:cNvSpPr txBox="1"/>
          <p:nvPr/>
        </p:nvSpPr>
        <p:spPr>
          <a:xfrm>
            <a:off x="657922" y="1860462"/>
            <a:ext cx="4572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r>
              <a:rPr lang="en-IN" dirty="0"/>
              <a:t>Convert </a:t>
            </a:r>
            <a:r>
              <a:rPr lang="en-IN" b="1" dirty="0"/>
              <a:t>345₈</a:t>
            </a:r>
            <a:r>
              <a:rPr lang="en-IN" dirty="0"/>
              <a:t> to Hexadecimal.</a:t>
            </a:r>
          </a:p>
          <a:p>
            <a:pPr>
              <a:buNone/>
            </a:pPr>
            <a:r>
              <a:rPr lang="en-IN" b="1" dirty="0"/>
              <a:t>Step 1: Octal → Binary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345₈ = 011100101₂</a:t>
            </a:r>
          </a:p>
          <a:p>
            <a:pPr>
              <a:buNone/>
            </a:pPr>
            <a:r>
              <a:rPr lang="en-IN" b="1" dirty="0"/>
              <a:t>Step 2: Group into 4 bits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0000 1110 0101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0		E		5</a:t>
            </a:r>
          </a:p>
        </p:txBody>
      </p:sp>
    </p:spTree>
    <p:extLst>
      <p:ext uri="{BB962C8B-B14F-4D97-AF65-F5344CB8AC3E}">
        <p14:creationId xmlns:p14="http://schemas.microsoft.com/office/powerpoint/2010/main" val="11629331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FD22C1E-9623-9F65-0147-5FA141D41941}"/>
              </a:ext>
            </a:extLst>
          </p:cNvPr>
          <p:cNvSpPr txBox="1"/>
          <p:nvPr/>
        </p:nvSpPr>
        <p:spPr>
          <a:xfrm>
            <a:off x="278779" y="363295"/>
            <a:ext cx="839686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Hexadecimal to Binary Conversion</a:t>
            </a:r>
          </a:p>
          <a:p>
            <a:pPr>
              <a:buNone/>
            </a:pPr>
            <a:r>
              <a:rPr lang="en-IN" b="1" dirty="0"/>
              <a:t>Definition</a:t>
            </a:r>
          </a:p>
          <a:p>
            <a:pPr>
              <a:buNone/>
            </a:pPr>
            <a:r>
              <a:rPr lang="en-IN" b="1" dirty="0"/>
              <a:t>Hexadecimal to Binary conversion</a:t>
            </a:r>
            <a:r>
              <a:rPr lang="en-IN" dirty="0"/>
              <a:t> is the process of converting a </a:t>
            </a:r>
            <a:r>
              <a:rPr lang="en-IN" b="1" dirty="0"/>
              <a:t>base-16 (hexadecimal)</a:t>
            </a:r>
            <a:r>
              <a:rPr lang="en-IN" dirty="0"/>
              <a:t> number into a </a:t>
            </a:r>
            <a:r>
              <a:rPr lang="en-IN" b="1" dirty="0"/>
              <a:t>base-2 (binary)</a:t>
            </a:r>
            <a:r>
              <a:rPr lang="en-IN" dirty="0"/>
              <a:t> number.</a:t>
            </a:r>
          </a:p>
          <a:p>
            <a:pPr>
              <a:buNone/>
            </a:pPr>
            <a:r>
              <a:rPr lang="en-IN" b="1" dirty="0"/>
              <a:t>Steps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Replace each hexadecimal digit with its </a:t>
            </a:r>
            <a:r>
              <a:rPr lang="en-IN" b="1" dirty="0"/>
              <a:t>4-bit binary equivalent</a:t>
            </a:r>
            <a:r>
              <a:rPr lang="en-IN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Combine all the binary groups.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8B9F030-9D18-BA7E-0677-92EADDD707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604804"/>
              </p:ext>
            </p:extLst>
          </p:nvPr>
        </p:nvGraphicFramePr>
        <p:xfrm>
          <a:off x="133815" y="2880360"/>
          <a:ext cx="8229600" cy="1097280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3046770552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439782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Hex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64129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1853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1010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2868124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7FBF74C7-ECAC-FC08-9465-CB8F6A0D9947}"/>
              </a:ext>
            </a:extLst>
          </p:cNvPr>
          <p:cNvSpPr txBox="1"/>
          <p:nvPr/>
        </p:nvSpPr>
        <p:spPr>
          <a:xfrm>
            <a:off x="814039" y="4462709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2A₁₆ = 00101010₂</a:t>
            </a:r>
          </a:p>
        </p:txBody>
      </p:sp>
    </p:spTree>
    <p:extLst>
      <p:ext uri="{BB962C8B-B14F-4D97-AF65-F5344CB8AC3E}">
        <p14:creationId xmlns:p14="http://schemas.microsoft.com/office/powerpoint/2010/main" val="1120359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7EBDBBE-517D-9AFD-50D1-5E89435BFCED}"/>
              </a:ext>
            </a:extLst>
          </p:cNvPr>
          <p:cNvSpPr txBox="1"/>
          <p:nvPr/>
        </p:nvSpPr>
        <p:spPr>
          <a:xfrm>
            <a:off x="468350" y="208299"/>
            <a:ext cx="792851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Hexadecimal to Octal Conversion</a:t>
            </a:r>
          </a:p>
          <a:p>
            <a:pPr>
              <a:buNone/>
            </a:pPr>
            <a:r>
              <a:rPr lang="en-IN" b="1" dirty="0"/>
              <a:t>Method</a:t>
            </a:r>
          </a:p>
          <a:p>
            <a:pPr>
              <a:buNone/>
            </a:pPr>
            <a:r>
              <a:rPr lang="en-IN" dirty="0"/>
              <a:t>There is no direct conversion. Use: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Hexadecimal → Binary → Octal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B2988B8-F0CC-A08C-69C0-1C658A487DA9}"/>
              </a:ext>
            </a:extLst>
          </p:cNvPr>
          <p:cNvSpPr txBox="1"/>
          <p:nvPr/>
        </p:nvSpPr>
        <p:spPr>
          <a:xfrm>
            <a:off x="468350" y="1674674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Steps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Convert each hexadecimal digit into </a:t>
            </a:r>
            <a:r>
              <a:rPr lang="en-IN" b="1" dirty="0"/>
              <a:t>4-bit binary</a:t>
            </a:r>
            <a:r>
              <a:rPr lang="en-IN" dirty="0"/>
              <a:t>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Group the binary digits into </a:t>
            </a:r>
            <a:r>
              <a:rPr lang="en-IN" b="1" dirty="0"/>
              <a:t>3 bits</a:t>
            </a:r>
            <a:r>
              <a:rPr lang="en-IN" dirty="0"/>
              <a:t> from the right.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dirty="0"/>
              <a:t>Convert each group into an octal digit.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E407BFD-E114-F26B-0EC1-313F5F735BB7}"/>
              </a:ext>
            </a:extLst>
          </p:cNvPr>
          <p:cNvSpPr txBox="1"/>
          <p:nvPr/>
        </p:nvSpPr>
        <p:spPr>
          <a:xfrm>
            <a:off x="691375" y="3695046"/>
            <a:ext cx="457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Example</a:t>
            </a:r>
          </a:p>
          <a:p>
            <a:pPr>
              <a:buNone/>
            </a:pPr>
            <a:r>
              <a:rPr lang="en-IN" dirty="0"/>
              <a:t>Convert </a:t>
            </a:r>
            <a:r>
              <a:rPr lang="en-IN" b="1" dirty="0"/>
              <a:t>2A₁₆</a:t>
            </a:r>
            <a:r>
              <a:rPr lang="en-IN" dirty="0"/>
              <a:t> to Octal.</a:t>
            </a:r>
          </a:p>
          <a:p>
            <a:pPr>
              <a:buNone/>
            </a:pPr>
            <a:r>
              <a:rPr lang="en-IN" b="1" dirty="0"/>
              <a:t>Step 1: Hex → Binary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2A₁₆ = 00101010₂</a:t>
            </a:r>
          </a:p>
          <a:p>
            <a:pPr>
              <a:buNone/>
            </a:pPr>
            <a:r>
              <a:rPr lang="en-IN" b="1" dirty="0"/>
              <a:t>Step 2: Group into 3 bits</a:t>
            </a:r>
          </a:p>
          <a:p>
            <a:pPr rtl="0">
              <a:buNone/>
            </a:pPr>
            <a:r>
              <a:rPr lang="en-IN" dirty="0">
                <a:latin typeface="Courier New" panose="02070309020205020404" pitchFamily="49" charset="0"/>
              </a:rPr>
              <a:t>000 101 010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7A997561-3D40-8B57-99DB-D430FE8345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032186"/>
              </p:ext>
            </p:extLst>
          </p:nvPr>
        </p:nvGraphicFramePr>
        <p:xfrm>
          <a:off x="3278458" y="4252378"/>
          <a:ext cx="5865542" cy="1463040"/>
        </p:xfrm>
        <a:graphic>
          <a:graphicData uri="http://schemas.openxmlformats.org/drawingml/2006/table">
            <a:tbl>
              <a:tblPr/>
              <a:tblGrid>
                <a:gridCol w="2932771">
                  <a:extLst>
                    <a:ext uri="{9D8B030D-6E8A-4147-A177-3AD203B41FA5}">
                      <a16:colId xmlns:a16="http://schemas.microsoft.com/office/drawing/2014/main" val="3302736237"/>
                    </a:ext>
                  </a:extLst>
                </a:gridCol>
                <a:gridCol w="2932771">
                  <a:extLst>
                    <a:ext uri="{9D8B030D-6E8A-4147-A177-3AD203B41FA5}">
                      <a16:colId xmlns:a16="http://schemas.microsoft.com/office/drawing/2014/main" val="33221723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Binary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Octal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77120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95710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101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78470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010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264902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EF621D-180A-54A5-3276-D9C744D7873A}"/>
                  </a:ext>
                </a:extLst>
              </p:cNvPr>
              <p:cNvSpPr txBox="1"/>
              <p:nvPr/>
            </p:nvSpPr>
            <p:spPr>
              <a:xfrm>
                <a:off x="869795" y="5698632"/>
                <a:ext cx="4572000" cy="7360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/>
                  <a:t>Answer: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sub>
                          </m:s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52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8EF621D-180A-54A5-3276-D9C744D787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795" y="5698632"/>
                <a:ext cx="4572000" cy="736099"/>
              </a:xfrm>
              <a:prstGeom prst="rect">
                <a:avLst/>
              </a:prstGeom>
              <a:blipFill>
                <a:blip r:embed="rId2"/>
                <a:stretch>
                  <a:fillRect l="-1200" t="-49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8457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73796F-B691-7568-F8BF-91CB370BC8CC}"/>
              </a:ext>
            </a:extLst>
          </p:cNvPr>
          <p:cNvSpPr txBox="1"/>
          <p:nvPr/>
        </p:nvSpPr>
        <p:spPr>
          <a:xfrm>
            <a:off x="256477" y="460093"/>
            <a:ext cx="77835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b="1" dirty="0"/>
              <a:t>Hexadecimal to Decimal Conversion</a:t>
            </a:r>
          </a:p>
          <a:p>
            <a:pPr>
              <a:buNone/>
            </a:pPr>
            <a:r>
              <a:rPr lang="en-IN" b="1" dirty="0"/>
              <a:t>Definition</a:t>
            </a:r>
          </a:p>
          <a:p>
            <a:pPr>
              <a:buNone/>
            </a:pPr>
            <a:r>
              <a:rPr lang="en-IN" b="1" dirty="0"/>
              <a:t>Hexadecimal to Decimal conversion</a:t>
            </a:r>
            <a:r>
              <a:rPr lang="en-IN" dirty="0"/>
              <a:t> is the process of converting a </a:t>
            </a:r>
            <a:r>
              <a:rPr lang="en-IN" b="1" dirty="0"/>
              <a:t>base-16 (hexadecimal)</a:t>
            </a:r>
            <a:r>
              <a:rPr lang="en-IN" dirty="0"/>
              <a:t> number into a </a:t>
            </a:r>
            <a:r>
              <a:rPr lang="en-IN" b="1" dirty="0"/>
              <a:t>base-10 (decimal)</a:t>
            </a:r>
            <a:r>
              <a:rPr lang="en-IN" dirty="0"/>
              <a:t> number.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6B37C0-D278-668D-1B91-B99AB62F5672}"/>
                  </a:ext>
                </a:extLst>
              </p:cNvPr>
              <p:cNvSpPr txBox="1"/>
              <p:nvPr/>
            </p:nvSpPr>
            <p:spPr>
              <a:xfrm>
                <a:off x="2286000" y="2371307"/>
                <a:ext cx="4572000" cy="21153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n-IN" b="1" dirty="0" err="1"/>
                  <a:t>xample</a:t>
                </a:r>
                <a:endParaRPr lang="en-IN" b="1" dirty="0"/>
              </a:p>
              <a:p>
                <a:pPr>
                  <a:buNone/>
                </a:pPr>
                <a:r>
                  <a:rPr lang="en-IN" dirty="0"/>
                  <a:t>Convert </a:t>
                </a:r>
                <a:r>
                  <a:rPr lang="en-IN" b="1" dirty="0"/>
                  <a:t>2A₁₆</a:t>
                </a:r>
                <a:r>
                  <a:rPr lang="en-IN" dirty="0"/>
                  <a:t> to Decimal.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  <m:r>
                        <a:rPr lang="en-IN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16</m:t>
                          </m:r>
                        </m:e>
                        <m:sup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0</m:t>
                          </m:r>
                        </m:sup>
                      </m:sSup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×16+10×1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>
                          <a:latin typeface="Cambria Math" panose="02040503050406030204" pitchFamily="18" charset="0"/>
                        </a:rPr>
                        <m:t>32</m:t>
                      </m:r>
                      <m:r>
                        <a:rPr lang="en-IN" i="0">
                          <a:latin typeface="Cambria Math" panose="02040503050406030204" pitchFamily="18" charset="0"/>
                        </a:rPr>
                        <m:t>+10=42</m:t>
                      </m:r>
                    </m:oMath>
                  </m:oMathPara>
                </a14:m>
                <a:endParaRPr lang="en-IN" dirty="0"/>
              </a:p>
              <a:p>
                <a:pPr>
                  <a:buNone/>
                </a:pPr>
                <a:r>
                  <a:rPr lang="en-IN" b="1" dirty="0"/>
                  <a:t>Answer:</a:t>
                </a:r>
                <a:endParaRPr lang="en-IN" dirty="0"/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borderBox>
                        <m:borderBox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borderBoxPr>
                        <m:e>
                          <m:r>
                            <a:rPr lang="en-IN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16</m:t>
                              </m:r>
                            </m:sub>
                          </m:sSub>
                          <m:r>
                            <a:rPr lang="en-IN" i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42</m:t>
                              </m:r>
                            </m:e>
                            <m:sub>
                              <m:r>
                                <a:rPr lang="en-IN" i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e>
                      </m:borderBox>
                    </m:oMath>
                  </m:oMathPara>
                </a14:m>
                <a:endParaRPr lang="en-IN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46B37C0-D278-668D-1B91-B99AB62F567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2371307"/>
                <a:ext cx="4572000" cy="2115387"/>
              </a:xfrm>
              <a:prstGeom prst="rect">
                <a:avLst/>
              </a:prstGeom>
              <a:blipFill>
                <a:blip r:embed="rId2"/>
                <a:stretch>
                  <a:fillRect l="-1067" t="-172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97505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</TotalTime>
  <Words>716</Words>
  <Application>Microsoft Office PowerPoint</Application>
  <PresentationFormat>On-screen Show (4:3)</PresentationFormat>
  <Paragraphs>189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Cambria Math</vt:lpstr>
      <vt:lpstr>Courier New</vt:lpstr>
      <vt:lpstr>Office Theme</vt:lpstr>
      <vt:lpstr>Decimal to Number System Conversions</vt:lpstr>
      <vt:lpstr>Decimal to Binary</vt:lpstr>
      <vt:lpstr>Decimal to Octal</vt:lpstr>
      <vt:lpstr>Decimal to Hexadecimal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Arvind Kumar Mehta [MU - Jaipur]</cp:lastModifiedBy>
  <cp:revision>1</cp:revision>
  <dcterms:created xsi:type="dcterms:W3CDTF">2013-01-27T09:14:16Z</dcterms:created>
  <dcterms:modified xsi:type="dcterms:W3CDTF">2026-07-29T08:46:51Z</dcterms:modified>
  <cp:category/>
</cp:coreProperties>
</file>