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19"/>
  </p:notesMasterIdLst>
  <p:sldIdLst>
    <p:sldId id="308" r:id="rId5"/>
    <p:sldId id="309" r:id="rId6"/>
    <p:sldId id="310" r:id="rId7"/>
    <p:sldId id="311" r:id="rId8"/>
    <p:sldId id="312" r:id="rId9"/>
    <p:sldId id="313" r:id="rId10"/>
    <p:sldId id="314" r:id="rId11"/>
    <p:sldId id="316" r:id="rId12"/>
    <p:sldId id="315" r:id="rId13"/>
    <p:sldId id="317" r:id="rId14"/>
    <p:sldId id="318" r:id="rId15"/>
    <p:sldId id="319" r:id="rId16"/>
    <p:sldId id="320" r:id="rId17"/>
    <p:sldId id="32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B1CE9-1747-414E-8CF1-A6190FA864AA}" v="7" dt="2025-09-18T10:30:25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252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addSld delSld modSld sldOrd">
      <pc:chgData name="Arvind Kumar Mehta [MU - Jaipur]" userId="05c91892-566a-4226-a371-aa1d586f0be7" providerId="ADAL" clId="{B053A5CE-0A90-414C-9281-C211CC0B95EF}" dt="2025-09-18T10:54:49.957" v="839" actId="123"/>
      <pc:docMkLst>
        <pc:docMk/>
      </pc:docMkLst>
      <pc:sldChg chg="addSp delSp modSp add del mod">
        <pc:chgData name="Arvind Kumar Mehta [MU - Jaipur]" userId="05c91892-566a-4226-a371-aa1d586f0be7" providerId="ADAL" clId="{B053A5CE-0A90-414C-9281-C211CC0B95EF}" dt="2025-09-18T10:34:51.127" v="807" actId="1076"/>
        <pc:sldMkLst>
          <pc:docMk/>
          <pc:sldMk cId="1226806093" sldId="308"/>
        </pc:sldMkLst>
        <pc:spChg chg="add mod">
          <ac:chgData name="Arvind Kumar Mehta [MU - Jaipur]" userId="05c91892-566a-4226-a371-aa1d586f0be7" providerId="ADAL" clId="{B053A5CE-0A90-414C-9281-C211CC0B95EF}" dt="2025-09-18T09:11:01.574" v="524" actId="403"/>
          <ac:spMkLst>
            <pc:docMk/>
            <pc:sldMk cId="1226806093" sldId="308"/>
            <ac:spMk id="3" creationId="{FCD1722B-649C-05F1-9CD9-630DC17F5121}"/>
          </ac:spMkLst>
        </pc:spChg>
        <pc:spChg chg="mod">
          <ac:chgData name="Arvind Kumar Mehta [MU - Jaipur]" userId="05c91892-566a-4226-a371-aa1d586f0be7" providerId="ADAL" clId="{B053A5CE-0A90-414C-9281-C211CC0B95EF}" dt="2025-09-18T10:34:51.127" v="807" actId="1076"/>
          <ac:spMkLst>
            <pc:docMk/>
            <pc:sldMk cId="1226806093" sldId="308"/>
            <ac:spMk id="43010" creationId="{00000000-0000-0000-0000-000000000000}"/>
          </ac:spMkLst>
        </pc:spChg>
      </pc:sldChg>
      <pc:sldChg chg="addSp delSp modSp new mod modClrScheme chgLayout">
        <pc:chgData name="Arvind Kumar Mehta [MU - Jaipur]" userId="05c91892-566a-4226-a371-aa1d586f0be7" providerId="ADAL" clId="{B053A5CE-0A90-414C-9281-C211CC0B95EF}" dt="2025-09-18T09:12:02.092" v="533" actId="22"/>
        <pc:sldMkLst>
          <pc:docMk/>
          <pc:sldMk cId="96433071" sldId="309"/>
        </pc:sldMkLst>
        <pc:spChg chg="del">
          <ac:chgData name="Arvind Kumar Mehta [MU - Jaipur]" userId="05c91892-566a-4226-a371-aa1d586f0be7" providerId="ADAL" clId="{B053A5CE-0A90-414C-9281-C211CC0B95EF}" dt="2025-09-18T09:11:41.852" v="526" actId="700"/>
          <ac:spMkLst>
            <pc:docMk/>
            <pc:sldMk cId="96433071" sldId="309"/>
            <ac:spMk id="2" creationId="{5511746F-8ED8-7F20-04A9-A9B87665FFDD}"/>
          </ac:spMkLst>
        </pc:spChg>
        <pc:spChg chg="del">
          <ac:chgData name="Arvind Kumar Mehta [MU - Jaipur]" userId="05c91892-566a-4226-a371-aa1d586f0be7" providerId="ADAL" clId="{B053A5CE-0A90-414C-9281-C211CC0B95EF}" dt="2025-09-18T09:11:41.852" v="526" actId="700"/>
          <ac:spMkLst>
            <pc:docMk/>
            <pc:sldMk cId="96433071" sldId="309"/>
            <ac:spMk id="3" creationId="{18AB923D-B607-B1F1-2E23-C8D74527B9ED}"/>
          </ac:spMkLst>
        </pc:spChg>
        <pc:spChg chg="mod ord">
          <ac:chgData name="Arvind Kumar Mehta [MU - Jaipur]" userId="05c91892-566a-4226-a371-aa1d586f0be7" providerId="ADAL" clId="{B053A5CE-0A90-414C-9281-C211CC0B95EF}" dt="2025-09-18T09:11:41.852" v="526" actId="700"/>
          <ac:spMkLst>
            <pc:docMk/>
            <pc:sldMk cId="96433071" sldId="309"/>
            <ac:spMk id="4" creationId="{4543FD81-E893-ABA3-FB9F-5DCFB498DF75}"/>
          </ac:spMkLst>
        </pc:spChg>
        <pc:spChg chg="mod ord">
          <ac:chgData name="Arvind Kumar Mehta [MU - Jaipur]" userId="05c91892-566a-4226-a371-aa1d586f0be7" providerId="ADAL" clId="{B053A5CE-0A90-414C-9281-C211CC0B95EF}" dt="2025-09-18T09:11:41.852" v="526" actId="700"/>
          <ac:spMkLst>
            <pc:docMk/>
            <pc:sldMk cId="96433071" sldId="309"/>
            <ac:spMk id="5" creationId="{02A975EE-4425-3CDB-CA95-7E4CA5CAB9BB}"/>
          </ac:spMkLst>
        </pc:spChg>
        <pc:spChg chg="add del mod">
          <ac:chgData name="Arvind Kumar Mehta [MU - Jaipur]" userId="05c91892-566a-4226-a371-aa1d586f0be7" providerId="ADAL" clId="{B053A5CE-0A90-414C-9281-C211CC0B95EF}" dt="2025-09-18T09:11:49.104" v="532" actId="478"/>
          <ac:spMkLst>
            <pc:docMk/>
            <pc:sldMk cId="96433071" sldId="309"/>
            <ac:spMk id="7" creationId="{830B4E90-5442-24E5-BAD0-3350FE92C09A}"/>
          </ac:spMkLst>
        </pc:spChg>
        <pc:picChg chg="add">
          <ac:chgData name="Arvind Kumar Mehta [MU - Jaipur]" userId="05c91892-566a-4226-a371-aa1d586f0be7" providerId="ADAL" clId="{B053A5CE-0A90-414C-9281-C211CC0B95EF}" dt="2025-09-18T09:12:02.092" v="533" actId="22"/>
          <ac:picMkLst>
            <pc:docMk/>
            <pc:sldMk cId="96433071" sldId="309"/>
            <ac:picMk id="9" creationId="{FAF56FC0-FBC6-9BE8-117D-C6246D8AC7BE}"/>
          </ac:picMkLst>
        </pc:picChg>
      </pc:sldChg>
      <pc:sldChg chg="addSp modSp new mod">
        <pc:chgData name="Arvind Kumar Mehta [MU - Jaipur]" userId="05c91892-566a-4226-a371-aa1d586f0be7" providerId="ADAL" clId="{B053A5CE-0A90-414C-9281-C211CC0B95EF}" dt="2025-09-18T10:54:49.957" v="839" actId="123"/>
        <pc:sldMkLst>
          <pc:docMk/>
          <pc:sldMk cId="592754720" sldId="310"/>
        </pc:sldMkLst>
        <pc:spChg chg="add mod">
          <ac:chgData name="Arvind Kumar Mehta [MU - Jaipur]" userId="05c91892-566a-4226-a371-aa1d586f0be7" providerId="ADAL" clId="{B053A5CE-0A90-414C-9281-C211CC0B95EF}" dt="2025-09-18T10:54:49.957" v="839" actId="123"/>
          <ac:spMkLst>
            <pc:docMk/>
            <pc:sldMk cId="592754720" sldId="310"/>
            <ac:spMk id="5" creationId="{0853AF7E-D4D6-8F89-7EBA-3623E113EA10}"/>
          </ac:spMkLst>
        </pc:spChg>
      </pc:sldChg>
      <pc:sldChg chg="del">
        <pc:chgData name="Arvind Kumar Mehta [MU - Jaipur]" userId="05c91892-566a-4226-a371-aa1d586f0be7" providerId="ADAL" clId="{B053A5CE-0A90-414C-9281-C211CC0B95EF}" dt="2025-09-02T09:59:18.251" v="1" actId="47"/>
        <pc:sldMkLst>
          <pc:docMk/>
          <pc:sldMk cId="2046738340" sldId="311"/>
        </pc:sldMkLst>
      </pc:sldChg>
      <pc:sldChg chg="addSp modSp new mod">
        <pc:chgData name="Arvind Kumar Mehta [MU - Jaipur]" userId="05c91892-566a-4226-a371-aa1d586f0be7" providerId="ADAL" clId="{B053A5CE-0A90-414C-9281-C211CC0B95EF}" dt="2025-09-18T09:16:58.400" v="561" actId="20577"/>
        <pc:sldMkLst>
          <pc:docMk/>
          <pc:sldMk cId="4276459101" sldId="311"/>
        </pc:sldMkLst>
        <pc:spChg chg="add mod">
          <ac:chgData name="Arvind Kumar Mehta [MU - Jaipur]" userId="05c91892-566a-4226-a371-aa1d586f0be7" providerId="ADAL" clId="{B053A5CE-0A90-414C-9281-C211CC0B95EF}" dt="2025-09-18T09:16:58.400" v="561" actId="20577"/>
          <ac:spMkLst>
            <pc:docMk/>
            <pc:sldMk cId="4276459101" sldId="311"/>
            <ac:spMk id="7" creationId="{D35CF426-8C79-75BB-7777-2FF33DE2C73B}"/>
          </ac:spMkLst>
        </pc:spChg>
        <pc:picChg chg="add mod">
          <ac:chgData name="Arvind Kumar Mehta [MU - Jaipur]" userId="05c91892-566a-4226-a371-aa1d586f0be7" providerId="ADAL" clId="{B053A5CE-0A90-414C-9281-C211CC0B95EF}" dt="2025-09-18T09:16:35.290" v="553" actId="1076"/>
          <ac:picMkLst>
            <pc:docMk/>
            <pc:sldMk cId="4276459101" sldId="311"/>
            <ac:picMk id="5" creationId="{1CF55838-A7D7-1458-087A-AE64FCC59EC4}"/>
          </ac:picMkLst>
        </pc:picChg>
      </pc:sldChg>
      <pc:sldChg chg="addSp modSp new mod">
        <pc:chgData name="Arvind Kumar Mehta [MU - Jaipur]" userId="05c91892-566a-4226-a371-aa1d586f0be7" providerId="ADAL" clId="{B053A5CE-0A90-414C-9281-C211CC0B95EF}" dt="2025-09-18T09:21:59.949" v="621" actId="21"/>
        <pc:sldMkLst>
          <pc:docMk/>
          <pc:sldMk cId="983099599" sldId="312"/>
        </pc:sldMkLst>
        <pc:spChg chg="add mod">
          <ac:chgData name="Arvind Kumar Mehta [MU - Jaipur]" userId="05c91892-566a-4226-a371-aa1d586f0be7" providerId="ADAL" clId="{B053A5CE-0A90-414C-9281-C211CC0B95EF}" dt="2025-09-18T09:21:59.949" v="621" actId="21"/>
          <ac:spMkLst>
            <pc:docMk/>
            <pc:sldMk cId="983099599" sldId="312"/>
            <ac:spMk id="5" creationId="{0509F9FB-97F0-A444-0CD1-FBCB0A949F30}"/>
          </ac:spMkLst>
        </pc:spChg>
        <pc:spChg chg="add mod">
          <ac:chgData name="Arvind Kumar Mehta [MU - Jaipur]" userId="05c91892-566a-4226-a371-aa1d586f0be7" providerId="ADAL" clId="{B053A5CE-0A90-414C-9281-C211CC0B95EF}" dt="2025-09-18T09:19:25.375" v="588" actId="1076"/>
          <ac:spMkLst>
            <pc:docMk/>
            <pc:sldMk cId="983099599" sldId="312"/>
            <ac:spMk id="7" creationId="{B670E067-6DC1-A2B5-6C1E-4F236D332C4B}"/>
          </ac:spMkLst>
        </pc:spChg>
      </pc:sldChg>
      <pc:sldChg chg="del">
        <pc:chgData name="Arvind Kumar Mehta [MU - Jaipur]" userId="05c91892-566a-4226-a371-aa1d586f0be7" providerId="ADAL" clId="{B053A5CE-0A90-414C-9281-C211CC0B95EF}" dt="2025-09-02T09:59:20.778" v="2" actId="47"/>
        <pc:sldMkLst>
          <pc:docMk/>
          <pc:sldMk cId="2319850223" sldId="312"/>
        </pc:sldMkLst>
      </pc:sldChg>
      <pc:sldChg chg="del">
        <pc:chgData name="Arvind Kumar Mehta [MU - Jaipur]" userId="05c91892-566a-4226-a371-aa1d586f0be7" providerId="ADAL" clId="{B053A5CE-0A90-414C-9281-C211CC0B95EF}" dt="2025-09-02T09:59:24.361" v="3" actId="47"/>
        <pc:sldMkLst>
          <pc:docMk/>
          <pc:sldMk cId="192079766" sldId="313"/>
        </pc:sldMkLst>
      </pc:sldChg>
      <pc:sldChg chg="addSp delSp modSp new mod">
        <pc:chgData name="Arvind Kumar Mehta [MU - Jaipur]" userId="05c91892-566a-4226-a371-aa1d586f0be7" providerId="ADAL" clId="{B053A5CE-0A90-414C-9281-C211CC0B95EF}" dt="2025-09-18T09:24:13.930" v="643" actId="207"/>
        <pc:sldMkLst>
          <pc:docMk/>
          <pc:sldMk cId="2315086327" sldId="313"/>
        </pc:sldMkLst>
        <pc:spChg chg="add del mod">
          <ac:chgData name="Arvind Kumar Mehta [MU - Jaipur]" userId="05c91892-566a-4226-a371-aa1d586f0be7" providerId="ADAL" clId="{B053A5CE-0A90-414C-9281-C211CC0B95EF}" dt="2025-09-18T09:23:59.823" v="636" actId="478"/>
          <ac:spMkLst>
            <pc:docMk/>
            <pc:sldMk cId="2315086327" sldId="313"/>
            <ac:spMk id="5" creationId="{A96240BE-039F-AEE7-0571-CFA7FB1C2BD2}"/>
          </ac:spMkLst>
        </pc:spChg>
        <pc:spChg chg="add mod">
          <ac:chgData name="Arvind Kumar Mehta [MU - Jaipur]" userId="05c91892-566a-4226-a371-aa1d586f0be7" providerId="ADAL" clId="{B053A5CE-0A90-414C-9281-C211CC0B95EF}" dt="2025-09-18T09:24:13.930" v="643" actId="207"/>
          <ac:spMkLst>
            <pc:docMk/>
            <pc:sldMk cId="2315086327" sldId="313"/>
            <ac:spMk id="7" creationId="{DA21A901-493A-53F9-AFAB-763FC627BD45}"/>
          </ac:spMkLst>
        </pc:spChg>
      </pc:sldChg>
      <pc:sldChg chg="addSp modSp new mod">
        <pc:chgData name="Arvind Kumar Mehta [MU - Jaipur]" userId="05c91892-566a-4226-a371-aa1d586f0be7" providerId="ADAL" clId="{B053A5CE-0A90-414C-9281-C211CC0B95EF}" dt="2025-09-18T09:27:47.257" v="685" actId="207"/>
        <pc:sldMkLst>
          <pc:docMk/>
          <pc:sldMk cId="397698764" sldId="314"/>
        </pc:sldMkLst>
        <pc:spChg chg="add mod">
          <ac:chgData name="Arvind Kumar Mehta [MU - Jaipur]" userId="05c91892-566a-4226-a371-aa1d586f0be7" providerId="ADAL" clId="{B053A5CE-0A90-414C-9281-C211CC0B95EF}" dt="2025-09-18T09:27:47.257" v="685" actId="207"/>
          <ac:spMkLst>
            <pc:docMk/>
            <pc:sldMk cId="397698764" sldId="314"/>
            <ac:spMk id="5" creationId="{B2141BDC-F5D9-83D7-1871-0D30441B71BC}"/>
          </ac:spMkLst>
        </pc:spChg>
      </pc:sldChg>
      <pc:sldChg chg="del">
        <pc:chgData name="Arvind Kumar Mehta [MU - Jaipur]" userId="05c91892-566a-4226-a371-aa1d586f0be7" providerId="ADAL" clId="{B053A5CE-0A90-414C-9281-C211CC0B95EF}" dt="2025-09-18T09:01:45.749" v="477" actId="47"/>
        <pc:sldMkLst>
          <pc:docMk/>
          <pc:sldMk cId="1143593055" sldId="314"/>
        </pc:sldMkLst>
      </pc:sldChg>
      <pc:sldChg chg="addSp modSp new mod">
        <pc:chgData name="Arvind Kumar Mehta [MU - Jaipur]" userId="05c91892-566a-4226-a371-aa1d586f0be7" providerId="ADAL" clId="{B053A5CE-0A90-414C-9281-C211CC0B95EF}" dt="2025-09-18T09:31:15.999" v="714" actId="403"/>
        <pc:sldMkLst>
          <pc:docMk/>
          <pc:sldMk cId="2207448639" sldId="315"/>
        </pc:sldMkLst>
        <pc:spChg chg="add mod">
          <ac:chgData name="Arvind Kumar Mehta [MU - Jaipur]" userId="05c91892-566a-4226-a371-aa1d586f0be7" providerId="ADAL" clId="{B053A5CE-0A90-414C-9281-C211CC0B95EF}" dt="2025-09-18T09:31:15.999" v="714" actId="403"/>
          <ac:spMkLst>
            <pc:docMk/>
            <pc:sldMk cId="2207448639" sldId="315"/>
            <ac:spMk id="5" creationId="{BBBFE509-BE16-D48B-22CF-A6AF3B0D72B1}"/>
          </ac:spMkLst>
        </pc:spChg>
        <pc:picChg chg="add mod">
          <ac:chgData name="Arvind Kumar Mehta [MU - Jaipur]" userId="05c91892-566a-4226-a371-aa1d586f0be7" providerId="ADAL" clId="{B053A5CE-0A90-414C-9281-C211CC0B95EF}" dt="2025-09-18T09:31:08.864" v="711" actId="1076"/>
          <ac:picMkLst>
            <pc:docMk/>
            <pc:sldMk cId="2207448639" sldId="315"/>
            <ac:picMk id="7" creationId="{971B28EE-D0DE-EB5A-DF9C-66578E389AEB}"/>
          </ac:picMkLst>
        </pc:picChg>
      </pc:sldChg>
      <pc:sldChg chg="del">
        <pc:chgData name="Arvind Kumar Mehta [MU - Jaipur]" userId="05c91892-566a-4226-a371-aa1d586f0be7" providerId="ADAL" clId="{B053A5CE-0A90-414C-9281-C211CC0B95EF}" dt="2025-09-02T09:59:36.162" v="4" actId="47"/>
        <pc:sldMkLst>
          <pc:docMk/>
          <pc:sldMk cId="2529966270" sldId="315"/>
        </pc:sldMkLst>
      </pc:sldChg>
      <pc:sldChg chg="addSp modSp new mod ord">
        <pc:chgData name="Arvind Kumar Mehta [MU - Jaipur]" userId="05c91892-566a-4226-a371-aa1d586f0be7" providerId="ADAL" clId="{B053A5CE-0A90-414C-9281-C211CC0B95EF}" dt="2025-09-18T10:30:30.411" v="806" actId="113"/>
        <pc:sldMkLst>
          <pc:docMk/>
          <pc:sldMk cId="1751858633" sldId="316"/>
        </pc:sldMkLst>
        <pc:spChg chg="mod">
          <ac:chgData name="Arvind Kumar Mehta [MU - Jaipur]" userId="05c91892-566a-4226-a371-aa1d586f0be7" providerId="ADAL" clId="{B053A5CE-0A90-414C-9281-C211CC0B95EF}" dt="2025-09-18T09:29:18.218" v="693" actId="403"/>
          <ac:spMkLst>
            <pc:docMk/>
            <pc:sldMk cId="1751858633" sldId="316"/>
            <ac:spMk id="2" creationId="{38E99A9C-B531-3B3C-BE72-3E3A1B649B67}"/>
          </ac:spMkLst>
        </pc:spChg>
        <pc:spChg chg="mod">
          <ac:chgData name="Arvind Kumar Mehta [MU - Jaipur]" userId="05c91892-566a-4226-a371-aa1d586f0be7" providerId="ADAL" clId="{B053A5CE-0A90-414C-9281-C211CC0B95EF}" dt="2025-09-18T09:29:18.218" v="693" actId="403"/>
          <ac:spMkLst>
            <pc:docMk/>
            <pc:sldMk cId="1751858633" sldId="316"/>
            <ac:spMk id="3" creationId="{40F87FA7-0BE7-DBF2-AFC4-B483B1A8B624}"/>
          </ac:spMkLst>
        </pc:spChg>
        <pc:spChg chg="add mod">
          <ac:chgData name="Arvind Kumar Mehta [MU - Jaipur]" userId="05c91892-566a-4226-a371-aa1d586f0be7" providerId="ADAL" clId="{B053A5CE-0A90-414C-9281-C211CC0B95EF}" dt="2025-09-18T10:30:30.411" v="806" actId="113"/>
          <ac:spMkLst>
            <pc:docMk/>
            <pc:sldMk cId="1751858633" sldId="316"/>
            <ac:spMk id="5" creationId="{32279C11-38A1-EB2E-F3CA-7831253ED1AF}"/>
          </ac:spMkLst>
        </pc:spChg>
      </pc:sldChg>
      <pc:sldChg chg="del">
        <pc:chgData name="Arvind Kumar Mehta [MU - Jaipur]" userId="05c91892-566a-4226-a371-aa1d586f0be7" providerId="ADAL" clId="{B053A5CE-0A90-414C-9281-C211CC0B95EF}" dt="2025-09-02T09:59:39.205" v="5" actId="47"/>
        <pc:sldMkLst>
          <pc:docMk/>
          <pc:sldMk cId="3031133928" sldId="316"/>
        </pc:sldMkLst>
      </pc:sldChg>
      <pc:sldChg chg="del">
        <pc:chgData name="Arvind Kumar Mehta [MU - Jaipur]" userId="05c91892-566a-4226-a371-aa1d586f0be7" providerId="ADAL" clId="{B053A5CE-0A90-414C-9281-C211CC0B95EF}" dt="2025-09-02T09:59:42.088" v="6" actId="47"/>
        <pc:sldMkLst>
          <pc:docMk/>
          <pc:sldMk cId="796632334" sldId="317"/>
        </pc:sldMkLst>
      </pc:sldChg>
      <pc:sldChg chg="addSp modSp new mod">
        <pc:chgData name="Arvind Kumar Mehta [MU - Jaipur]" userId="05c91892-566a-4226-a371-aa1d586f0be7" providerId="ADAL" clId="{B053A5CE-0A90-414C-9281-C211CC0B95EF}" dt="2025-09-18T09:56:57.546" v="800" actId="403"/>
        <pc:sldMkLst>
          <pc:docMk/>
          <pc:sldMk cId="1312468425" sldId="317"/>
        </pc:sldMkLst>
        <pc:spChg chg="add mod">
          <ac:chgData name="Arvind Kumar Mehta [MU - Jaipur]" userId="05c91892-566a-4226-a371-aa1d586f0be7" providerId="ADAL" clId="{B053A5CE-0A90-414C-9281-C211CC0B95EF}" dt="2025-09-18T09:56:57.546" v="800" actId="403"/>
          <ac:spMkLst>
            <pc:docMk/>
            <pc:sldMk cId="1312468425" sldId="317"/>
            <ac:spMk id="5" creationId="{0B7677F4-CD15-FBB9-966F-7BE3DD3BFDFF}"/>
          </ac:spMkLst>
        </pc:spChg>
      </pc:sldChg>
      <pc:sldChg chg="addSp new mod">
        <pc:chgData name="Arvind Kumar Mehta [MU - Jaipur]" userId="05c91892-566a-4226-a371-aa1d586f0be7" providerId="ADAL" clId="{B053A5CE-0A90-414C-9281-C211CC0B95EF}" dt="2025-09-18T09:40:21.807" v="765" actId="22"/>
        <pc:sldMkLst>
          <pc:docMk/>
          <pc:sldMk cId="2602182826" sldId="318"/>
        </pc:sldMkLst>
        <pc:picChg chg="add">
          <ac:chgData name="Arvind Kumar Mehta [MU - Jaipur]" userId="05c91892-566a-4226-a371-aa1d586f0be7" providerId="ADAL" clId="{B053A5CE-0A90-414C-9281-C211CC0B95EF}" dt="2025-09-18T09:40:21.807" v="765" actId="22"/>
          <ac:picMkLst>
            <pc:docMk/>
            <pc:sldMk cId="2602182826" sldId="318"/>
            <ac:picMk id="5" creationId="{4EFB62C3-4444-6154-0CA1-9EE2A8BACEE6}"/>
          </ac:picMkLst>
        </pc:picChg>
      </pc:sldChg>
      <pc:sldChg chg="addSp delSp modSp del mod">
        <pc:chgData name="Arvind Kumar Mehta [MU - Jaipur]" userId="05c91892-566a-4226-a371-aa1d586f0be7" providerId="ADAL" clId="{B053A5CE-0A90-414C-9281-C211CC0B95EF}" dt="2025-09-18T09:01:45.872" v="480" actId="47"/>
        <pc:sldMkLst>
          <pc:docMk/>
          <pc:sldMk cId="3434609221" sldId="318"/>
        </pc:sldMkLst>
      </pc:sldChg>
      <pc:sldChg chg="addSp delSp modSp del mod delAnim modAnim">
        <pc:chgData name="Arvind Kumar Mehta [MU - Jaipur]" userId="05c91892-566a-4226-a371-aa1d586f0be7" providerId="ADAL" clId="{B053A5CE-0A90-414C-9281-C211CC0B95EF}" dt="2025-09-02T10:14:20.878" v="309" actId="47"/>
        <pc:sldMkLst>
          <pc:docMk/>
          <pc:sldMk cId="2577839129" sldId="319"/>
        </pc:sldMkLst>
      </pc:sldChg>
      <pc:sldChg chg="addSp modSp new mod">
        <pc:chgData name="Arvind Kumar Mehta [MU - Jaipur]" userId="05c91892-566a-4226-a371-aa1d586f0be7" providerId="ADAL" clId="{B053A5CE-0A90-414C-9281-C211CC0B95EF}" dt="2025-09-18T09:43:36.715" v="793" actId="20577"/>
        <pc:sldMkLst>
          <pc:docMk/>
          <pc:sldMk cId="4098957958" sldId="319"/>
        </pc:sldMkLst>
        <pc:spChg chg="add mod">
          <ac:chgData name="Arvind Kumar Mehta [MU - Jaipur]" userId="05c91892-566a-4226-a371-aa1d586f0be7" providerId="ADAL" clId="{B053A5CE-0A90-414C-9281-C211CC0B95EF}" dt="2025-09-18T09:43:36.715" v="793" actId="20577"/>
          <ac:spMkLst>
            <pc:docMk/>
            <pc:sldMk cId="4098957958" sldId="319"/>
            <ac:spMk id="5" creationId="{02E82CDD-FE3F-91A7-B0FC-C3C1DFE5116F}"/>
          </ac:spMkLst>
        </pc:spChg>
      </pc:sldChg>
      <pc:sldChg chg="addSp new mod">
        <pc:chgData name="Arvind Kumar Mehta [MU - Jaipur]" userId="05c91892-566a-4226-a371-aa1d586f0be7" providerId="ADAL" clId="{B053A5CE-0A90-414C-9281-C211CC0B95EF}" dt="2025-09-18T09:50:25.256" v="795" actId="22"/>
        <pc:sldMkLst>
          <pc:docMk/>
          <pc:sldMk cId="786411972" sldId="320"/>
        </pc:sldMkLst>
        <pc:picChg chg="add">
          <ac:chgData name="Arvind Kumar Mehta [MU - Jaipur]" userId="05c91892-566a-4226-a371-aa1d586f0be7" providerId="ADAL" clId="{B053A5CE-0A90-414C-9281-C211CC0B95EF}" dt="2025-09-18T09:50:25.256" v="795" actId="22"/>
          <ac:picMkLst>
            <pc:docMk/>
            <pc:sldMk cId="786411972" sldId="320"/>
            <ac:picMk id="5" creationId="{0F5DA19F-3B71-BF21-398E-7143386DCFBC}"/>
          </ac:picMkLst>
        </pc:picChg>
      </pc:sldChg>
      <pc:sldChg chg="addSp delSp modSp add del mod delAnim">
        <pc:chgData name="Arvind Kumar Mehta [MU - Jaipur]" userId="05c91892-566a-4226-a371-aa1d586f0be7" providerId="ADAL" clId="{B053A5CE-0A90-414C-9281-C211CC0B95EF}" dt="2025-09-18T09:01:45.893" v="481" actId="47"/>
        <pc:sldMkLst>
          <pc:docMk/>
          <pc:sldMk cId="4150820478" sldId="320"/>
        </pc:sldMkLst>
      </pc:sldChg>
      <pc:sldChg chg="addSp new mod">
        <pc:chgData name="Arvind Kumar Mehta [MU - Jaipur]" userId="05c91892-566a-4226-a371-aa1d586f0be7" providerId="ADAL" clId="{B053A5CE-0A90-414C-9281-C211CC0B95EF}" dt="2025-09-18T09:51:01.288" v="797" actId="22"/>
        <pc:sldMkLst>
          <pc:docMk/>
          <pc:sldMk cId="21251370" sldId="321"/>
        </pc:sldMkLst>
        <pc:picChg chg="add">
          <ac:chgData name="Arvind Kumar Mehta [MU - Jaipur]" userId="05c91892-566a-4226-a371-aa1d586f0be7" providerId="ADAL" clId="{B053A5CE-0A90-414C-9281-C211CC0B95EF}" dt="2025-09-18T09:51:01.288" v="797" actId="22"/>
          <ac:picMkLst>
            <pc:docMk/>
            <pc:sldMk cId="21251370" sldId="321"/>
            <ac:picMk id="5" creationId="{FE3EDA2C-CD5C-196D-C2EB-C23FD4F59A1D}"/>
          </ac:picMkLst>
        </pc:picChg>
      </pc:sldChg>
      <pc:sldChg chg="modSp del">
        <pc:chgData name="Arvind Kumar Mehta [MU - Jaipur]" userId="05c91892-566a-4226-a371-aa1d586f0be7" providerId="ADAL" clId="{B053A5CE-0A90-414C-9281-C211CC0B95EF}" dt="2025-09-18T09:01:45.924" v="482" actId="47"/>
        <pc:sldMkLst>
          <pc:docMk/>
          <pc:sldMk cId="205557640" sldId="321"/>
        </pc:sldMkLst>
      </pc:sldChg>
      <pc:sldChg chg="addSp delSp modSp del mod">
        <pc:chgData name="Arvind Kumar Mehta [MU - Jaipur]" userId="05c91892-566a-4226-a371-aa1d586f0be7" providerId="ADAL" clId="{B053A5CE-0A90-414C-9281-C211CC0B95EF}" dt="2025-09-18T09:01:45.796" v="478" actId="47"/>
        <pc:sldMkLst>
          <pc:docMk/>
          <pc:sldMk cId="24939701" sldId="358"/>
        </pc:sldMkLst>
      </pc:sldChg>
      <pc:sldChg chg="modSp del mod">
        <pc:chgData name="Arvind Kumar Mehta [MU - Jaipur]" userId="05c91892-566a-4226-a371-aa1d586f0be7" providerId="ADAL" clId="{B053A5CE-0A90-414C-9281-C211CC0B95EF}" dt="2025-09-18T09:01:45.827" v="479" actId="47"/>
        <pc:sldMkLst>
          <pc:docMk/>
          <pc:sldMk cId="1189190445" sldId="359"/>
        </pc:sldMkLst>
      </pc:sldChg>
      <pc:sldChg chg="del">
        <pc:chgData name="Arvind Kumar Mehta [MU - Jaipur]" userId="05c91892-566a-4226-a371-aa1d586f0be7" providerId="ADAL" clId="{B053A5CE-0A90-414C-9281-C211CC0B95EF}" dt="2025-09-02T10:01:40.049" v="49" actId="47"/>
        <pc:sldMkLst>
          <pc:docMk/>
          <pc:sldMk cId="3108161345" sldId="360"/>
        </pc:sldMkLst>
      </pc:sldChg>
      <pc:sldChg chg="del">
        <pc:chgData name="Arvind Kumar Mehta [MU - Jaipur]" userId="05c91892-566a-4226-a371-aa1d586f0be7" providerId="ADAL" clId="{B053A5CE-0A90-414C-9281-C211CC0B95EF}" dt="2025-09-02T10:01:43.970" v="50" actId="47"/>
        <pc:sldMkLst>
          <pc:docMk/>
          <pc:sldMk cId="503878474" sldId="361"/>
        </pc:sldMkLst>
      </pc:sldChg>
      <pc:sldChg chg="del">
        <pc:chgData name="Arvind Kumar Mehta [MU - Jaipur]" userId="05c91892-566a-4226-a371-aa1d586f0be7" providerId="ADAL" clId="{B053A5CE-0A90-414C-9281-C211CC0B95EF}" dt="2025-09-02T10:01:47.144" v="51" actId="47"/>
        <pc:sldMkLst>
          <pc:docMk/>
          <pc:sldMk cId="2617088619" sldId="362"/>
        </pc:sldMkLst>
      </pc:sldChg>
      <pc:sldChg chg="del">
        <pc:chgData name="Arvind Kumar Mehta [MU - Jaipur]" userId="05c91892-566a-4226-a371-aa1d586f0be7" providerId="ADAL" clId="{B053A5CE-0A90-414C-9281-C211CC0B95EF}" dt="2025-09-02T10:01:54.637" v="52" actId="47"/>
        <pc:sldMkLst>
          <pc:docMk/>
          <pc:sldMk cId="3036209520" sldId="363"/>
        </pc:sldMkLst>
      </pc:sldChg>
      <pc:sldChg chg="del ord">
        <pc:chgData name="Arvind Kumar Mehta [MU - Jaipur]" userId="05c91892-566a-4226-a371-aa1d586f0be7" providerId="ADAL" clId="{B053A5CE-0A90-414C-9281-C211CC0B95EF}" dt="2025-09-02T10:02:14.321" v="55" actId="47"/>
        <pc:sldMkLst>
          <pc:docMk/>
          <pc:sldMk cId="148035015" sldId="367"/>
        </pc:sldMkLst>
      </pc:sldChg>
      <pc:sldChg chg="modSp del mod">
        <pc:chgData name="Arvind Kumar Mehta [MU - Jaipur]" userId="05c91892-566a-4226-a371-aa1d586f0be7" providerId="ADAL" clId="{B053A5CE-0A90-414C-9281-C211CC0B95EF}" dt="2025-09-18T09:01:45.310" v="476" actId="47"/>
        <pc:sldMkLst>
          <pc:docMk/>
          <pc:sldMk cId="1107600666" sldId="368"/>
        </pc:sldMkLst>
      </pc:sldChg>
      <pc:sldChg chg="del">
        <pc:chgData name="Arvind Kumar Mehta [MU - Jaipur]" userId="05c91892-566a-4226-a371-aa1d586f0be7" providerId="ADAL" clId="{B053A5CE-0A90-414C-9281-C211CC0B95EF}" dt="2025-09-02T09:59:11.294" v="0" actId="47"/>
        <pc:sldMkLst>
          <pc:docMk/>
          <pc:sldMk cId="1250099007" sldId="369"/>
        </pc:sldMkLst>
      </pc:sldChg>
      <pc:sldChg chg="delSp modSp new del mod modClrScheme chgLayout">
        <pc:chgData name="Arvind Kumar Mehta [MU - Jaipur]" userId="05c91892-566a-4226-a371-aa1d586f0be7" providerId="ADAL" clId="{B053A5CE-0A90-414C-9281-C211CC0B95EF}" dt="2025-09-18T09:01:45.955" v="483" actId="47"/>
        <pc:sldMkLst>
          <pc:docMk/>
          <pc:sldMk cId="3121743165" sldId="3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C94F63-EACE-44D4-906D-A341EB46228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174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A531-6B05-4E29-A076-286E4BFF5D19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2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2AC9-BBBF-4F41-B782-98E53920ED8E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E22-53BA-4991-8881-0249A5195271}" type="datetime1">
              <a:rPr lang="en-US" smtClean="0"/>
              <a:t>9/18/2025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1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EF3F-D11F-4760-BD8F-2AFD2FEC523A}" type="datetime1">
              <a:rPr lang="en-US" smtClean="0"/>
              <a:t>9/18/2025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DB7C-9D3D-4090-BB7B-E9E11131932A}" type="datetime1">
              <a:rPr lang="en-US" smtClean="0"/>
              <a:t>9/18/2025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EE203-33E8-4D2C-9F23-AD91F4AE60D5}" type="datetime1">
              <a:rPr lang="en-US" smtClean="0"/>
              <a:t>9/18/2025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6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B910-2086-4764-92B4-4785AFCAFF03}" type="datetime1">
              <a:rPr lang="en-US" smtClean="0"/>
              <a:t>9/18/2025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3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F31F-FE0C-4C35-A350-C14124AE2070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6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0CF7-CF28-4272-9AA0-1081ED956651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1C9E-CAB4-4FB8-9861-F2078AC750E3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1001                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6045" y="302525"/>
            <a:ext cx="5810250" cy="857250"/>
          </a:xfrm>
        </p:spPr>
        <p:txBody>
          <a:bodyPr>
            <a:normAutofit/>
          </a:bodyPr>
          <a:lstStyle/>
          <a:p>
            <a:r>
              <a:rPr lang="en-IN" dirty="0"/>
              <a:t>Scope and Life time</a:t>
            </a:r>
            <a:endParaRPr lang="en-US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1722B-649C-05F1-9CD9-630DC17F5121}"/>
              </a:ext>
            </a:extLst>
          </p:cNvPr>
          <p:cNvSpPr txBox="1"/>
          <p:nvPr/>
        </p:nvSpPr>
        <p:spPr>
          <a:xfrm>
            <a:off x="541282" y="2088959"/>
            <a:ext cx="81297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 Scope</a:t>
            </a:r>
          </a:p>
          <a:p>
            <a:r>
              <a:rPr lang="en-IN" sz="2400" b="1" dirty="0"/>
              <a:t>Meaning:</a:t>
            </a:r>
            <a:r>
              <a:rPr lang="en-IN" sz="2400" dirty="0"/>
              <a:t> Region where a variable can be access. (i.e., where its name is valid).</a:t>
            </a:r>
          </a:p>
          <a:p>
            <a:r>
              <a:rPr lang="en-IN" sz="2400" b="1" dirty="0"/>
              <a:t>Types in C:</a:t>
            </a:r>
            <a:endParaRPr lang="en-IN" sz="2400" dirty="0"/>
          </a:p>
          <a:p>
            <a:pPr lvl="1"/>
            <a:r>
              <a:rPr lang="en-IN" sz="2400" b="1" dirty="0"/>
              <a:t>Block scope:</a:t>
            </a:r>
            <a:r>
              <a:rPr lang="en-IN" sz="2400" dirty="0"/>
              <a:t> Inside { } (local variables).</a:t>
            </a:r>
          </a:p>
          <a:p>
            <a:pPr lvl="1"/>
            <a:r>
              <a:rPr lang="en-IN" sz="2400" b="1" dirty="0"/>
              <a:t>Function scope:</a:t>
            </a:r>
            <a:r>
              <a:rPr lang="en-IN" sz="2400" dirty="0"/>
              <a:t> Labels inside a function.</a:t>
            </a:r>
          </a:p>
          <a:p>
            <a:pPr lvl="1"/>
            <a:r>
              <a:rPr lang="en-IN" sz="2400" b="1" dirty="0"/>
              <a:t>File scope:</a:t>
            </a:r>
            <a:r>
              <a:rPr lang="en-IN" sz="2400" dirty="0"/>
              <a:t> Declared outside all functions (global).</a:t>
            </a:r>
          </a:p>
          <a:p>
            <a:pPr lvl="1"/>
            <a:r>
              <a:rPr lang="en-IN" sz="2400" b="1" dirty="0"/>
              <a:t>Function prototype scope:</a:t>
            </a:r>
            <a:r>
              <a:rPr lang="en-IN" sz="2400" dirty="0"/>
              <a:t> Parameters declared inside function prototypes.</a:t>
            </a:r>
          </a:p>
        </p:txBody>
      </p:sp>
    </p:spTree>
    <p:extLst>
      <p:ext uri="{BB962C8B-B14F-4D97-AF65-F5344CB8AC3E}">
        <p14:creationId xmlns:p14="http://schemas.microsoft.com/office/powerpoint/2010/main" val="122680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3FD81-E893-ABA3-FB9F-5DCFB498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9/18/2025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975EE-4425-3CDB-CA95-7E4CA5CA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F56FC0-FBC6-9BE8-117D-C6246D8A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1743075"/>
            <a:ext cx="65246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65576-B429-D519-63E2-ADCA040F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E5E4C7-DAA1-5D61-87D9-A1646867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3AF7E-D4D6-8F89-7EBA-3623E113EA10}"/>
              </a:ext>
            </a:extLst>
          </p:cNvPr>
          <p:cNvSpPr txBox="1"/>
          <p:nvPr/>
        </p:nvSpPr>
        <p:spPr>
          <a:xfrm>
            <a:off x="472966" y="315310"/>
            <a:ext cx="804238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solidFill>
                  <a:srgbClr val="FF0000"/>
                </a:solidFill>
              </a:rPr>
              <a:t>Lifetime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Meaning:</a:t>
            </a:r>
            <a:r>
              <a:rPr lang="en-IN" sz="2800" dirty="0"/>
              <a:t> How long a variable exists in memory during execution.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/>
              <a:t>Local variables</a:t>
            </a:r>
            <a:r>
              <a:rPr lang="en-IN" sz="2800" b="1" dirty="0"/>
              <a:t>:</a:t>
            </a:r>
            <a:r>
              <a:rPr lang="en-IN" sz="2800" dirty="0"/>
              <a:t> auto int I;</a:t>
            </a:r>
            <a:br>
              <a:rPr lang="en-IN" sz="2800" dirty="0"/>
            </a:br>
            <a:r>
              <a:rPr lang="en-IN" sz="2800" dirty="0"/>
              <a:t>Exist only while the block/function is active (destroyed when function exits).</a:t>
            </a:r>
          </a:p>
          <a:p>
            <a:pPr algn="just"/>
            <a:endParaRPr lang="en-IN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Static variables:</a:t>
            </a:r>
            <a:r>
              <a:rPr lang="en-IN" sz="2800" dirty="0"/>
              <a:t> Exist for the entire program run, retain value between function calls.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Dynamic variables:</a:t>
            </a:r>
            <a:r>
              <a:rPr lang="en-IN" sz="2800" dirty="0"/>
              <a:t> Exist until explicitly freed (</a:t>
            </a:r>
            <a:r>
              <a:rPr lang="en-IN" sz="2800" dirty="0">
                <a:latin typeface="Courier New" panose="02070309020205020404" pitchFamily="49" charset="0"/>
              </a:rPr>
              <a:t>malloc</a:t>
            </a:r>
            <a:r>
              <a:rPr lang="en-IN" sz="2800" dirty="0"/>
              <a:t>/</a:t>
            </a:r>
            <a:r>
              <a:rPr lang="en-IN" sz="2800" dirty="0">
                <a:latin typeface="Courier New" panose="02070309020205020404" pitchFamily="49" charset="0"/>
              </a:rPr>
              <a:t>free</a:t>
            </a:r>
            <a:r>
              <a:rPr lang="en-IN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9275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3D383-59D9-FFF6-74FD-40694CF4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0BD3C-A5AD-5480-42E7-541830BE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55838-A7D7-1458-087A-AE64FCC5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648"/>
            <a:ext cx="9144000" cy="3437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5CF426-8C79-75BB-7777-2FF33DE2C73B}"/>
              </a:ext>
            </a:extLst>
          </p:cNvPr>
          <p:cNvSpPr txBox="1"/>
          <p:nvPr/>
        </p:nvSpPr>
        <p:spPr>
          <a:xfrm>
            <a:off x="467710" y="3887414"/>
            <a:ext cx="80476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fun() {</a:t>
            </a:r>
          </a:p>
          <a:p>
            <a:r>
              <a:rPr lang="en-IN" dirty="0"/>
              <a:t>    int a = 0;       // lifetime = function call only</a:t>
            </a:r>
          </a:p>
          <a:p>
            <a:r>
              <a:rPr lang="en-IN" dirty="0"/>
              <a:t>    int b = 0; // lifetime = entire program</a:t>
            </a:r>
          </a:p>
          <a:p>
            <a:r>
              <a:rPr lang="en-IN" dirty="0"/>
              <a:t>    a++;</a:t>
            </a:r>
          </a:p>
          <a:p>
            <a:r>
              <a:rPr lang="en-IN" dirty="0"/>
              <a:t>    b++;</a:t>
            </a:r>
          </a:p>
          <a:p>
            <a:r>
              <a:rPr lang="en-IN" dirty="0"/>
              <a:t>    printf("a=%d, b=%d\n", a, b);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45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B6226-8F8E-74BB-22B0-2569921B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93628-6FD7-4EA5-DCAA-53F98B19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9F9FB-97F0-A444-0CD1-FBCB0A949F30}"/>
              </a:ext>
            </a:extLst>
          </p:cNvPr>
          <p:cNvSpPr txBox="1"/>
          <p:nvPr/>
        </p:nvSpPr>
        <p:spPr>
          <a:xfrm>
            <a:off x="265607" y="1555421"/>
            <a:ext cx="84292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3200" dirty="0"/>
              <a:t>In </a:t>
            </a:r>
            <a:r>
              <a:rPr lang="en-IN" sz="3200" b="1" dirty="0"/>
              <a:t>C language</a:t>
            </a:r>
            <a:r>
              <a:rPr lang="en-IN" sz="3200" dirty="0"/>
              <a:t>, </a:t>
            </a:r>
            <a:r>
              <a:rPr lang="en-IN" sz="3200" i="1" dirty="0"/>
              <a:t>storage classes</a:t>
            </a:r>
            <a:r>
              <a:rPr lang="en-IN" sz="3200" dirty="0"/>
              <a:t>  are keywords that define the </a:t>
            </a:r>
            <a:r>
              <a:rPr lang="en-IN" sz="3200" b="1" dirty="0"/>
              <a:t>scope and lifetime</a:t>
            </a:r>
            <a:r>
              <a:rPr lang="en-IN" sz="3200" dirty="0"/>
              <a:t>  of variables/functions. </a:t>
            </a:r>
          </a:p>
          <a:p>
            <a:pPr algn="just">
              <a:buNone/>
            </a:pPr>
            <a:endParaRPr lang="en-IN" sz="3200" dirty="0"/>
          </a:p>
          <a:p>
            <a:pPr algn="just">
              <a:buNone/>
            </a:pPr>
            <a:r>
              <a:rPr lang="en-IN" sz="3200" dirty="0"/>
              <a:t>They tell the compiler </a:t>
            </a:r>
            <a:r>
              <a:rPr lang="en-IN" sz="3200" i="1" dirty="0"/>
              <a:t>where to store a variable, how long to keep it, and who can access it</a:t>
            </a:r>
            <a:r>
              <a:rPr lang="en-IN" sz="32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0E067-6DC1-A2B5-6C1E-4F236D332C4B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</a:rPr>
              <a:t>Storage classes</a:t>
            </a:r>
          </a:p>
        </p:txBody>
      </p:sp>
    </p:spTree>
    <p:extLst>
      <p:ext uri="{BB962C8B-B14F-4D97-AF65-F5344CB8AC3E}">
        <p14:creationId xmlns:p14="http://schemas.microsoft.com/office/powerpoint/2010/main" val="98309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1B5F0-F4F8-1708-244B-E92255F3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75D646-0C9D-43E3-B847-E5199F33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1A901-493A-53F9-AFAB-763FC627BD45}"/>
              </a:ext>
            </a:extLst>
          </p:cNvPr>
          <p:cNvSpPr txBox="1"/>
          <p:nvPr/>
        </p:nvSpPr>
        <p:spPr>
          <a:xfrm>
            <a:off x="628650" y="1032329"/>
            <a:ext cx="78867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rgbClr val="FF0000"/>
                </a:solidFill>
              </a:rPr>
              <a:t>The 4 main storage classes in C are:</a:t>
            </a:r>
          </a:p>
          <a:p>
            <a:pPr>
              <a:buFont typeface="+mj-lt"/>
              <a:buAutoNum type="arabicPeriod"/>
            </a:pPr>
            <a:r>
              <a:rPr lang="en-IN" sz="3200" b="1" dirty="0"/>
              <a:t>auto</a:t>
            </a:r>
          </a:p>
          <a:p>
            <a:pPr>
              <a:buFont typeface="+mj-lt"/>
              <a:buAutoNum type="arabicPeriod"/>
            </a:pPr>
            <a:r>
              <a:rPr lang="en-IN" sz="3200" b="1" dirty="0"/>
              <a:t>register</a:t>
            </a:r>
          </a:p>
          <a:p>
            <a:pPr>
              <a:buFont typeface="+mj-lt"/>
              <a:buAutoNum type="arabicPeriod"/>
            </a:pPr>
            <a:r>
              <a:rPr lang="en-IN" sz="3200" b="1" dirty="0"/>
              <a:t>static</a:t>
            </a:r>
          </a:p>
          <a:p>
            <a:pPr>
              <a:buFont typeface="+mj-lt"/>
              <a:buAutoNum type="arabicPeriod"/>
            </a:pPr>
            <a:r>
              <a:rPr lang="en-IN" sz="3200" b="1" dirty="0"/>
              <a:t>extern</a:t>
            </a:r>
          </a:p>
        </p:txBody>
      </p:sp>
    </p:spTree>
    <p:extLst>
      <p:ext uri="{BB962C8B-B14F-4D97-AF65-F5344CB8AC3E}">
        <p14:creationId xmlns:p14="http://schemas.microsoft.com/office/powerpoint/2010/main" val="231508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30F84B-3E40-1FA1-DC2F-E7CCF7E1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A8C705-D547-91DA-FAB2-F461D0AD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1BDC-F5D9-83D7-1871-0D30441B71BC}"/>
              </a:ext>
            </a:extLst>
          </p:cNvPr>
          <p:cNvSpPr txBox="1"/>
          <p:nvPr/>
        </p:nvSpPr>
        <p:spPr>
          <a:xfrm>
            <a:off x="467710" y="385603"/>
            <a:ext cx="8308428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FF0000"/>
                </a:solidFill>
              </a:rPr>
              <a:t>Automatic (auto) 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800" b="1" dirty="0"/>
              <a:t>auto int </a:t>
            </a:r>
            <a:r>
              <a:rPr lang="en-IN" sz="2800" b="1" dirty="0" err="1"/>
              <a:t>i</a:t>
            </a:r>
            <a:r>
              <a:rPr lang="en-IN" sz="2800" b="1" dirty="0"/>
              <a:t>=0;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Default</a:t>
            </a:r>
            <a:r>
              <a:rPr lang="en-IN" sz="2800" dirty="0"/>
              <a:t> used for local variables inside functions.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Variables are </a:t>
            </a:r>
            <a:r>
              <a:rPr lang="en-IN" sz="2800" b="1" dirty="0"/>
              <a:t>created</a:t>
            </a:r>
            <a:r>
              <a:rPr lang="en-IN" sz="2800" dirty="0"/>
              <a:t> when function is called and </a:t>
            </a:r>
            <a:r>
              <a:rPr lang="en-IN" sz="2800" b="1" dirty="0"/>
              <a:t>destroyed</a:t>
            </a:r>
            <a:r>
              <a:rPr lang="en-IN" sz="2800" dirty="0"/>
              <a:t> when function ends.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Stored in </a:t>
            </a:r>
            <a:r>
              <a:rPr lang="en-IN" sz="2800" b="1" dirty="0"/>
              <a:t>stack memory</a:t>
            </a:r>
            <a:r>
              <a:rPr lang="en-IN" sz="28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Scope</a:t>
            </a:r>
            <a:r>
              <a:rPr lang="en-IN" sz="2800" dirty="0"/>
              <a:t> → Local to the block.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Lifetime</a:t>
            </a:r>
            <a:r>
              <a:rPr lang="en-IN" sz="2800" dirty="0"/>
              <a:t> → During function execution only.</a:t>
            </a:r>
          </a:p>
        </p:txBody>
      </p:sp>
    </p:spTree>
    <p:extLst>
      <p:ext uri="{BB962C8B-B14F-4D97-AF65-F5344CB8AC3E}">
        <p14:creationId xmlns:p14="http://schemas.microsoft.com/office/powerpoint/2010/main" val="39769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99A9C-B531-3B3C-BE72-3E3A1B64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z="1100" smtClean="0"/>
              <a:t>9/18/2025</a:t>
            </a:fld>
            <a:endParaRPr lang="en-IN" sz="11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F87FA7-0BE7-DBF2-AFC4-B483B1A8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z="1100" smtClean="0"/>
              <a:t>8</a:t>
            </a:fld>
            <a:endParaRPr lang="en-IN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79C11-38A1-EB2E-F3CA-7831253ED1AF}"/>
              </a:ext>
            </a:extLst>
          </p:cNvPr>
          <p:cNvSpPr txBox="1"/>
          <p:nvPr/>
        </p:nvSpPr>
        <p:spPr>
          <a:xfrm>
            <a:off x="740979" y="583435"/>
            <a:ext cx="70787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int main() {</a:t>
            </a:r>
          </a:p>
          <a:p>
            <a:r>
              <a:rPr lang="en-IN" sz="3600" b="1" dirty="0"/>
              <a:t>auto int x = 10;  // auto is optional</a:t>
            </a:r>
          </a:p>
          <a:p>
            <a:r>
              <a:rPr lang="en-IN" sz="3600" b="1" dirty="0"/>
              <a:t>    printf("x = %d\n", x);    return 0;</a:t>
            </a:r>
          </a:p>
          <a:p>
            <a:r>
              <a:rPr lang="en-IN" sz="3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185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C8FBA-AC90-9211-8B70-F99CD1EF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B1650-64F3-B920-190D-10B14777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FE509-BE16-D48B-22CF-A6AF3B0D72B1}"/>
              </a:ext>
            </a:extLst>
          </p:cNvPr>
          <p:cNvSpPr txBox="1"/>
          <p:nvPr/>
        </p:nvSpPr>
        <p:spPr>
          <a:xfrm>
            <a:off x="269544" y="226083"/>
            <a:ext cx="860491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rgbClr val="FF0000"/>
                </a:solidFill>
              </a:rPr>
              <a:t>Register</a:t>
            </a:r>
            <a:endParaRPr lang="en-IN" sz="2800" b="1" dirty="0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Requests the compiler to store variable in </a:t>
            </a:r>
            <a:r>
              <a:rPr lang="en-IN" sz="2800" b="1" dirty="0"/>
              <a:t>CPU register</a:t>
            </a:r>
            <a:r>
              <a:rPr lang="en-IN" sz="2800" dirty="0"/>
              <a:t> (faster access).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Cannot get the </a:t>
            </a:r>
            <a:r>
              <a:rPr lang="en-IN" sz="2800" b="1" dirty="0"/>
              <a:t>address</a:t>
            </a:r>
            <a:r>
              <a:rPr lang="en-IN" sz="2800" dirty="0"/>
              <a:t> of a register variable using </a:t>
            </a:r>
            <a:r>
              <a:rPr lang="en-IN" sz="2800" dirty="0">
                <a:latin typeface="Courier New" panose="02070309020205020404" pitchFamily="49" charset="0"/>
              </a:rPr>
              <a:t>&amp;</a:t>
            </a:r>
            <a:r>
              <a:rPr lang="en-IN" sz="28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Scope</a:t>
            </a:r>
            <a:r>
              <a:rPr lang="en-IN" sz="2800" dirty="0"/>
              <a:t> → Local to the block.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Lifetime</a:t>
            </a:r>
            <a:r>
              <a:rPr lang="en-IN" sz="2800" dirty="0"/>
              <a:t> → During function execution only.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Used for variables that need fast access (like loop counters).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1B28EE-D0DE-EB5A-DF9C-66578E38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638" y="3693171"/>
            <a:ext cx="4505659" cy="273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48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8B1446-5CF1-227C-B13F-06277250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F38A1-6120-1591-DAB7-2AABDB17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677F4-CD15-FBB9-966F-7BE3DD3BFDFF}"/>
              </a:ext>
            </a:extLst>
          </p:cNvPr>
          <p:cNvSpPr txBox="1"/>
          <p:nvPr/>
        </p:nvSpPr>
        <p:spPr>
          <a:xfrm>
            <a:off x="105103" y="306436"/>
            <a:ext cx="8324194" cy="538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600" b="1" dirty="0">
                <a:solidFill>
                  <a:srgbClr val="FF0000"/>
                </a:solidFill>
              </a:rPr>
              <a:t>Static</a:t>
            </a:r>
            <a:r>
              <a:rPr lang="en-IN" sz="2800" b="1" dirty="0"/>
              <a:t> :  static int c=1;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Tells the compiler to </a:t>
            </a:r>
            <a:r>
              <a:rPr lang="en-IN" sz="2800" b="1" dirty="0"/>
              <a:t>keep a variable in memory for the entire program</a:t>
            </a:r>
            <a:r>
              <a:rPr lang="en-IN" sz="2800" dirty="0"/>
              <a:t> (not destroyed after function ends).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Default value = 0 (if not initialized).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Local static variable</a:t>
            </a:r>
            <a:r>
              <a:rPr lang="en-IN" sz="2800" dirty="0"/>
              <a:t> → Scope is within function, but value is retained across function calls.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Global static variable/function</a:t>
            </a:r>
            <a:r>
              <a:rPr lang="en-IN" sz="2800" dirty="0"/>
              <a:t> → Scope is restricted to the file (not accessible from other files).</a:t>
            </a:r>
          </a:p>
        </p:txBody>
      </p:sp>
    </p:spTree>
    <p:extLst>
      <p:ext uri="{BB962C8B-B14F-4D97-AF65-F5344CB8AC3E}">
        <p14:creationId xmlns:p14="http://schemas.microsoft.com/office/powerpoint/2010/main" val="131246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7006E-2FBB-9D61-0407-A1B24BD08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21152A-E724-9B60-DDA0-A747D18E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B62C3-4444-6154-0CA1-9EE2A8BAC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361950"/>
            <a:ext cx="4581525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8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02A8B-75FE-ECC1-773C-AB98DCBF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EC058-E93E-2068-8C50-4339ED7E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82CDD-FE3F-91A7-B0FC-C3C1DFE5116F}"/>
              </a:ext>
            </a:extLst>
          </p:cNvPr>
          <p:cNvSpPr txBox="1"/>
          <p:nvPr/>
        </p:nvSpPr>
        <p:spPr>
          <a:xfrm>
            <a:off x="376402" y="440020"/>
            <a:ext cx="78867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Extern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Extern int I;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Used to declare a </a:t>
            </a:r>
            <a:r>
              <a:rPr lang="en-IN" sz="2800" b="1" dirty="0"/>
              <a:t>global variable</a:t>
            </a:r>
            <a:r>
              <a:rPr lang="en-IN" sz="2800" dirty="0"/>
              <a:t> defined in another file or scope.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Gives reference to a global variable without creating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Lifetime → Entire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Scope → Global.</a:t>
            </a:r>
          </a:p>
        </p:txBody>
      </p:sp>
    </p:spTree>
    <p:extLst>
      <p:ext uri="{BB962C8B-B14F-4D97-AF65-F5344CB8AC3E}">
        <p14:creationId xmlns:p14="http://schemas.microsoft.com/office/powerpoint/2010/main" val="409895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94CE0-7994-6CB6-4205-07A8B83E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0502E-59FD-74CD-A0F8-66BAC10B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DA19F-3B71-BF21-398E-7143386D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857250"/>
            <a:ext cx="71723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1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49DB0-0B69-9A6B-5448-9166F50D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9/18/2025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C785A-9F45-7D97-AA01-6CBD2240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EDA2C-CD5C-196D-C2EB-C23FD4F5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938337"/>
            <a:ext cx="86391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1370"/>
      </p:ext>
    </p:extLst>
  </p:cSld>
  <p:clrMapOvr>
    <a:masterClrMapping/>
  </p:clrMapOvr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F5B91811CE1479B5AC94E7432E9CC" ma:contentTypeVersion="5" ma:contentTypeDescription="Create a new document." ma:contentTypeScope="" ma:versionID="e67ab8a85e8740b7de8dd1dec19a88cb">
  <xsd:schema xmlns:xsd="http://www.w3.org/2001/XMLSchema" xmlns:xs="http://www.w3.org/2001/XMLSchema" xmlns:p="http://schemas.microsoft.com/office/2006/metadata/properties" xmlns:ns2="09eb9e8c-5042-4e07-b1e7-8851b83ebf39" targetNamespace="http://schemas.microsoft.com/office/2006/metadata/properties" ma:root="true" ma:fieldsID="dccccadeddc5a7ff6b3649b2bc78d160" ns2:_="">
    <xsd:import namespace="09eb9e8c-5042-4e07-b1e7-8851b83ebf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b9e8c-5042-4e07-b1e7-8851b83eb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AD4BEB-B3E3-4241-A0AB-13A2E3C77D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FAF3DE-0981-4491-90F5-8C105AF2A8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0E71E2-CE9B-4240-BF92-317A5DFEB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eb9e8c-5042-4e07-b1e7-8851b83ebf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3701</TotalTime>
  <Words>508</Words>
  <Application>Microsoft Office PowerPoint</Application>
  <PresentationFormat>On-screen Show (4:3)</PresentationFormat>
  <Paragraphs>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PSUC2018 Template</vt:lpstr>
      <vt:lpstr>Scope and Life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Making, Branching &amp; Switch</dc:title>
  <dc:creator>Mahe</dc:creator>
  <cp:lastModifiedBy>Arvind Kumar Mehta [MU - Jaipur]</cp:lastModifiedBy>
  <cp:revision>56</cp:revision>
  <dcterms:created xsi:type="dcterms:W3CDTF">2018-05-08T11:06:27Z</dcterms:created>
  <dcterms:modified xsi:type="dcterms:W3CDTF">2025-09-18T10:54:54Z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0x01010016DF5B91811CE1479B5AC94E7432E9CC</vt:lpwstr>
  </property>
</Properties>
</file>