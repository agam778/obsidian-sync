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14"/>
  </p:notesMasterIdLst>
  <p:sldIdLst>
    <p:sldId id="308" r:id="rId5"/>
    <p:sldId id="368" r:id="rId6"/>
    <p:sldId id="314" r:id="rId7"/>
    <p:sldId id="358" r:id="rId8"/>
    <p:sldId id="359" r:id="rId9"/>
    <p:sldId id="318" r:id="rId10"/>
    <p:sldId id="320" r:id="rId11"/>
    <p:sldId id="321" r:id="rId12"/>
    <p:sldId id="3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A2481-C17A-4D0E-BED7-AD97E8C87946}" v="17" dt="2025-09-04T09:46:32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 sldOrd">
      <pc:chgData name="Arvind Kumar Mehta [MU - Jaipur]" userId="05c91892-566a-4226-a371-aa1d586f0be7" providerId="ADAL" clId="{B053A5CE-0A90-414C-9281-C211CC0B95EF}" dt="2025-09-04T09:52:06.044" v="475" actId="1076"/>
      <pc:docMkLst>
        <pc:docMk/>
      </pc:docMkLst>
      <pc:sldChg chg="addSp delSp modSp mod">
        <pc:chgData name="Arvind Kumar Mehta [MU - Jaipur]" userId="05c91892-566a-4226-a371-aa1d586f0be7" providerId="ADAL" clId="{B053A5CE-0A90-414C-9281-C211CC0B95EF}" dt="2025-09-02T10:09:50.999" v="249" actId="403"/>
        <pc:sldMkLst>
          <pc:docMk/>
          <pc:sldMk cId="1226806093" sldId="308"/>
        </pc:sldMkLst>
        <pc:spChg chg="add mod">
          <ac:chgData name="Arvind Kumar Mehta [MU - Jaipur]" userId="05c91892-566a-4226-a371-aa1d586f0be7" providerId="ADAL" clId="{B053A5CE-0A90-414C-9281-C211CC0B95EF}" dt="2025-09-02T10:09:50.999" v="249" actId="403"/>
          <ac:spMkLst>
            <pc:docMk/>
            <pc:sldMk cId="1226806093" sldId="308"/>
            <ac:spMk id="3" creationId="{FCD1722B-649C-05F1-9CD9-630DC17F5121}"/>
          </ac:spMkLst>
        </pc:spChg>
        <pc:spChg chg="mod">
          <ac:chgData name="Arvind Kumar Mehta [MU - Jaipur]" userId="05c91892-566a-4226-a371-aa1d586f0be7" providerId="ADAL" clId="{B053A5CE-0A90-414C-9281-C211CC0B95EF}" dt="2025-09-02T10:09:41.238" v="243" actId="20577"/>
          <ac:spMkLst>
            <pc:docMk/>
            <pc:sldMk cId="1226806093" sldId="308"/>
            <ac:spMk id="43010" creationId="{00000000-0000-0000-0000-000000000000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09:59:18.251" v="1" actId="47"/>
        <pc:sldMkLst>
          <pc:docMk/>
          <pc:sldMk cId="2046738340" sldId="311"/>
        </pc:sldMkLst>
      </pc:sldChg>
      <pc:sldChg chg="del">
        <pc:chgData name="Arvind Kumar Mehta [MU - Jaipur]" userId="05c91892-566a-4226-a371-aa1d586f0be7" providerId="ADAL" clId="{B053A5CE-0A90-414C-9281-C211CC0B95EF}" dt="2025-09-02T09:59:20.778" v="2" actId="47"/>
        <pc:sldMkLst>
          <pc:docMk/>
          <pc:sldMk cId="2319850223" sldId="312"/>
        </pc:sldMkLst>
      </pc:sldChg>
      <pc:sldChg chg="del">
        <pc:chgData name="Arvind Kumar Mehta [MU - Jaipur]" userId="05c91892-566a-4226-a371-aa1d586f0be7" providerId="ADAL" clId="{B053A5CE-0A90-414C-9281-C211CC0B95EF}" dt="2025-09-02T09:59:24.361" v="3" actId="47"/>
        <pc:sldMkLst>
          <pc:docMk/>
          <pc:sldMk cId="192079766" sldId="313"/>
        </pc:sldMkLst>
      </pc:sldChg>
      <pc:sldChg chg="del">
        <pc:chgData name="Arvind Kumar Mehta [MU - Jaipur]" userId="05c91892-566a-4226-a371-aa1d586f0be7" providerId="ADAL" clId="{B053A5CE-0A90-414C-9281-C211CC0B95EF}" dt="2025-09-02T09:59:36.162" v="4" actId="47"/>
        <pc:sldMkLst>
          <pc:docMk/>
          <pc:sldMk cId="2529966270" sldId="315"/>
        </pc:sldMkLst>
      </pc:sldChg>
      <pc:sldChg chg="del">
        <pc:chgData name="Arvind Kumar Mehta [MU - Jaipur]" userId="05c91892-566a-4226-a371-aa1d586f0be7" providerId="ADAL" clId="{B053A5CE-0A90-414C-9281-C211CC0B95EF}" dt="2025-09-02T09:59:39.205" v="5" actId="47"/>
        <pc:sldMkLst>
          <pc:docMk/>
          <pc:sldMk cId="3031133928" sldId="316"/>
        </pc:sldMkLst>
      </pc:sldChg>
      <pc:sldChg chg="del">
        <pc:chgData name="Arvind Kumar Mehta [MU - Jaipur]" userId="05c91892-566a-4226-a371-aa1d586f0be7" providerId="ADAL" clId="{B053A5CE-0A90-414C-9281-C211CC0B95EF}" dt="2025-09-02T09:59:42.088" v="6" actId="47"/>
        <pc:sldMkLst>
          <pc:docMk/>
          <pc:sldMk cId="796632334" sldId="317"/>
        </pc:sldMkLst>
      </pc:sldChg>
      <pc:sldChg chg="addSp delSp modSp mod">
        <pc:chgData name="Arvind Kumar Mehta [MU - Jaipur]" userId="05c91892-566a-4226-a371-aa1d586f0be7" providerId="ADAL" clId="{B053A5CE-0A90-414C-9281-C211CC0B95EF}" dt="2025-09-02T10:14:06.820" v="306" actId="478"/>
        <pc:sldMkLst>
          <pc:docMk/>
          <pc:sldMk cId="3434609221" sldId="318"/>
        </pc:sldMkLst>
        <pc:spChg chg="add mod">
          <ac:chgData name="Arvind Kumar Mehta [MU - Jaipur]" userId="05c91892-566a-4226-a371-aa1d586f0be7" providerId="ADAL" clId="{B053A5CE-0A90-414C-9281-C211CC0B95EF}" dt="2025-09-02T10:13:27.222" v="305" actId="403"/>
          <ac:spMkLst>
            <pc:docMk/>
            <pc:sldMk cId="3434609221" sldId="318"/>
            <ac:spMk id="3" creationId="{4D022506-7100-4304-8A11-39145300EC61}"/>
          </ac:spMkLst>
        </pc:spChg>
        <pc:spChg chg="mod">
          <ac:chgData name="Arvind Kumar Mehta [MU - Jaipur]" userId="05c91892-566a-4226-a371-aa1d586f0be7" providerId="ADAL" clId="{B053A5CE-0A90-414C-9281-C211CC0B95EF}" dt="2025-09-02T10:12:48.915" v="293" actId="1076"/>
          <ac:spMkLst>
            <pc:docMk/>
            <pc:sldMk cId="3434609221" sldId="318"/>
            <ac:spMk id="8195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5-09-02T10:12:52.510" v="294" actId="1076"/>
          <ac:spMkLst>
            <pc:docMk/>
            <pc:sldMk cId="3434609221" sldId="318"/>
            <ac:spMk id="76804" creationId="{00000000-0000-0000-0000-000000000000}"/>
          </ac:spMkLst>
        </pc:spChg>
      </pc:sldChg>
      <pc:sldChg chg="addSp delSp modSp del mod delAnim modAnim">
        <pc:chgData name="Arvind Kumar Mehta [MU - Jaipur]" userId="05c91892-566a-4226-a371-aa1d586f0be7" providerId="ADAL" clId="{B053A5CE-0A90-414C-9281-C211CC0B95EF}" dt="2025-09-02T10:14:20.878" v="309" actId="47"/>
        <pc:sldMkLst>
          <pc:docMk/>
          <pc:sldMk cId="2577839129" sldId="319"/>
        </pc:sldMkLst>
      </pc:sldChg>
      <pc:sldChg chg="addSp delSp modSp add del mod delAnim">
        <pc:chgData name="Arvind Kumar Mehta [MU - Jaipur]" userId="05c91892-566a-4226-a371-aa1d586f0be7" providerId="ADAL" clId="{B053A5CE-0A90-414C-9281-C211CC0B95EF}" dt="2025-09-02T10:05:48.113" v="231" actId="1076"/>
        <pc:sldMkLst>
          <pc:docMk/>
          <pc:sldMk cId="4150820478" sldId="320"/>
        </pc:sldMkLst>
        <pc:spChg chg="mod">
          <ac:chgData name="Arvind Kumar Mehta [MU - Jaipur]" userId="05c91892-566a-4226-a371-aa1d586f0be7" providerId="ADAL" clId="{B053A5CE-0A90-414C-9281-C211CC0B95EF}" dt="2025-09-02T10:05:48.113" v="231" actId="1076"/>
          <ac:spMkLst>
            <pc:docMk/>
            <pc:sldMk cId="4150820478" sldId="320"/>
            <ac:spMk id="6" creationId="{00000000-0000-0000-0000-000000000000}"/>
          </ac:spMkLst>
        </pc:spChg>
      </pc:sldChg>
      <pc:sldChg chg="modSp">
        <pc:chgData name="Arvind Kumar Mehta [MU - Jaipur]" userId="05c91892-566a-4226-a371-aa1d586f0be7" providerId="ADAL" clId="{B053A5CE-0A90-414C-9281-C211CC0B95EF}" dt="2025-09-02T10:14:34.580" v="310" actId="1076"/>
        <pc:sldMkLst>
          <pc:docMk/>
          <pc:sldMk cId="205557640" sldId="321"/>
        </pc:sldMkLst>
        <pc:spChg chg="mod">
          <ac:chgData name="Arvind Kumar Mehta [MU - Jaipur]" userId="05c91892-566a-4226-a371-aa1d586f0be7" providerId="ADAL" clId="{B053A5CE-0A90-414C-9281-C211CC0B95EF}" dt="2025-09-02T10:14:34.580" v="310" actId="1076"/>
          <ac:spMkLst>
            <pc:docMk/>
            <pc:sldMk cId="205557640" sldId="321"/>
            <ac:spMk id="69634" creationId="{00000000-0000-0000-0000-000000000000}"/>
          </ac:spMkLst>
        </pc:spChg>
      </pc:sldChg>
      <pc:sldChg chg="addSp delSp modSp mod">
        <pc:chgData name="Arvind Kumar Mehta [MU - Jaipur]" userId="05c91892-566a-4226-a371-aa1d586f0be7" providerId="ADAL" clId="{B053A5CE-0A90-414C-9281-C211CC0B95EF}" dt="2025-09-02T10:11:30.529" v="271" actId="2711"/>
        <pc:sldMkLst>
          <pc:docMk/>
          <pc:sldMk cId="24939701" sldId="358"/>
        </pc:sldMkLst>
        <pc:spChg chg="mod">
          <ac:chgData name="Arvind Kumar Mehta [MU - Jaipur]" userId="05c91892-566a-4226-a371-aa1d586f0be7" providerId="ADAL" clId="{B053A5CE-0A90-414C-9281-C211CC0B95EF}" dt="2025-09-02T10:11:30.529" v="271" actId="2711"/>
          <ac:spMkLst>
            <pc:docMk/>
            <pc:sldMk cId="24939701" sldId="358"/>
            <ac:spMk id="88067" creationId="{00000000-0000-0000-0000-000000000000}"/>
          </ac:spMkLst>
        </pc:spChg>
      </pc:sldChg>
      <pc:sldChg chg="modSp mod">
        <pc:chgData name="Arvind Kumar Mehta [MU - Jaipur]" userId="05c91892-566a-4226-a371-aa1d586f0be7" providerId="ADAL" clId="{B053A5CE-0A90-414C-9281-C211CC0B95EF}" dt="2025-09-02T10:01:32.494" v="48" actId="14100"/>
        <pc:sldMkLst>
          <pc:docMk/>
          <pc:sldMk cId="1189190445" sldId="359"/>
        </pc:sldMkLst>
        <pc:spChg chg="mod">
          <ac:chgData name="Arvind Kumar Mehta [MU - Jaipur]" userId="05c91892-566a-4226-a371-aa1d586f0be7" providerId="ADAL" clId="{B053A5CE-0A90-414C-9281-C211CC0B95EF}" dt="2025-09-02T10:01:32.494" v="48" actId="14100"/>
          <ac:spMkLst>
            <pc:docMk/>
            <pc:sldMk cId="1189190445" sldId="359"/>
            <ac:spMk id="89090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5-09-02T10:01:07.500" v="47" actId="1076"/>
          <ac:spMkLst>
            <pc:docMk/>
            <pc:sldMk cId="1189190445" sldId="359"/>
            <ac:spMk id="89091" creationId="{00000000-0000-0000-0000-000000000000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10:01:40.049" v="49" actId="47"/>
        <pc:sldMkLst>
          <pc:docMk/>
          <pc:sldMk cId="3108161345" sldId="360"/>
        </pc:sldMkLst>
      </pc:sldChg>
      <pc:sldChg chg="del">
        <pc:chgData name="Arvind Kumar Mehta [MU - Jaipur]" userId="05c91892-566a-4226-a371-aa1d586f0be7" providerId="ADAL" clId="{B053A5CE-0A90-414C-9281-C211CC0B95EF}" dt="2025-09-02T10:01:43.970" v="50" actId="47"/>
        <pc:sldMkLst>
          <pc:docMk/>
          <pc:sldMk cId="503878474" sldId="361"/>
        </pc:sldMkLst>
      </pc:sldChg>
      <pc:sldChg chg="del">
        <pc:chgData name="Arvind Kumar Mehta [MU - Jaipur]" userId="05c91892-566a-4226-a371-aa1d586f0be7" providerId="ADAL" clId="{B053A5CE-0A90-414C-9281-C211CC0B95EF}" dt="2025-09-02T10:01:47.144" v="51" actId="47"/>
        <pc:sldMkLst>
          <pc:docMk/>
          <pc:sldMk cId="2617088619" sldId="362"/>
        </pc:sldMkLst>
      </pc:sldChg>
      <pc:sldChg chg="del">
        <pc:chgData name="Arvind Kumar Mehta [MU - Jaipur]" userId="05c91892-566a-4226-a371-aa1d586f0be7" providerId="ADAL" clId="{B053A5CE-0A90-414C-9281-C211CC0B95EF}" dt="2025-09-02T10:01:54.637" v="52" actId="47"/>
        <pc:sldMkLst>
          <pc:docMk/>
          <pc:sldMk cId="3036209520" sldId="363"/>
        </pc:sldMkLst>
      </pc:sldChg>
      <pc:sldChg chg="del ord">
        <pc:chgData name="Arvind Kumar Mehta [MU - Jaipur]" userId="05c91892-566a-4226-a371-aa1d586f0be7" providerId="ADAL" clId="{B053A5CE-0A90-414C-9281-C211CC0B95EF}" dt="2025-09-02T10:02:14.321" v="55" actId="47"/>
        <pc:sldMkLst>
          <pc:docMk/>
          <pc:sldMk cId="148035015" sldId="367"/>
        </pc:sldMkLst>
      </pc:sldChg>
      <pc:sldChg chg="modSp mod">
        <pc:chgData name="Arvind Kumar Mehta [MU - Jaipur]" userId="05c91892-566a-4226-a371-aa1d586f0be7" providerId="ADAL" clId="{B053A5CE-0A90-414C-9281-C211CC0B95EF}" dt="2025-09-04T09:52:06.044" v="475" actId="1076"/>
        <pc:sldMkLst>
          <pc:docMk/>
          <pc:sldMk cId="1107600666" sldId="368"/>
        </pc:sldMkLst>
        <pc:spChg chg="mod">
          <ac:chgData name="Arvind Kumar Mehta [MU - Jaipur]" userId="05c91892-566a-4226-a371-aa1d586f0be7" providerId="ADAL" clId="{B053A5CE-0A90-414C-9281-C211CC0B95EF}" dt="2025-09-04T09:52:06.044" v="475" actId="1076"/>
          <ac:spMkLst>
            <pc:docMk/>
            <pc:sldMk cId="1107600666" sldId="368"/>
            <ac:spMk id="7" creationId="{258805A1-FEF3-EDED-43F5-FAEA693B9A3C}"/>
          </ac:spMkLst>
        </pc:spChg>
      </pc:sldChg>
      <pc:sldChg chg="del">
        <pc:chgData name="Arvind Kumar Mehta [MU - Jaipur]" userId="05c91892-566a-4226-a371-aa1d586f0be7" providerId="ADAL" clId="{B053A5CE-0A90-414C-9281-C211CC0B95EF}" dt="2025-09-02T09:59:11.294" v="0" actId="47"/>
        <pc:sldMkLst>
          <pc:docMk/>
          <pc:sldMk cId="1250099007" sldId="369"/>
        </pc:sldMkLst>
      </pc:sldChg>
      <pc:sldChg chg="delSp modSp new mod modClrScheme chgLayout">
        <pc:chgData name="Arvind Kumar Mehta [MU - Jaipur]" userId="05c91892-566a-4226-a371-aa1d586f0be7" providerId="ADAL" clId="{B053A5CE-0A90-414C-9281-C211CC0B95EF}" dt="2025-09-02T10:06:29.512" v="235" actId="700"/>
        <pc:sldMkLst>
          <pc:docMk/>
          <pc:sldMk cId="3121743165" sldId="369"/>
        </pc:sldMkLst>
        <pc:spChg chg="mod ord">
          <ac:chgData name="Arvind Kumar Mehta [MU - Jaipur]" userId="05c91892-566a-4226-a371-aa1d586f0be7" providerId="ADAL" clId="{B053A5CE-0A90-414C-9281-C211CC0B95EF}" dt="2025-09-02T10:06:29.512" v="235" actId="700"/>
          <ac:spMkLst>
            <pc:docMk/>
            <pc:sldMk cId="3121743165" sldId="369"/>
            <ac:spMk id="4" creationId="{783B5108-6E69-C259-0A1C-CE84C61A9904}"/>
          </ac:spMkLst>
        </pc:spChg>
        <pc:spChg chg="mod ord">
          <ac:chgData name="Arvind Kumar Mehta [MU - Jaipur]" userId="05c91892-566a-4226-a371-aa1d586f0be7" providerId="ADAL" clId="{B053A5CE-0A90-414C-9281-C211CC0B95EF}" dt="2025-09-02T10:06:29.512" v="235" actId="700"/>
          <ac:spMkLst>
            <pc:docMk/>
            <pc:sldMk cId="3121743165" sldId="369"/>
            <ac:spMk id="5" creationId="{81E4F54F-B8C8-349D-34A7-863F846656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94F63-EACE-44D4-906D-A341EB46228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174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1BB1FF-89F8-48C7-BB3B-974822667274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381000" indent="-381000" algn="just" eaLnBrk="1" hangingPunct="1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C00000"/>
                </a:solidFill>
              </a:rPr>
              <a:t>Iterative (repetitive) </a:t>
            </a:r>
            <a:r>
              <a:rPr lang="en-US" dirty="0"/>
              <a:t>control structures are used to repeat certain statements for a specified number of times. </a:t>
            </a:r>
          </a:p>
          <a:p>
            <a:pPr marL="381000" indent="-381000" algn="just" eaLnBrk="1" hangingPunct="1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dirty="0"/>
              <a:t>The statements are executed as long as the condition is true </a:t>
            </a:r>
          </a:p>
          <a:p>
            <a:pPr marL="381000" indent="-381000" algn="just" eaLnBrk="1" hangingPunct="1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dirty="0"/>
              <a:t>These kind of control structures are also called as loop control structures 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9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8C4A0-E6C2-4B08-8453-20813F85E3A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70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CAC760-A93F-408B-8B4C-69F53D8ECDB5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90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A531-6B05-4E29-A076-286E4BFF5D19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2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2AC9-BBBF-4F41-B782-98E53920ED8E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E22-53BA-4991-8881-0249A5195271}" type="datetime1">
              <a:rPr lang="en-US" smtClean="0"/>
              <a:t>9/4/2025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EF3F-D11F-4760-BD8F-2AFD2FEC523A}" type="datetime1">
              <a:rPr lang="en-US" smtClean="0"/>
              <a:t>9/4/2025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DB7C-9D3D-4090-BB7B-E9E11131932A}" type="datetime1">
              <a:rPr lang="en-US" smtClean="0"/>
              <a:t>9/4/2025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9/4/2025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EE203-33E8-4D2C-9F23-AD91F4AE60D5}" type="datetime1">
              <a:rPr lang="en-US" smtClean="0"/>
              <a:t>9/4/2025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6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B910-2086-4764-92B4-4785AFCAFF03}" type="datetime1">
              <a:rPr lang="en-US" smtClean="0"/>
              <a:t>9/4/2025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F31F-FE0C-4C35-A350-C14124AE2070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0CF7-CF28-4272-9AA0-1081ED956651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1C9E-CAB4-4FB8-9861-F2078AC750E3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84445" y="835925"/>
            <a:ext cx="5810250" cy="85725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b="1" dirty="0"/>
              <a:t>Loops in c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1722B-649C-05F1-9CD9-630DC17F5121}"/>
              </a:ext>
            </a:extLst>
          </p:cNvPr>
          <p:cNvSpPr txBox="1"/>
          <p:nvPr/>
        </p:nvSpPr>
        <p:spPr>
          <a:xfrm>
            <a:off x="541282" y="2088959"/>
            <a:ext cx="8129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loops are used to execute a block of code </a:t>
            </a:r>
            <a:r>
              <a:rPr lang="en-IN" sz="2800" b="1" dirty="0"/>
              <a:t>repeatedly</a:t>
            </a:r>
            <a:r>
              <a:rPr lang="en-IN" sz="2800" dirty="0"/>
              <a:t> until a certain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12268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3B80-91AE-7E89-107B-F36FA1FD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50E59-B336-E878-3CF5-2586D4D2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805A1-FEF3-EDED-43F5-FAEA693B9A3C}"/>
              </a:ext>
            </a:extLst>
          </p:cNvPr>
          <p:cNvSpPr txBox="1"/>
          <p:nvPr/>
        </p:nvSpPr>
        <p:spPr>
          <a:xfrm>
            <a:off x="817179" y="325086"/>
            <a:ext cx="7509641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Print numbers from 1 to N / Even /Odd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Table 19 38 57 …….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Complete Table 10 to 20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Digit Sum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Sum of first N natural numbers div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Reverse a number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Factorial of a number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Fibonacci series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Check if a number is prime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Division Operation using Continue statements</a:t>
            </a:r>
          </a:p>
        </p:txBody>
      </p:sp>
    </p:spTree>
    <p:extLst>
      <p:ext uri="{BB962C8B-B14F-4D97-AF65-F5344CB8AC3E}">
        <p14:creationId xmlns:p14="http://schemas.microsoft.com/office/powerpoint/2010/main" val="110760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334" y="1380983"/>
            <a:ext cx="5372100" cy="51435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b="1" dirty="0">
                <a:latin typeface="+mn-lt"/>
              </a:rPr>
              <a:t>Iterative (loop) control structures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61540" y="2142724"/>
            <a:ext cx="5314950" cy="30515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 algn="just"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US" altLang="en-US"/>
              <a:t>Three kinds of loop control structures: 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en-US" altLang="en-US" sz="2400" b="1">
                <a:solidFill>
                  <a:srgbClr val="C00000"/>
                </a:solidFill>
                <a:latin typeface="Tempus Sans ITC" panose="04020404030D07020202" pitchFamily="82" charset="0"/>
              </a:rPr>
              <a:t>while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en-US" altLang="en-US" sz="2400" b="1">
                <a:solidFill>
                  <a:srgbClr val="C00000"/>
                </a:solidFill>
                <a:latin typeface="Tempus Sans ITC" panose="04020404030D07020202" pitchFamily="82" charset="0"/>
              </a:rPr>
              <a:t>do while</a:t>
            </a:r>
          </a:p>
          <a:p>
            <a:pPr marL="600075" lvl="1" indent="-257175" algn="just"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en-US" altLang="en-US" sz="2400" b="1">
                <a:solidFill>
                  <a:srgbClr val="C00000"/>
                </a:solidFill>
                <a:latin typeface="Tempus Sans ITC" panose="04020404030D07020202" pitchFamily="82" charset="0"/>
              </a:rPr>
              <a:t>for </a:t>
            </a:r>
          </a:p>
        </p:txBody>
      </p:sp>
      <p:sp>
        <p:nvSpPr>
          <p:cNvPr id="5120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585E9C-4390-4BD5-BD67-F50FCC6C75A5}" type="datetime1">
              <a:rPr lang="en-US" altLang="en-US" smtClean="0"/>
              <a:t>9/4/2025</a:t>
            </a:fld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31A899-F823-4C80-AD06-D09301E5A8D6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59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0F8BE6-6F26-4A03-ABC6-3661D799D622}" type="datetime1">
              <a:rPr lang="en-US" altLang="en-US" smtClean="0"/>
              <a:t>9/4/2025</a:t>
            </a:fld>
            <a:endParaRPr lang="en-US" altLang="en-US"/>
          </a:p>
        </p:txBody>
      </p:sp>
      <p:sp>
        <p:nvSpPr>
          <p:cNvPr id="8806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971A01-7198-4557-B529-3A60A68987F0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88067" name="Text Box 4"/>
          <p:cNvSpPr txBox="1">
            <a:spLocks noChangeArrowheads="1"/>
          </p:cNvSpPr>
          <p:nvPr/>
        </p:nvSpPr>
        <p:spPr bwMode="auto">
          <a:xfrm>
            <a:off x="724306" y="412056"/>
            <a:ext cx="7379174" cy="63094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stm1;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stm2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stm3 )</a:t>
            </a:r>
          </a:p>
          <a:p>
            <a:pPr eaLnBrk="1" hangingPunct="1"/>
            <a:r>
              <a:rPr lang="en-US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  <a:r>
              <a:rPr lang="en-US" alt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</a:t>
            </a:r>
            <a:r>
              <a:rPr lang="en-US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[s]	</a:t>
            </a:r>
          </a:p>
          <a:p>
            <a:pPr eaLnBrk="1" hangingPunct="1"/>
            <a:r>
              <a:rPr lang="en-US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endParaRPr lang="en-US" altLang="en-US" sz="3600" i="1" dirty="0"/>
          </a:p>
          <a:p>
            <a:r>
              <a:rPr lang="en-IN" altLang="en-US" sz="2400" i="1" dirty="0">
                <a:highlight>
                  <a:srgbClr val="FFFF00"/>
                </a:highlight>
              </a:rPr>
              <a:t>for(initialization; condition; increment/decrement) </a:t>
            </a:r>
          </a:p>
          <a:p>
            <a:r>
              <a:rPr lang="en-IN" altLang="en-US" sz="2400" i="1" dirty="0">
                <a:highlight>
                  <a:srgbClr val="FFFF00"/>
                </a:highlight>
              </a:rPr>
              <a:t>{</a:t>
            </a:r>
          </a:p>
          <a:p>
            <a:r>
              <a:rPr lang="en-IN" altLang="en-US" sz="2400" i="1" dirty="0">
                <a:highlight>
                  <a:srgbClr val="FFFF00"/>
                </a:highlight>
              </a:rPr>
              <a:t>    // code to execute</a:t>
            </a:r>
          </a:p>
          <a:p>
            <a:r>
              <a:rPr lang="en-IN" altLang="en-US" sz="2400" i="1" dirty="0">
                <a:highlight>
                  <a:srgbClr val="FFFF00"/>
                </a:highlight>
              </a:rPr>
              <a:t>}</a:t>
            </a:r>
          </a:p>
          <a:p>
            <a:pPr eaLnBrk="1" hangingPunct="1"/>
            <a:endParaRPr lang="en-US" altLang="en-US" sz="3600" i="1" dirty="0"/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statements are optional.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avoid {}.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St2 must return int value.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nested at any level.</a:t>
            </a:r>
          </a:p>
        </p:txBody>
      </p:sp>
    </p:spTree>
    <p:extLst>
      <p:ext uri="{BB962C8B-B14F-4D97-AF65-F5344CB8AC3E}">
        <p14:creationId xmlns:p14="http://schemas.microsoft.com/office/powerpoint/2010/main" val="2493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28549" y="152796"/>
            <a:ext cx="5372100" cy="514350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How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works</a:t>
            </a: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81711" y="1485899"/>
            <a:ext cx="7665777" cy="45890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n-US" altLang="en-US" sz="2000" b="1" dirty="0"/>
              <a:t>The execution of a for statement proceeds as follows: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b="1" dirty="0"/>
              <a:t>1. The initial expression is evaluated first. This expression usually sets a variable that will be used inside the loop, generally referred to as an </a:t>
            </a:r>
            <a:r>
              <a:rPr lang="en-US" altLang="en-US" sz="2000" b="1" i="1" dirty="0"/>
              <a:t>index </a:t>
            </a:r>
            <a:r>
              <a:rPr lang="en-US" altLang="en-US" sz="2000" b="1" dirty="0"/>
              <a:t>variable, to some initial value.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b="1" dirty="0"/>
              <a:t>2. The looping condition is evaluated. If the condition is not satisfied (the expression is false – has value 0), the loop is immediately terminated. Execution continues with the program statement that immediately follows the loop.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b="1" dirty="0"/>
              <a:t>3. The program statement that constitutes the body of the loop is executed.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b="1" dirty="0"/>
              <a:t>4. The looping expression is evaluated. This expression is generally used to change  the value of the index variable 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b="1" dirty="0"/>
              <a:t>5. Return to step 2.</a:t>
            </a:r>
          </a:p>
        </p:txBody>
      </p:sp>
      <p:sp>
        <p:nvSpPr>
          <p:cNvPr id="8909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683C29-02E2-4E64-A09F-4FB99440FEB3}" type="datetime1">
              <a:rPr lang="en-US" altLang="en-US" smtClean="0"/>
              <a:t>9/4/2025</a:t>
            </a:fld>
            <a:endParaRPr lang="en-US" altLang="en-US"/>
          </a:p>
        </p:txBody>
      </p:sp>
      <p:sp>
        <p:nvSpPr>
          <p:cNvPr id="8909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91360F-260E-4371-B200-DF3A8E278E8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19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264017" y="1453693"/>
            <a:ext cx="8686800" cy="51435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IN" sz="2400" dirty="0"/>
              <a:t>Used when the number of iterations is not known in advance. It checks the condition before each iteration.</a:t>
            </a:r>
            <a:endParaRPr lang="en-US" sz="24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09093" y="2594989"/>
            <a:ext cx="8834907" cy="4684356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b="1" dirty="0"/>
              <a:t>                      while (test expression)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b="1" dirty="0"/>
              <a:t>                              {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b="1" dirty="0"/>
              <a:t>                                  body of the loop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b="1" dirty="0"/>
              <a:t>                               }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endParaRPr lang="en-US" sz="2000" b="1" dirty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rgbClr val="FF0000"/>
                </a:solidFill>
              </a:rPr>
              <a:t>Entry controlled </a:t>
            </a:r>
            <a:r>
              <a:rPr lang="en-US" sz="2000" b="1" dirty="0"/>
              <a:t>loop statement.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rgbClr val="FF0000"/>
                </a:solidFill>
              </a:rPr>
              <a:t>Test condition </a:t>
            </a:r>
            <a:r>
              <a:rPr lang="en-US" sz="2000" b="1" dirty="0"/>
              <a:t>is evaluated &amp; if it is true, then body of the loop is executed.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2000" b="1" dirty="0"/>
              <a:t>This is </a:t>
            </a:r>
            <a:r>
              <a:rPr lang="en-US" sz="2000" b="1" dirty="0">
                <a:solidFill>
                  <a:srgbClr val="FF0000"/>
                </a:solidFill>
              </a:rPr>
              <a:t>repeated until the test condition becomes false</a:t>
            </a:r>
            <a:r>
              <a:rPr lang="en-US" sz="2000" b="1" dirty="0"/>
              <a:t>, &amp; control transferred out of the loop.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rgbClr val="C00000"/>
                </a:solidFill>
              </a:rPr>
              <a:t>Body of loop is not executed if the condition is false at the very first attempt</a:t>
            </a:r>
            <a:r>
              <a:rPr lang="en-US" sz="2000" b="1" dirty="0"/>
              <a:t>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rgbClr val="C00000"/>
                </a:solidFill>
              </a:rPr>
              <a:t>While loop can be nested.</a:t>
            </a:r>
          </a:p>
        </p:txBody>
      </p:sp>
      <p:sp>
        <p:nvSpPr>
          <p:cNvPr id="63491" name="Slide Number Placeholder 9"/>
          <p:cNvSpPr>
            <a:spLocks noGrp="1"/>
          </p:cNvSpPr>
          <p:nvPr>
            <p:ph type="sldNum" sz="quarter" idx="12"/>
          </p:nvPr>
        </p:nvSpPr>
        <p:spPr bwMode="auto">
          <a:xfrm>
            <a:off x="5636117" y="6378555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B9760D-90A1-488D-8714-A8A90620B883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22506-7100-4304-8A11-39145300EC61}"/>
              </a:ext>
            </a:extLst>
          </p:cNvPr>
          <p:cNvSpPr txBox="1"/>
          <p:nvPr/>
        </p:nvSpPr>
        <p:spPr>
          <a:xfrm>
            <a:off x="2270235" y="205601"/>
            <a:ext cx="4603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Courier New" panose="02070309020205020404" pitchFamily="49" charset="0"/>
              </a:rPr>
              <a:t>while</a:t>
            </a:r>
            <a:r>
              <a:rPr lang="en-IN" sz="3600" b="1" dirty="0"/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343460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2036928" y="690961"/>
            <a:ext cx="5314950" cy="41195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2400" dirty="0"/>
              <a:t>Finding sum of natural numbers up to 100</a:t>
            </a:r>
          </a:p>
        </p:txBody>
      </p:sp>
      <p:sp>
        <p:nvSpPr>
          <p:cNvPr id="6759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7E501E-9996-4840-AB5F-1993C5BD9C33}" type="datetime1">
              <a:rPr lang="en-US" altLang="en-US" smtClean="0"/>
              <a:t>9/4/2025</a:t>
            </a:fld>
            <a:endParaRPr lang="en-US" altLang="en-US"/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683883-FB1A-4F2B-906B-A58D57EBCD3C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701158" y="1436470"/>
            <a:ext cx="3741683" cy="44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main()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{	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    </a:t>
            </a:r>
            <a:r>
              <a:rPr lang="en-US" b="1" kern="0" dirty="0" err="1"/>
              <a:t>int</a:t>
            </a:r>
            <a:r>
              <a:rPr lang="en-US" b="1" kern="0" dirty="0"/>
              <a:t> n;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    </a:t>
            </a:r>
            <a:r>
              <a:rPr lang="en-US" b="1" kern="0" dirty="0" err="1"/>
              <a:t>int</a:t>
            </a:r>
            <a:r>
              <a:rPr lang="en-US" b="1" kern="0" dirty="0"/>
              <a:t> sum;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    sum=0; </a:t>
            </a:r>
            <a:r>
              <a:rPr lang="en-US" b="1" kern="0" dirty="0">
                <a:solidFill>
                  <a:schemeClr val="bg2">
                    <a:lumMod val="10000"/>
                  </a:schemeClr>
                </a:solidFill>
              </a:rPr>
              <a:t>//initialize sum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chemeClr val="accent2"/>
                </a:solidFill>
              </a:rPr>
              <a:t>    n=1;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chemeClr val="bg1"/>
                </a:solidFill>
              </a:rPr>
              <a:t>    </a:t>
            </a:r>
            <a:r>
              <a:rPr lang="en-US" b="1" kern="0" dirty="0">
                <a:solidFill>
                  <a:srgbClr val="C00000"/>
                </a:solidFill>
              </a:rPr>
              <a:t>while (</a:t>
            </a:r>
            <a:r>
              <a:rPr lang="en-US" b="1" kern="0" dirty="0">
                <a:solidFill>
                  <a:schemeClr val="accent2"/>
                </a:solidFill>
              </a:rPr>
              <a:t>n &lt; 100</a:t>
            </a:r>
            <a:r>
              <a:rPr lang="en-US" b="1" kern="0" dirty="0">
                <a:solidFill>
                  <a:srgbClr val="C00000"/>
                </a:solidFill>
              </a:rPr>
              <a:t>)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rgbClr val="C00000"/>
                </a:solidFill>
              </a:rPr>
              <a:t>    {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rgbClr val="C00000"/>
                </a:solidFill>
              </a:rPr>
              <a:t>         sum= sum + n;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rgbClr val="C00000"/>
                </a:solidFill>
              </a:rPr>
              <a:t>         </a:t>
            </a:r>
            <a:r>
              <a:rPr lang="en-US" b="1" kern="0" dirty="0">
                <a:solidFill>
                  <a:schemeClr val="accent2"/>
                </a:solidFill>
              </a:rPr>
              <a:t>n = n + 1;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>
                <a:solidFill>
                  <a:srgbClr val="C00000"/>
                </a:solidFill>
              </a:rPr>
              <a:t>    }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r>
              <a:rPr lang="en-US" b="1" kern="0" dirty="0"/>
              <a:t>    </a:t>
            </a:r>
            <a:r>
              <a:rPr lang="en-US" b="1" kern="0" dirty="0" err="1"/>
              <a:t>printf</a:t>
            </a:r>
            <a:r>
              <a:rPr lang="en-US" b="1" kern="0" dirty="0"/>
              <a:t>(“%</a:t>
            </a:r>
            <a:r>
              <a:rPr lang="en-US" b="1" kern="0" dirty="0" err="1"/>
              <a:t>d”,sum</a:t>
            </a:r>
            <a:r>
              <a:rPr lang="en-US" b="1" kern="0" dirty="0"/>
              <a:t>);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    return 0;</a:t>
            </a:r>
          </a:p>
          <a:p>
            <a:pPr marL="257175" indent="-257175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b="1" kern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082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>
          <a:xfrm>
            <a:off x="2065503" y="1085851"/>
            <a:ext cx="5372100" cy="51435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en-US" sz="2100" dirty="0"/>
              <a:t>Program to reverse the digits of a number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69544" y="329790"/>
            <a:ext cx="8245806" cy="59937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6963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6FA92F-91BB-4DB8-BBA5-EE011CBEFBCA}" type="datetime1">
              <a:rPr lang="en-US" altLang="en-US" smtClean="0"/>
              <a:t>9/4/2025</a:t>
            </a:fld>
            <a:endParaRPr lang="en-US" altLang="en-US"/>
          </a:p>
        </p:txBody>
      </p:sp>
      <p:sp>
        <p:nvSpPr>
          <p:cNvPr id="6963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0A3ADA-4314-4C1C-A307-A4D6AFDF1CD1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1996279" y="1665836"/>
            <a:ext cx="5715000" cy="469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main()</a:t>
            </a:r>
            <a:endParaRPr lang="en-US" altLang="en-US" b="1" dirty="0"/>
          </a:p>
          <a:p>
            <a:pPr eaLnBrk="1" hangingPunct="1">
              <a:defRPr/>
            </a:pPr>
            <a:r>
              <a:rPr lang="en-US" altLang="en-US" b="1" dirty="0"/>
              <a:t>{</a:t>
            </a:r>
          </a:p>
          <a:p>
            <a:pPr lvl="1" eaLnBrk="1" hangingPunct="1">
              <a:defRPr/>
            </a:pPr>
            <a:r>
              <a:rPr lang="en-US" altLang="en-US" b="1" dirty="0" err="1"/>
              <a:t>int</a:t>
            </a:r>
            <a:r>
              <a:rPr lang="en-US" altLang="en-US" b="1" dirty="0"/>
              <a:t> number, rev=0, </a:t>
            </a:r>
            <a:r>
              <a:rPr lang="en-US" altLang="en-US" b="1" dirty="0" err="1"/>
              <a:t>right_digit</a:t>
            </a:r>
            <a:r>
              <a:rPr lang="en-US" altLang="en-US" b="1" dirty="0"/>
              <a:t>;</a:t>
            </a:r>
          </a:p>
          <a:p>
            <a:pPr lvl="1" eaLnBrk="1" hangingPunct="1">
              <a:defRPr/>
            </a:pPr>
            <a:endParaRPr lang="en-US" altLang="en-US" b="1" dirty="0"/>
          </a:p>
          <a:p>
            <a:pPr lvl="1" eaLnBrk="1" hangingPunct="1">
              <a:defRPr/>
            </a:pPr>
            <a:r>
              <a:rPr lang="en-US" altLang="en-US" b="1" dirty="0" err="1"/>
              <a:t>printf</a:t>
            </a:r>
            <a:r>
              <a:rPr lang="en-US" altLang="en-US" b="1" dirty="0"/>
              <a:t>(“Enter your number.\n“);</a:t>
            </a:r>
          </a:p>
          <a:p>
            <a:pPr lvl="1" eaLnBrk="1" hangingPunct="1">
              <a:defRPr/>
            </a:pPr>
            <a:r>
              <a:rPr lang="en-US" altLang="en-US" b="1" dirty="0"/>
              <a:t>scanf(“%</a:t>
            </a:r>
            <a:r>
              <a:rPr lang="en-US" altLang="en-US" b="1" dirty="0" err="1"/>
              <a:t>d”,&amp;number</a:t>
            </a:r>
            <a:r>
              <a:rPr lang="en-US" altLang="en-US" b="1" dirty="0"/>
              <a:t>);</a:t>
            </a:r>
          </a:p>
          <a:p>
            <a:pPr lvl="1" eaLnBrk="1" hangingPunct="1">
              <a:defRPr/>
            </a:pPr>
            <a:endParaRPr lang="en-US" altLang="en-US" b="1" dirty="0"/>
          </a:p>
          <a:p>
            <a:pPr lvl="1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while ( number != 0 ) </a:t>
            </a:r>
          </a:p>
          <a:p>
            <a:pPr lvl="1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{</a:t>
            </a:r>
          </a:p>
          <a:p>
            <a:pPr lvl="2" eaLnBrk="1" hangingPunct="1">
              <a:defRPr/>
            </a:pPr>
            <a:r>
              <a:rPr lang="en-US" altLang="en-US" b="1" dirty="0" err="1">
                <a:solidFill>
                  <a:schemeClr val="bg2">
                    <a:lumMod val="10000"/>
                  </a:schemeClr>
                </a:solidFill>
              </a:rPr>
              <a:t>right_digit</a:t>
            </a: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 = number % 10;</a:t>
            </a:r>
          </a:p>
          <a:p>
            <a:pPr lvl="2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rev=rev*10 + </a:t>
            </a:r>
            <a:r>
              <a:rPr lang="en-US" altLang="en-US" b="1" dirty="0" err="1">
                <a:solidFill>
                  <a:schemeClr val="bg2">
                    <a:lumMod val="10000"/>
                  </a:schemeClr>
                </a:solidFill>
              </a:rPr>
              <a:t>right_digit</a:t>
            </a: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;</a:t>
            </a:r>
          </a:p>
          <a:p>
            <a:pPr lvl="2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number = number / 10;</a:t>
            </a:r>
          </a:p>
          <a:p>
            <a:pPr lvl="1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}</a:t>
            </a:r>
          </a:p>
          <a:p>
            <a:pPr lvl="1" eaLnBrk="1" hangingPunct="1">
              <a:defRPr/>
            </a:pPr>
            <a:r>
              <a:rPr lang="en-US" altLang="en-US" b="1" dirty="0" err="1"/>
              <a:t>printf</a:t>
            </a:r>
            <a:r>
              <a:rPr lang="en-US" altLang="en-US" b="1" dirty="0"/>
              <a:t>(“The reversed number is %d“, rev);</a:t>
            </a:r>
          </a:p>
          <a:p>
            <a:pPr lvl="1" eaLnBrk="1" hangingPunct="1">
              <a:defRPr/>
            </a:pPr>
            <a:r>
              <a:rPr lang="en-US" altLang="en-US" b="1" dirty="0"/>
              <a:t>return 0;</a:t>
            </a:r>
          </a:p>
          <a:p>
            <a:pPr eaLnBrk="1" hangingPunct="1">
              <a:defRPr/>
            </a:pPr>
            <a:r>
              <a:rPr lang="en-US" alt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55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B5108-6E69-C259-0A1C-CE84C61A9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9/4/2025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4F54F-B8C8-349D-34A7-863F8466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743165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F5B91811CE1479B5AC94E7432E9CC" ma:contentTypeVersion="5" ma:contentTypeDescription="Create a new document." ma:contentTypeScope="" ma:versionID="e67ab8a85e8740b7de8dd1dec19a88cb">
  <xsd:schema xmlns:xsd="http://www.w3.org/2001/XMLSchema" xmlns:xs="http://www.w3.org/2001/XMLSchema" xmlns:p="http://schemas.microsoft.com/office/2006/metadata/properties" xmlns:ns2="09eb9e8c-5042-4e07-b1e7-8851b83ebf39" targetNamespace="http://schemas.microsoft.com/office/2006/metadata/properties" ma:root="true" ma:fieldsID="dccccadeddc5a7ff6b3649b2bc78d160" ns2:_="">
    <xsd:import namespace="09eb9e8c-5042-4e07-b1e7-8851b83ebf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b9e8c-5042-4e07-b1e7-8851b83eb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FAF3DE-0981-4491-90F5-8C105AF2A8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2AD4BEB-B3E3-4241-A0AB-13A2E3C77D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0E71E2-CE9B-4240-BF92-317A5DFEB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eb9e8c-5042-4e07-b1e7-8851b83ebf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3588</TotalTime>
  <Words>609</Words>
  <Application>Microsoft Office PowerPoint</Application>
  <PresentationFormat>On-screen Show (4:3)</PresentationFormat>
  <Paragraphs>106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Tempus Sans ITC</vt:lpstr>
      <vt:lpstr>Times New Roman</vt:lpstr>
      <vt:lpstr>Wingdings</vt:lpstr>
      <vt:lpstr>PSUC2018 Template</vt:lpstr>
      <vt:lpstr>Loops in c </vt:lpstr>
      <vt:lpstr>PowerPoint Presentation</vt:lpstr>
      <vt:lpstr>Iterative (loop) control structures</vt:lpstr>
      <vt:lpstr>PowerPoint Presentation</vt:lpstr>
      <vt:lpstr>How for works</vt:lpstr>
      <vt:lpstr>Used when the number of iterations is not known in advance. It checks the condition before each iteration.</vt:lpstr>
      <vt:lpstr>Finding sum of natural numbers up to 100</vt:lpstr>
      <vt:lpstr>Program to reverse the digits of a number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Making, Branching &amp; Switch</dc:title>
  <dc:creator>Mahe</dc:creator>
  <cp:lastModifiedBy>Arvind Kumar Mehta [MU - Jaipur]</cp:lastModifiedBy>
  <cp:revision>56</cp:revision>
  <dcterms:created xsi:type="dcterms:W3CDTF">2018-05-08T11:06:27Z</dcterms:created>
  <dcterms:modified xsi:type="dcterms:W3CDTF">2025-09-04T09:52:08Z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0x01010016DF5B91811CE1479B5AC94E7432E9CC</vt:lpwstr>
  </property>
</Properties>
</file>