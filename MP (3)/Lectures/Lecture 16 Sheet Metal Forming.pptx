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21" r:id="rId3"/>
    <p:sldId id="262" r:id="rId4"/>
    <p:sldId id="264" r:id="rId5"/>
    <p:sldId id="268" r:id="rId6"/>
    <p:sldId id="270" r:id="rId7"/>
    <p:sldId id="396" r:id="rId8"/>
    <p:sldId id="397" r:id="rId9"/>
    <p:sldId id="295" r:id="rId10"/>
    <p:sldId id="307" r:id="rId11"/>
    <p:sldId id="308" r:id="rId12"/>
    <p:sldId id="398" r:id="rId13"/>
    <p:sldId id="399" r:id="rId14"/>
    <p:sldId id="323"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1262F0-7C09-4E5E-ABBF-2173A9BFA9AB}" v="148" dt="2025-08-31T08:24:24.07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20" autoAdjust="0"/>
  </p:normalViewPr>
  <p:slideViewPr>
    <p:cSldViewPr>
      <p:cViewPr varScale="1">
        <p:scale>
          <a:sx n="59" d="100"/>
          <a:sy n="59" d="100"/>
        </p:scale>
        <p:origin x="940" y="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haneshwar Mishra [MU - Jaipur]" userId="b99d4817-95ca-4a42-841e-f8a8d5ffa339" providerId="ADAL" clId="{741262F0-7C09-4E5E-ABBF-2173A9BFA9AB}"/>
    <pc:docChg chg="undo custSel addSld delSld modSld delMainMaster">
      <pc:chgData name="Dr. Dhaneshwar Mishra [MU - Jaipur]" userId="b99d4817-95ca-4a42-841e-f8a8d5ffa339" providerId="ADAL" clId="{741262F0-7C09-4E5E-ABBF-2173A9BFA9AB}" dt="2025-08-31T08:24:54.374" v="1143" actId="1076"/>
      <pc:docMkLst>
        <pc:docMk/>
      </pc:docMkLst>
      <pc:sldChg chg="modSp mod">
        <pc:chgData name="Dr. Dhaneshwar Mishra [MU - Jaipur]" userId="b99d4817-95ca-4a42-841e-f8a8d5ffa339" providerId="ADAL" clId="{741262F0-7C09-4E5E-ABBF-2173A9BFA9AB}" dt="2025-08-30T15:01:21.275" v="30" actId="403"/>
        <pc:sldMkLst>
          <pc:docMk/>
          <pc:sldMk cId="0" sldId="256"/>
        </pc:sldMkLst>
        <pc:spChg chg="mod">
          <ac:chgData name="Dr. Dhaneshwar Mishra [MU - Jaipur]" userId="b99d4817-95ca-4a42-841e-f8a8d5ffa339" providerId="ADAL" clId="{741262F0-7C09-4E5E-ABBF-2173A9BFA9AB}" dt="2025-08-30T15:01:21.275" v="30" actId="403"/>
          <ac:spMkLst>
            <pc:docMk/>
            <pc:sldMk cId="0" sldId="256"/>
            <ac:spMk id="4" creationId="{00000000-0000-0000-0000-000000000000}"/>
          </ac:spMkLst>
        </pc:spChg>
        <pc:spChg chg="mod">
          <ac:chgData name="Dr. Dhaneshwar Mishra [MU - Jaipur]" userId="b99d4817-95ca-4a42-841e-f8a8d5ffa339" providerId="ADAL" clId="{741262F0-7C09-4E5E-ABBF-2173A9BFA9AB}" dt="2025-08-30T15:00:52.927" v="2" actId="20577"/>
          <ac:spMkLst>
            <pc:docMk/>
            <pc:sldMk cId="0" sldId="256"/>
            <ac:spMk id="6" creationId="{DD0A4B27-CA26-7C2F-BB7E-F1E69664A6D2}"/>
          </ac:spMkLst>
        </pc:spChg>
      </pc:sldChg>
      <pc:sldChg chg="delSp modSp add mod modTransition">
        <pc:chgData name="Dr. Dhaneshwar Mishra [MU - Jaipur]" userId="b99d4817-95ca-4a42-841e-f8a8d5ffa339" providerId="ADAL" clId="{741262F0-7C09-4E5E-ABBF-2173A9BFA9AB}" dt="2025-08-31T05:53:43.601" v="470" actId="20577"/>
        <pc:sldMkLst>
          <pc:docMk/>
          <pc:sldMk cId="0" sldId="262"/>
        </pc:sldMkLst>
        <pc:spChg chg="del mod">
          <ac:chgData name="Dr. Dhaneshwar Mishra [MU - Jaipur]" userId="b99d4817-95ca-4a42-841e-f8a8d5ffa339" providerId="ADAL" clId="{741262F0-7C09-4E5E-ABBF-2173A9BFA9AB}" dt="2025-08-31T05:52:55.578" v="453" actId="478"/>
          <ac:spMkLst>
            <pc:docMk/>
            <pc:sldMk cId="0" sldId="262"/>
            <ac:spMk id="7" creationId="{00000000-0000-0000-0000-000000000000}"/>
          </ac:spMkLst>
        </pc:spChg>
        <pc:spChg chg="mod">
          <ac:chgData name="Dr. Dhaneshwar Mishra [MU - Jaipur]" userId="b99d4817-95ca-4a42-841e-f8a8d5ffa339" providerId="ADAL" clId="{741262F0-7C09-4E5E-ABBF-2173A9BFA9AB}" dt="2025-08-31T05:53:00.241" v="454" actId="1076"/>
          <ac:spMkLst>
            <pc:docMk/>
            <pc:sldMk cId="0" sldId="262"/>
            <ac:spMk id="14339" creationId="{00000000-0000-0000-0000-000000000000}"/>
          </ac:spMkLst>
        </pc:spChg>
        <pc:spChg chg="mod">
          <ac:chgData name="Dr. Dhaneshwar Mishra [MU - Jaipur]" userId="b99d4817-95ca-4a42-841e-f8a8d5ffa339" providerId="ADAL" clId="{741262F0-7C09-4E5E-ABBF-2173A9BFA9AB}" dt="2025-08-31T05:53:43.601" v="470" actId="20577"/>
          <ac:spMkLst>
            <pc:docMk/>
            <pc:sldMk cId="0" sldId="262"/>
            <ac:spMk id="23559" creationId="{00000000-0000-0000-0000-000000000000}"/>
          </ac:spMkLst>
        </pc:spChg>
      </pc:sldChg>
      <pc:sldChg chg="delSp modSp add mod modTransition">
        <pc:chgData name="Dr. Dhaneshwar Mishra [MU - Jaipur]" userId="b99d4817-95ca-4a42-841e-f8a8d5ffa339" providerId="ADAL" clId="{741262F0-7C09-4E5E-ABBF-2173A9BFA9AB}" dt="2025-08-31T05:55:19.390" v="507" actId="20577"/>
        <pc:sldMkLst>
          <pc:docMk/>
          <pc:sldMk cId="0" sldId="264"/>
        </pc:sldMkLst>
        <pc:spChg chg="del mod">
          <ac:chgData name="Dr. Dhaneshwar Mishra [MU - Jaipur]" userId="b99d4817-95ca-4a42-841e-f8a8d5ffa339" providerId="ADAL" clId="{741262F0-7C09-4E5E-ABBF-2173A9BFA9AB}" dt="2025-08-31T05:54:45.397" v="498" actId="478"/>
          <ac:spMkLst>
            <pc:docMk/>
            <pc:sldMk cId="0" sldId="264"/>
            <ac:spMk id="6" creationId="{00000000-0000-0000-0000-000000000000}"/>
          </ac:spMkLst>
        </pc:spChg>
        <pc:spChg chg="mod">
          <ac:chgData name="Dr. Dhaneshwar Mishra [MU - Jaipur]" userId="b99d4817-95ca-4a42-841e-f8a8d5ffa339" providerId="ADAL" clId="{741262F0-7C09-4E5E-ABBF-2173A9BFA9AB}" dt="2025-08-31T05:55:19.390" v="507" actId="20577"/>
          <ac:spMkLst>
            <pc:docMk/>
            <pc:sldMk cId="0" sldId="264"/>
            <ac:spMk id="18435" creationId="{00000000-0000-0000-0000-000000000000}"/>
          </ac:spMkLst>
        </pc:spChg>
        <pc:spChg chg="mod">
          <ac:chgData name="Dr. Dhaneshwar Mishra [MU - Jaipur]" userId="b99d4817-95ca-4a42-841e-f8a8d5ffa339" providerId="ADAL" clId="{741262F0-7C09-4E5E-ABBF-2173A9BFA9AB}" dt="2025-08-31T05:53:57.063" v="475" actId="14100"/>
          <ac:spMkLst>
            <pc:docMk/>
            <pc:sldMk cId="0" sldId="264"/>
            <ac:spMk id="24582" creationId="{00000000-0000-0000-0000-000000000000}"/>
          </ac:spMkLst>
        </pc:spChg>
      </pc:sldChg>
      <pc:sldChg chg="addSp delSp modSp add mod modTransition">
        <pc:chgData name="Dr. Dhaneshwar Mishra [MU - Jaipur]" userId="b99d4817-95ca-4a42-841e-f8a8d5ffa339" providerId="ADAL" clId="{741262F0-7C09-4E5E-ABBF-2173A9BFA9AB}" dt="2025-08-31T05:58:52.211" v="582" actId="14100"/>
        <pc:sldMkLst>
          <pc:docMk/>
          <pc:sldMk cId="0" sldId="268"/>
        </pc:sldMkLst>
        <pc:spChg chg="mod">
          <ac:chgData name="Dr. Dhaneshwar Mishra [MU - Jaipur]" userId="b99d4817-95ca-4a42-841e-f8a8d5ffa339" providerId="ADAL" clId="{741262F0-7C09-4E5E-ABBF-2173A9BFA9AB}" dt="2025-08-31T05:58:52.211" v="582" actId="14100"/>
          <ac:spMkLst>
            <pc:docMk/>
            <pc:sldMk cId="0" sldId="268"/>
            <ac:spMk id="2" creationId="{00000000-0000-0000-0000-000000000000}"/>
          </ac:spMkLst>
        </pc:spChg>
        <pc:spChg chg="add mod">
          <ac:chgData name="Dr. Dhaneshwar Mishra [MU - Jaipur]" userId="b99d4817-95ca-4a42-841e-f8a8d5ffa339" providerId="ADAL" clId="{741262F0-7C09-4E5E-ABBF-2173A9BFA9AB}" dt="2025-08-31T05:56:39.698" v="523" actId="123"/>
          <ac:spMkLst>
            <pc:docMk/>
            <pc:sldMk cId="0" sldId="268"/>
            <ac:spMk id="4" creationId="{B5D47CF1-14FC-A236-7211-F0262E1B718F}"/>
          </ac:spMkLst>
        </pc:spChg>
        <pc:spChg chg="del mod">
          <ac:chgData name="Dr. Dhaneshwar Mishra [MU - Jaipur]" userId="b99d4817-95ca-4a42-841e-f8a8d5ffa339" providerId="ADAL" clId="{741262F0-7C09-4E5E-ABBF-2173A9BFA9AB}" dt="2025-08-31T05:56:44.746" v="524" actId="478"/>
          <ac:spMkLst>
            <pc:docMk/>
            <pc:sldMk cId="0" sldId="268"/>
            <ac:spMk id="5" creationId="{00000000-0000-0000-0000-000000000000}"/>
          </ac:spMkLst>
        </pc:spChg>
        <pc:spChg chg="mod">
          <ac:chgData name="Dr. Dhaneshwar Mishra [MU - Jaipur]" userId="b99d4817-95ca-4a42-841e-f8a8d5ffa339" providerId="ADAL" clId="{741262F0-7C09-4E5E-ABBF-2173A9BFA9AB}" dt="2025-08-31T05:55:40.968" v="510" actId="1076"/>
          <ac:spMkLst>
            <pc:docMk/>
            <pc:sldMk cId="0" sldId="268"/>
            <ac:spMk id="25603" creationId="{00000000-0000-0000-0000-000000000000}"/>
          </ac:spMkLst>
        </pc:spChg>
        <pc:spChg chg="mod">
          <ac:chgData name="Dr. Dhaneshwar Mishra [MU - Jaipur]" userId="b99d4817-95ca-4a42-841e-f8a8d5ffa339" providerId="ADAL" clId="{741262F0-7C09-4E5E-ABBF-2173A9BFA9AB}" dt="2025-08-31T05:58:44.944" v="580" actId="1076"/>
          <ac:spMkLst>
            <pc:docMk/>
            <pc:sldMk cId="0" sldId="268"/>
            <ac:spMk id="25606" creationId="{00000000-0000-0000-0000-000000000000}"/>
          </ac:spMkLst>
        </pc:spChg>
        <pc:picChg chg="mod">
          <ac:chgData name="Dr. Dhaneshwar Mishra [MU - Jaipur]" userId="b99d4817-95ca-4a42-841e-f8a8d5ffa339" providerId="ADAL" clId="{741262F0-7C09-4E5E-ABBF-2173A9BFA9AB}" dt="2025-08-31T05:56:00.665" v="513" actId="1076"/>
          <ac:picMkLst>
            <pc:docMk/>
            <pc:sldMk cId="0" sldId="268"/>
            <ac:picMk id="26629" creationId="{00000000-0000-0000-0000-000000000000}"/>
          </ac:picMkLst>
        </pc:picChg>
      </pc:sldChg>
      <pc:sldChg chg="addSp delSp modSp add mod modTransition">
        <pc:chgData name="Dr. Dhaneshwar Mishra [MU - Jaipur]" userId="b99d4817-95ca-4a42-841e-f8a8d5ffa339" providerId="ADAL" clId="{741262F0-7C09-4E5E-ABBF-2173A9BFA9AB}" dt="2025-08-31T07:09:49.283" v="664" actId="20577"/>
        <pc:sldMkLst>
          <pc:docMk/>
          <pc:sldMk cId="0" sldId="270"/>
        </pc:sldMkLst>
        <pc:spChg chg="add mod">
          <ac:chgData name="Dr. Dhaneshwar Mishra [MU - Jaipur]" userId="b99d4817-95ca-4a42-841e-f8a8d5ffa339" providerId="ADAL" clId="{741262F0-7C09-4E5E-ABBF-2173A9BFA9AB}" dt="2025-08-31T07:09:40.443" v="662" actId="1076"/>
          <ac:spMkLst>
            <pc:docMk/>
            <pc:sldMk cId="0" sldId="270"/>
            <ac:spMk id="3" creationId="{A0B7372F-C557-E30C-741B-B9745FAD5878}"/>
          </ac:spMkLst>
        </pc:spChg>
        <pc:spChg chg="del mod">
          <ac:chgData name="Dr. Dhaneshwar Mishra [MU - Jaipur]" userId="b99d4817-95ca-4a42-841e-f8a8d5ffa339" providerId="ADAL" clId="{741262F0-7C09-4E5E-ABBF-2173A9BFA9AB}" dt="2025-08-31T07:05:47.139" v="598" actId="478"/>
          <ac:spMkLst>
            <pc:docMk/>
            <pc:sldMk cId="0" sldId="270"/>
            <ac:spMk id="5" creationId="{00000000-0000-0000-0000-000000000000}"/>
          </ac:spMkLst>
        </pc:spChg>
        <pc:spChg chg="add mod">
          <ac:chgData name="Dr. Dhaneshwar Mishra [MU - Jaipur]" userId="b99d4817-95ca-4a42-841e-f8a8d5ffa339" providerId="ADAL" clId="{741262F0-7C09-4E5E-ABBF-2173A9BFA9AB}" dt="2025-08-31T07:09:49.283" v="664" actId="20577"/>
          <ac:spMkLst>
            <pc:docMk/>
            <pc:sldMk cId="0" sldId="270"/>
            <ac:spMk id="6" creationId="{67F0A1D4-F518-4156-DF73-B4DF25D4ECC9}"/>
          </ac:spMkLst>
        </pc:spChg>
        <pc:spChg chg="mod">
          <ac:chgData name="Dr. Dhaneshwar Mishra [MU - Jaipur]" userId="b99d4817-95ca-4a42-841e-f8a8d5ffa339" providerId="ADAL" clId="{741262F0-7C09-4E5E-ABBF-2173A9BFA9AB}" dt="2025-08-31T07:05:12.775" v="584" actId="1076"/>
          <ac:spMkLst>
            <pc:docMk/>
            <pc:sldMk cId="0" sldId="270"/>
            <ac:spMk id="27651" creationId="{00000000-0000-0000-0000-000000000000}"/>
          </ac:spMkLst>
        </pc:spChg>
        <pc:spChg chg="mod">
          <ac:chgData name="Dr. Dhaneshwar Mishra [MU - Jaipur]" userId="b99d4817-95ca-4a42-841e-f8a8d5ffa339" providerId="ADAL" clId="{741262F0-7C09-4E5E-ABBF-2173A9BFA9AB}" dt="2025-08-31T07:08:37.781" v="646" actId="20577"/>
          <ac:spMkLst>
            <pc:docMk/>
            <pc:sldMk cId="0" sldId="270"/>
            <ac:spMk id="27652" creationId="{00000000-0000-0000-0000-000000000000}"/>
          </ac:spMkLst>
        </pc:spChg>
        <pc:picChg chg="mod">
          <ac:chgData name="Dr. Dhaneshwar Mishra [MU - Jaipur]" userId="b99d4817-95ca-4a42-841e-f8a8d5ffa339" providerId="ADAL" clId="{741262F0-7C09-4E5E-ABBF-2173A9BFA9AB}" dt="2025-08-31T07:09:36.521" v="661" actId="1076"/>
          <ac:picMkLst>
            <pc:docMk/>
            <pc:sldMk cId="0" sldId="270"/>
            <ac:picMk id="27653" creationId="{00000000-0000-0000-0000-000000000000}"/>
          </ac:picMkLst>
        </pc:picChg>
      </pc:sldChg>
      <pc:sldChg chg="del">
        <pc:chgData name="Dr. Dhaneshwar Mishra [MU - Jaipur]" userId="b99d4817-95ca-4a42-841e-f8a8d5ffa339" providerId="ADAL" clId="{741262F0-7C09-4E5E-ABBF-2173A9BFA9AB}" dt="2025-08-31T05:12:28.697" v="94" actId="47"/>
        <pc:sldMkLst>
          <pc:docMk/>
          <pc:sldMk cId="0" sldId="293"/>
        </pc:sldMkLst>
      </pc:sldChg>
      <pc:sldChg chg="del">
        <pc:chgData name="Dr. Dhaneshwar Mishra [MU - Jaipur]" userId="b99d4817-95ca-4a42-841e-f8a8d5ffa339" providerId="ADAL" clId="{741262F0-7C09-4E5E-ABBF-2173A9BFA9AB}" dt="2025-08-31T05:12:28.697" v="94" actId="47"/>
        <pc:sldMkLst>
          <pc:docMk/>
          <pc:sldMk cId="0" sldId="294"/>
        </pc:sldMkLst>
      </pc:sldChg>
      <pc:sldChg chg="delSp modSp add mod modTransition">
        <pc:chgData name="Dr. Dhaneshwar Mishra [MU - Jaipur]" userId="b99d4817-95ca-4a42-841e-f8a8d5ffa339" providerId="ADAL" clId="{741262F0-7C09-4E5E-ABBF-2173A9BFA9AB}" dt="2025-08-31T07:23:53.439" v="822" actId="478"/>
        <pc:sldMkLst>
          <pc:docMk/>
          <pc:sldMk cId="0" sldId="295"/>
        </pc:sldMkLst>
        <pc:spChg chg="del mod">
          <ac:chgData name="Dr. Dhaneshwar Mishra [MU - Jaipur]" userId="b99d4817-95ca-4a42-841e-f8a8d5ffa339" providerId="ADAL" clId="{741262F0-7C09-4E5E-ABBF-2173A9BFA9AB}" dt="2025-08-31T07:23:53.439" v="822" actId="478"/>
          <ac:spMkLst>
            <pc:docMk/>
            <pc:sldMk cId="0" sldId="295"/>
            <ac:spMk id="4" creationId="{00000000-0000-0000-0000-000000000000}"/>
          </ac:spMkLst>
        </pc:spChg>
        <pc:spChg chg="mod">
          <ac:chgData name="Dr. Dhaneshwar Mishra [MU - Jaipur]" userId="b99d4817-95ca-4a42-841e-f8a8d5ffa339" providerId="ADAL" clId="{741262F0-7C09-4E5E-ABBF-2173A9BFA9AB}" dt="2025-08-31T07:23:04.750" v="787" actId="1076"/>
          <ac:spMkLst>
            <pc:docMk/>
            <pc:sldMk cId="0" sldId="295"/>
            <ac:spMk id="37891" creationId="{00000000-0000-0000-0000-000000000000}"/>
          </ac:spMkLst>
        </pc:spChg>
        <pc:spChg chg="mod">
          <ac:chgData name="Dr. Dhaneshwar Mishra [MU - Jaipur]" userId="b99d4817-95ca-4a42-841e-f8a8d5ffa339" providerId="ADAL" clId="{741262F0-7C09-4E5E-ABBF-2173A9BFA9AB}" dt="2025-08-31T07:23:42.720" v="821" actId="2711"/>
          <ac:spMkLst>
            <pc:docMk/>
            <pc:sldMk cId="0" sldId="295"/>
            <ac:spMk id="80899" creationId="{00000000-0000-0000-0000-000000000000}"/>
          </ac:spMkLst>
        </pc:spChg>
      </pc:sldChg>
      <pc:sldChg chg="del">
        <pc:chgData name="Dr. Dhaneshwar Mishra [MU - Jaipur]" userId="b99d4817-95ca-4a42-841e-f8a8d5ffa339" providerId="ADAL" clId="{741262F0-7C09-4E5E-ABBF-2173A9BFA9AB}" dt="2025-08-31T05:12:28.697" v="94" actId="47"/>
        <pc:sldMkLst>
          <pc:docMk/>
          <pc:sldMk cId="0" sldId="297"/>
        </pc:sldMkLst>
      </pc:sldChg>
      <pc:sldChg chg="del">
        <pc:chgData name="Dr. Dhaneshwar Mishra [MU - Jaipur]" userId="b99d4817-95ca-4a42-841e-f8a8d5ffa339" providerId="ADAL" clId="{741262F0-7C09-4E5E-ABBF-2173A9BFA9AB}" dt="2025-08-31T05:12:28.697" v="94" actId="47"/>
        <pc:sldMkLst>
          <pc:docMk/>
          <pc:sldMk cId="0" sldId="304"/>
        </pc:sldMkLst>
      </pc:sldChg>
      <pc:sldChg chg="del">
        <pc:chgData name="Dr. Dhaneshwar Mishra [MU - Jaipur]" userId="b99d4817-95ca-4a42-841e-f8a8d5ffa339" providerId="ADAL" clId="{741262F0-7C09-4E5E-ABBF-2173A9BFA9AB}" dt="2025-08-31T05:12:28.697" v="94" actId="47"/>
        <pc:sldMkLst>
          <pc:docMk/>
          <pc:sldMk cId="0" sldId="305"/>
        </pc:sldMkLst>
      </pc:sldChg>
      <pc:sldChg chg="del">
        <pc:chgData name="Dr. Dhaneshwar Mishra [MU - Jaipur]" userId="b99d4817-95ca-4a42-841e-f8a8d5ffa339" providerId="ADAL" clId="{741262F0-7C09-4E5E-ABBF-2173A9BFA9AB}" dt="2025-08-31T05:12:28.697" v="94" actId="47"/>
        <pc:sldMkLst>
          <pc:docMk/>
          <pc:sldMk cId="0" sldId="306"/>
        </pc:sldMkLst>
      </pc:sldChg>
      <pc:sldChg chg="delSp modSp add del mod modTransition modAnim">
        <pc:chgData name="Dr. Dhaneshwar Mishra [MU - Jaipur]" userId="b99d4817-95ca-4a42-841e-f8a8d5ffa339" providerId="ADAL" clId="{741262F0-7C09-4E5E-ABBF-2173A9BFA9AB}" dt="2025-08-31T07:25:40.381" v="863" actId="5793"/>
        <pc:sldMkLst>
          <pc:docMk/>
          <pc:sldMk cId="0" sldId="307"/>
        </pc:sldMkLst>
        <pc:spChg chg="del mod">
          <ac:chgData name="Dr. Dhaneshwar Mishra [MU - Jaipur]" userId="b99d4817-95ca-4a42-841e-f8a8d5ffa339" providerId="ADAL" clId="{741262F0-7C09-4E5E-ABBF-2173A9BFA9AB}" dt="2025-08-31T07:24:47.323" v="826" actId="478"/>
          <ac:spMkLst>
            <pc:docMk/>
            <pc:sldMk cId="0" sldId="307"/>
            <ac:spMk id="4" creationId="{00000000-0000-0000-0000-000000000000}"/>
          </ac:spMkLst>
        </pc:spChg>
        <pc:spChg chg="mod">
          <ac:chgData name="Dr. Dhaneshwar Mishra [MU - Jaipur]" userId="b99d4817-95ca-4a42-841e-f8a8d5ffa339" providerId="ADAL" clId="{741262F0-7C09-4E5E-ABBF-2173A9BFA9AB}" dt="2025-08-31T07:24:39.666" v="824" actId="1076"/>
          <ac:spMkLst>
            <pc:docMk/>
            <pc:sldMk cId="0" sldId="307"/>
            <ac:spMk id="38915" creationId="{00000000-0000-0000-0000-000000000000}"/>
          </ac:spMkLst>
        </pc:spChg>
        <pc:spChg chg="mod">
          <ac:chgData name="Dr. Dhaneshwar Mishra [MU - Jaipur]" userId="b99d4817-95ca-4a42-841e-f8a8d5ffa339" providerId="ADAL" clId="{741262F0-7C09-4E5E-ABBF-2173A9BFA9AB}" dt="2025-08-31T07:25:40.381" v="863" actId="5793"/>
          <ac:spMkLst>
            <pc:docMk/>
            <pc:sldMk cId="0" sldId="307"/>
            <ac:spMk id="38916" creationId="{00000000-0000-0000-0000-000000000000}"/>
          </ac:spMkLst>
        </pc:spChg>
      </pc:sldChg>
      <pc:sldChg chg="delSp modSp add mod modTransition">
        <pc:chgData name="Dr. Dhaneshwar Mishra [MU - Jaipur]" userId="b99d4817-95ca-4a42-841e-f8a8d5ffa339" providerId="ADAL" clId="{741262F0-7C09-4E5E-ABBF-2173A9BFA9AB}" dt="2025-08-31T07:27:23.588" v="885" actId="1076"/>
        <pc:sldMkLst>
          <pc:docMk/>
          <pc:sldMk cId="0" sldId="308"/>
        </pc:sldMkLst>
        <pc:spChg chg="del mod">
          <ac:chgData name="Dr. Dhaneshwar Mishra [MU - Jaipur]" userId="b99d4817-95ca-4a42-841e-f8a8d5ffa339" providerId="ADAL" clId="{741262F0-7C09-4E5E-ABBF-2173A9BFA9AB}" dt="2025-08-31T07:26:30.158" v="873" actId="478"/>
          <ac:spMkLst>
            <pc:docMk/>
            <pc:sldMk cId="0" sldId="308"/>
            <ac:spMk id="5" creationId="{00000000-0000-0000-0000-000000000000}"/>
          </ac:spMkLst>
        </pc:spChg>
        <pc:spChg chg="mod">
          <ac:chgData name="Dr. Dhaneshwar Mishra [MU - Jaipur]" userId="b99d4817-95ca-4a42-841e-f8a8d5ffa339" providerId="ADAL" clId="{741262F0-7C09-4E5E-ABBF-2173A9BFA9AB}" dt="2025-08-31T07:27:15.713" v="884" actId="403"/>
          <ac:spMkLst>
            <pc:docMk/>
            <pc:sldMk cId="0" sldId="308"/>
            <ac:spMk id="39939" creationId="{00000000-0000-0000-0000-000000000000}"/>
          </ac:spMkLst>
        </pc:spChg>
        <pc:spChg chg="mod">
          <ac:chgData name="Dr. Dhaneshwar Mishra [MU - Jaipur]" userId="b99d4817-95ca-4a42-841e-f8a8d5ffa339" providerId="ADAL" clId="{741262F0-7C09-4E5E-ABBF-2173A9BFA9AB}" dt="2025-08-31T07:26:22.656" v="872" actId="1076"/>
          <ac:spMkLst>
            <pc:docMk/>
            <pc:sldMk cId="0" sldId="308"/>
            <ac:spMk id="39941" creationId="{00000000-0000-0000-0000-000000000000}"/>
          </ac:spMkLst>
        </pc:spChg>
        <pc:spChg chg="mod">
          <ac:chgData name="Dr. Dhaneshwar Mishra [MU - Jaipur]" userId="b99d4817-95ca-4a42-841e-f8a8d5ffa339" providerId="ADAL" clId="{741262F0-7C09-4E5E-ABBF-2173A9BFA9AB}" dt="2025-08-31T07:26:47.230" v="877" actId="2710"/>
          <ac:spMkLst>
            <pc:docMk/>
            <pc:sldMk cId="0" sldId="308"/>
            <ac:spMk id="39942" creationId="{00000000-0000-0000-0000-000000000000}"/>
          </ac:spMkLst>
        </pc:spChg>
        <pc:picChg chg="mod">
          <ac:chgData name="Dr. Dhaneshwar Mishra [MU - Jaipur]" userId="b99d4817-95ca-4a42-841e-f8a8d5ffa339" providerId="ADAL" clId="{741262F0-7C09-4E5E-ABBF-2173A9BFA9AB}" dt="2025-08-31T07:27:23.588" v="885" actId="1076"/>
          <ac:picMkLst>
            <pc:docMk/>
            <pc:sldMk cId="0" sldId="308"/>
            <ac:picMk id="39940" creationId="{00000000-0000-0000-0000-000000000000}"/>
          </ac:picMkLst>
        </pc:picChg>
      </pc:sldChg>
      <pc:sldChg chg="del">
        <pc:chgData name="Dr. Dhaneshwar Mishra [MU - Jaipur]" userId="b99d4817-95ca-4a42-841e-f8a8d5ffa339" providerId="ADAL" clId="{741262F0-7C09-4E5E-ABBF-2173A9BFA9AB}" dt="2025-08-31T05:12:28.697" v="94" actId="47"/>
        <pc:sldMkLst>
          <pc:docMk/>
          <pc:sldMk cId="0" sldId="315"/>
        </pc:sldMkLst>
      </pc:sldChg>
      <pc:sldChg chg="addSp delSp modSp add mod modAnim">
        <pc:chgData name="Dr. Dhaneshwar Mishra [MU - Jaipur]" userId="b99d4817-95ca-4a42-841e-f8a8d5ffa339" providerId="ADAL" clId="{741262F0-7C09-4E5E-ABBF-2173A9BFA9AB}" dt="2025-08-31T07:14:23.458" v="713" actId="1076"/>
        <pc:sldMkLst>
          <pc:docMk/>
          <pc:sldMk cId="0" sldId="321"/>
        </pc:sldMkLst>
        <pc:spChg chg="del">
          <ac:chgData name="Dr. Dhaneshwar Mishra [MU - Jaipur]" userId="b99d4817-95ca-4a42-841e-f8a8d5ffa339" providerId="ADAL" clId="{741262F0-7C09-4E5E-ABBF-2173A9BFA9AB}" dt="2025-08-31T05:15:41.896" v="113" actId="478"/>
          <ac:spMkLst>
            <pc:docMk/>
            <pc:sldMk cId="0" sldId="321"/>
            <ac:spMk id="2" creationId="{00000000-0000-0000-0000-000000000000}"/>
          </ac:spMkLst>
        </pc:spChg>
        <pc:spChg chg="mod">
          <ac:chgData name="Dr. Dhaneshwar Mishra [MU - Jaipur]" userId="b99d4817-95ca-4a42-841e-f8a8d5ffa339" providerId="ADAL" clId="{741262F0-7C09-4E5E-ABBF-2173A9BFA9AB}" dt="2025-08-31T05:44:37.497" v="410" actId="1076"/>
          <ac:spMkLst>
            <pc:docMk/>
            <pc:sldMk cId="0" sldId="321"/>
            <ac:spMk id="3" creationId="{00000000-0000-0000-0000-000000000000}"/>
          </ac:spMkLst>
        </pc:spChg>
        <pc:spChg chg="mod">
          <ac:chgData name="Dr. Dhaneshwar Mishra [MU - Jaipur]" userId="b99d4817-95ca-4a42-841e-f8a8d5ffa339" providerId="ADAL" clId="{741262F0-7C09-4E5E-ABBF-2173A9BFA9AB}" dt="2025-08-31T05:44:25.010" v="407" actId="14100"/>
          <ac:spMkLst>
            <pc:docMk/>
            <pc:sldMk cId="0" sldId="321"/>
            <ac:spMk id="4" creationId="{00000000-0000-0000-0000-000000000000}"/>
          </ac:spMkLst>
        </pc:spChg>
        <pc:spChg chg="mod">
          <ac:chgData name="Dr. Dhaneshwar Mishra [MU - Jaipur]" userId="b99d4817-95ca-4a42-841e-f8a8d5ffa339" providerId="ADAL" clId="{741262F0-7C09-4E5E-ABBF-2173A9BFA9AB}" dt="2025-08-31T07:13:13.286" v="700" actId="164"/>
          <ac:spMkLst>
            <pc:docMk/>
            <pc:sldMk cId="0" sldId="321"/>
            <ac:spMk id="6" creationId="{00000000-0000-0000-0000-000000000000}"/>
          </ac:spMkLst>
        </pc:spChg>
        <pc:spChg chg="mod">
          <ac:chgData name="Dr. Dhaneshwar Mishra [MU - Jaipur]" userId="b99d4817-95ca-4a42-841e-f8a8d5ffa339" providerId="ADAL" clId="{741262F0-7C09-4E5E-ABBF-2173A9BFA9AB}" dt="2025-08-31T07:13:22.121" v="701" actId="164"/>
          <ac:spMkLst>
            <pc:docMk/>
            <pc:sldMk cId="0" sldId="321"/>
            <ac:spMk id="7" creationId="{00000000-0000-0000-0000-000000000000}"/>
          </ac:spMkLst>
        </pc:spChg>
        <pc:spChg chg="mod">
          <ac:chgData name="Dr. Dhaneshwar Mishra [MU - Jaipur]" userId="b99d4817-95ca-4a42-841e-f8a8d5ffa339" providerId="ADAL" clId="{741262F0-7C09-4E5E-ABBF-2173A9BFA9AB}" dt="2025-08-31T07:14:23.458" v="713" actId="1076"/>
          <ac:spMkLst>
            <pc:docMk/>
            <pc:sldMk cId="0" sldId="321"/>
            <ac:spMk id="9" creationId="{00000000-0000-0000-0000-000000000000}"/>
          </ac:spMkLst>
        </pc:spChg>
        <pc:spChg chg="add del mod">
          <ac:chgData name="Dr. Dhaneshwar Mishra [MU - Jaipur]" userId="b99d4817-95ca-4a42-841e-f8a8d5ffa339" providerId="ADAL" clId="{741262F0-7C09-4E5E-ABBF-2173A9BFA9AB}" dt="2025-08-31T05:18:46.538" v="273" actId="478"/>
          <ac:spMkLst>
            <pc:docMk/>
            <pc:sldMk cId="0" sldId="321"/>
            <ac:spMk id="11" creationId="{561024E3-A433-756A-9654-8049D2066D37}"/>
          </ac:spMkLst>
        </pc:spChg>
        <pc:spChg chg="add del mod">
          <ac:chgData name="Dr. Dhaneshwar Mishra [MU - Jaipur]" userId="b99d4817-95ca-4a42-841e-f8a8d5ffa339" providerId="ADAL" clId="{741262F0-7C09-4E5E-ABBF-2173A9BFA9AB}" dt="2025-08-31T05:41:20.170" v="377" actId="478"/>
          <ac:spMkLst>
            <pc:docMk/>
            <pc:sldMk cId="0" sldId="321"/>
            <ac:spMk id="12" creationId="{C594EE43-73D1-3A63-2395-E8C3E7B76F11}"/>
          </ac:spMkLst>
        </pc:spChg>
        <pc:spChg chg="add mod">
          <ac:chgData name="Dr. Dhaneshwar Mishra [MU - Jaipur]" userId="b99d4817-95ca-4a42-841e-f8a8d5ffa339" providerId="ADAL" clId="{741262F0-7C09-4E5E-ABBF-2173A9BFA9AB}" dt="2025-08-31T05:44:30.746" v="408" actId="1076"/>
          <ac:spMkLst>
            <pc:docMk/>
            <pc:sldMk cId="0" sldId="321"/>
            <ac:spMk id="14" creationId="{8A7421CE-2978-6C56-5A3B-C3CC7DEF1AFE}"/>
          </ac:spMkLst>
        </pc:spChg>
        <pc:grpChg chg="add del mod">
          <ac:chgData name="Dr. Dhaneshwar Mishra [MU - Jaipur]" userId="b99d4817-95ca-4a42-841e-f8a8d5ffa339" providerId="ADAL" clId="{741262F0-7C09-4E5E-ABBF-2173A9BFA9AB}" dt="2025-08-31T07:13:43.405" v="703" actId="21"/>
          <ac:grpSpMkLst>
            <pc:docMk/>
            <pc:sldMk cId="0" sldId="321"/>
            <ac:grpSpMk id="15" creationId="{3AFC14DA-E058-8517-2F50-13C08A5C0327}"/>
          </ac:grpSpMkLst>
        </pc:grpChg>
        <pc:grpChg chg="add del mod">
          <ac:chgData name="Dr. Dhaneshwar Mishra [MU - Jaipur]" userId="b99d4817-95ca-4a42-841e-f8a8d5ffa339" providerId="ADAL" clId="{741262F0-7C09-4E5E-ABBF-2173A9BFA9AB}" dt="2025-08-31T07:13:43.405" v="703" actId="21"/>
          <ac:grpSpMkLst>
            <pc:docMk/>
            <pc:sldMk cId="0" sldId="321"/>
            <ac:grpSpMk id="16" creationId="{CCD19951-75E4-64B9-C8CB-BD2A1849FA10}"/>
          </ac:grpSpMkLst>
        </pc:grpChg>
        <pc:grpChg chg="add mod">
          <ac:chgData name="Dr. Dhaneshwar Mishra [MU - Jaipur]" userId="b99d4817-95ca-4a42-841e-f8a8d5ffa339" providerId="ADAL" clId="{741262F0-7C09-4E5E-ABBF-2173A9BFA9AB}" dt="2025-08-31T07:14:19.448" v="712" actId="14100"/>
          <ac:grpSpMkLst>
            <pc:docMk/>
            <pc:sldMk cId="0" sldId="321"/>
            <ac:grpSpMk id="17" creationId="{BBDC2C0D-650B-5020-65EC-9ADE7C00373A}"/>
          </ac:grpSpMkLst>
        </pc:grpChg>
        <pc:picChg chg="mod modCrop">
          <ac:chgData name="Dr. Dhaneshwar Mishra [MU - Jaipur]" userId="b99d4817-95ca-4a42-841e-f8a8d5ffa339" providerId="ADAL" clId="{741262F0-7C09-4E5E-ABBF-2173A9BFA9AB}" dt="2025-08-31T07:13:22.121" v="701" actId="164"/>
          <ac:picMkLst>
            <pc:docMk/>
            <pc:sldMk cId="0" sldId="321"/>
            <ac:picMk id="5" creationId="{00000000-0000-0000-0000-000000000000}"/>
          </ac:picMkLst>
        </pc:picChg>
        <pc:picChg chg="mod">
          <ac:chgData name="Dr. Dhaneshwar Mishra [MU - Jaipur]" userId="b99d4817-95ca-4a42-841e-f8a8d5ffa339" providerId="ADAL" clId="{741262F0-7C09-4E5E-ABBF-2173A9BFA9AB}" dt="2025-08-31T07:13:37.271" v="702" actId="164"/>
          <ac:picMkLst>
            <pc:docMk/>
            <pc:sldMk cId="0" sldId="321"/>
            <ac:picMk id="8" creationId="{00000000-0000-0000-0000-000000000000}"/>
          </ac:picMkLst>
        </pc:picChg>
        <pc:picChg chg="add mod modCrop">
          <ac:chgData name="Dr. Dhaneshwar Mishra [MU - Jaipur]" userId="b99d4817-95ca-4a42-841e-f8a8d5ffa339" providerId="ADAL" clId="{741262F0-7C09-4E5E-ABBF-2173A9BFA9AB}" dt="2025-08-31T07:13:13.286" v="700" actId="164"/>
          <ac:picMkLst>
            <pc:docMk/>
            <pc:sldMk cId="0" sldId="321"/>
            <ac:picMk id="13" creationId="{1C7FCBB7-62AD-5F5D-2189-79FDC98144ED}"/>
          </ac:picMkLst>
        </pc:picChg>
      </pc:sldChg>
      <pc:sldChg chg="delSp modSp add del mod">
        <pc:chgData name="Dr. Dhaneshwar Mishra [MU - Jaipur]" userId="b99d4817-95ca-4a42-841e-f8a8d5ffa339" providerId="ADAL" clId="{741262F0-7C09-4E5E-ABBF-2173A9BFA9AB}" dt="2025-08-31T08:09:19.776" v="886" actId="47"/>
        <pc:sldMkLst>
          <pc:docMk/>
          <pc:sldMk cId="0" sldId="322"/>
        </pc:sldMkLst>
        <pc:spChg chg="del">
          <ac:chgData name="Dr. Dhaneshwar Mishra [MU - Jaipur]" userId="b99d4817-95ca-4a42-841e-f8a8d5ffa339" providerId="ADAL" clId="{741262F0-7C09-4E5E-ABBF-2173A9BFA9AB}" dt="2025-08-30T15:05:03.102" v="59" actId="478"/>
          <ac:spMkLst>
            <pc:docMk/>
            <pc:sldMk cId="0" sldId="322"/>
            <ac:spMk id="2" creationId="{00000000-0000-0000-0000-000000000000}"/>
          </ac:spMkLst>
        </pc:spChg>
        <pc:spChg chg="mod">
          <ac:chgData name="Dr. Dhaneshwar Mishra [MU - Jaipur]" userId="b99d4817-95ca-4a42-841e-f8a8d5ffa339" providerId="ADAL" clId="{741262F0-7C09-4E5E-ABBF-2173A9BFA9AB}" dt="2025-08-30T15:05:15.805" v="64" actId="1076"/>
          <ac:spMkLst>
            <pc:docMk/>
            <pc:sldMk cId="0" sldId="322"/>
            <ac:spMk id="4" creationId="{00000000-0000-0000-0000-000000000000}"/>
          </ac:spMkLst>
        </pc:spChg>
        <pc:spChg chg="mod">
          <ac:chgData name="Dr. Dhaneshwar Mishra [MU - Jaipur]" userId="b99d4817-95ca-4a42-841e-f8a8d5ffa339" providerId="ADAL" clId="{741262F0-7C09-4E5E-ABBF-2173A9BFA9AB}" dt="2025-08-30T15:05:57.961" v="73" actId="1076"/>
          <ac:spMkLst>
            <pc:docMk/>
            <pc:sldMk cId="0" sldId="322"/>
            <ac:spMk id="5" creationId="{00000000-0000-0000-0000-000000000000}"/>
          </ac:spMkLst>
        </pc:spChg>
        <pc:spChg chg="mod">
          <ac:chgData name="Dr. Dhaneshwar Mishra [MU - Jaipur]" userId="b99d4817-95ca-4a42-841e-f8a8d5ffa339" providerId="ADAL" clId="{741262F0-7C09-4E5E-ABBF-2173A9BFA9AB}" dt="2025-08-30T15:05:00.059" v="58" actId="1076"/>
          <ac:spMkLst>
            <pc:docMk/>
            <pc:sldMk cId="0" sldId="322"/>
            <ac:spMk id="6" creationId="{00000000-0000-0000-0000-000000000000}"/>
          </ac:spMkLst>
        </pc:spChg>
        <pc:spChg chg="mod">
          <ac:chgData name="Dr. Dhaneshwar Mishra [MU - Jaipur]" userId="b99d4817-95ca-4a42-841e-f8a8d5ffa339" providerId="ADAL" clId="{741262F0-7C09-4E5E-ABBF-2173A9BFA9AB}" dt="2025-08-30T15:05:33.832" v="67" actId="1076"/>
          <ac:spMkLst>
            <pc:docMk/>
            <pc:sldMk cId="0" sldId="322"/>
            <ac:spMk id="8" creationId="{00000000-0000-0000-0000-000000000000}"/>
          </ac:spMkLst>
        </pc:spChg>
        <pc:spChg chg="mod">
          <ac:chgData name="Dr. Dhaneshwar Mishra [MU - Jaipur]" userId="b99d4817-95ca-4a42-841e-f8a8d5ffa339" providerId="ADAL" clId="{741262F0-7C09-4E5E-ABBF-2173A9BFA9AB}" dt="2025-08-30T15:05:38.823" v="68" actId="1076"/>
          <ac:spMkLst>
            <pc:docMk/>
            <pc:sldMk cId="0" sldId="322"/>
            <ac:spMk id="9" creationId="{00000000-0000-0000-0000-000000000000}"/>
          </ac:spMkLst>
        </pc:spChg>
        <pc:spChg chg="mod">
          <ac:chgData name="Dr. Dhaneshwar Mishra [MU - Jaipur]" userId="b99d4817-95ca-4a42-841e-f8a8d5ffa339" providerId="ADAL" clId="{741262F0-7C09-4E5E-ABBF-2173A9BFA9AB}" dt="2025-08-30T15:05:42.521" v="69" actId="1076"/>
          <ac:spMkLst>
            <pc:docMk/>
            <pc:sldMk cId="0" sldId="322"/>
            <ac:spMk id="10" creationId="{00000000-0000-0000-0000-000000000000}"/>
          </ac:spMkLst>
        </pc:spChg>
        <pc:picChg chg="mod">
          <ac:chgData name="Dr. Dhaneshwar Mishra [MU - Jaipur]" userId="b99d4817-95ca-4a42-841e-f8a8d5ffa339" providerId="ADAL" clId="{741262F0-7C09-4E5E-ABBF-2173A9BFA9AB}" dt="2025-08-30T15:05:52.623" v="72" actId="14100"/>
          <ac:picMkLst>
            <pc:docMk/>
            <pc:sldMk cId="0" sldId="322"/>
            <ac:picMk id="3" creationId="{00000000-0000-0000-0000-000000000000}"/>
          </ac:picMkLst>
        </pc:picChg>
        <pc:picChg chg="mod">
          <ac:chgData name="Dr. Dhaneshwar Mishra [MU - Jaipur]" userId="b99d4817-95ca-4a42-841e-f8a8d5ffa339" providerId="ADAL" clId="{741262F0-7C09-4E5E-ABBF-2173A9BFA9AB}" dt="2025-08-30T15:05:29.155" v="66" actId="14100"/>
          <ac:picMkLst>
            <pc:docMk/>
            <pc:sldMk cId="0" sldId="322"/>
            <ac:picMk id="7" creationId="{00000000-0000-0000-0000-000000000000}"/>
          </ac:picMkLst>
        </pc:picChg>
      </pc:sldChg>
      <pc:sldChg chg="delSp modSp add mod">
        <pc:chgData name="Dr. Dhaneshwar Mishra [MU - Jaipur]" userId="b99d4817-95ca-4a42-841e-f8a8d5ffa339" providerId="ADAL" clId="{741262F0-7C09-4E5E-ABBF-2173A9BFA9AB}" dt="2025-08-30T15:07:37.794" v="88" actId="21"/>
        <pc:sldMkLst>
          <pc:docMk/>
          <pc:sldMk cId="0" sldId="323"/>
        </pc:sldMkLst>
        <pc:spChg chg="del">
          <ac:chgData name="Dr. Dhaneshwar Mishra [MU - Jaipur]" userId="b99d4817-95ca-4a42-841e-f8a8d5ffa339" providerId="ADAL" clId="{741262F0-7C09-4E5E-ABBF-2173A9BFA9AB}" dt="2025-08-30T15:07:37.794" v="88" actId="21"/>
          <ac:spMkLst>
            <pc:docMk/>
            <pc:sldMk cId="0" sldId="323"/>
            <ac:spMk id="4" creationId="{00000000-0000-0000-0000-000000000000}"/>
          </ac:spMkLst>
        </pc:spChg>
        <pc:picChg chg="del">
          <ac:chgData name="Dr. Dhaneshwar Mishra [MU - Jaipur]" userId="b99d4817-95ca-4a42-841e-f8a8d5ffa339" providerId="ADAL" clId="{741262F0-7C09-4E5E-ABBF-2173A9BFA9AB}" dt="2025-08-30T15:07:00.711" v="79" actId="21"/>
          <ac:picMkLst>
            <pc:docMk/>
            <pc:sldMk cId="0" sldId="323"/>
            <ac:picMk id="3" creationId="{00000000-0000-0000-0000-000000000000}"/>
          </ac:picMkLst>
        </pc:picChg>
        <pc:picChg chg="del mod">
          <ac:chgData name="Dr. Dhaneshwar Mishra [MU - Jaipur]" userId="b99d4817-95ca-4a42-841e-f8a8d5ffa339" providerId="ADAL" clId="{741262F0-7C09-4E5E-ABBF-2173A9BFA9AB}" dt="2025-08-30T15:07:17.090" v="83" actId="21"/>
          <ac:picMkLst>
            <pc:docMk/>
            <pc:sldMk cId="0" sldId="323"/>
            <ac:picMk id="5" creationId="{00000000-0000-0000-0000-000000000000}"/>
          </ac:picMkLst>
        </pc:picChg>
      </pc:sldChg>
      <pc:sldChg chg="del">
        <pc:chgData name="Dr. Dhaneshwar Mishra [MU - Jaipur]" userId="b99d4817-95ca-4a42-841e-f8a8d5ffa339" providerId="ADAL" clId="{741262F0-7C09-4E5E-ABBF-2173A9BFA9AB}" dt="2025-08-31T05:12:28.697" v="94" actId="47"/>
        <pc:sldMkLst>
          <pc:docMk/>
          <pc:sldMk cId="2246172808" sldId="361"/>
        </pc:sldMkLst>
      </pc:sldChg>
      <pc:sldChg chg="del">
        <pc:chgData name="Dr. Dhaneshwar Mishra [MU - Jaipur]" userId="b99d4817-95ca-4a42-841e-f8a8d5ffa339" providerId="ADAL" clId="{741262F0-7C09-4E5E-ABBF-2173A9BFA9AB}" dt="2025-08-31T05:12:28.697" v="94" actId="47"/>
        <pc:sldMkLst>
          <pc:docMk/>
          <pc:sldMk cId="2542640371" sldId="362"/>
        </pc:sldMkLst>
      </pc:sldChg>
      <pc:sldChg chg="del">
        <pc:chgData name="Dr. Dhaneshwar Mishra [MU - Jaipur]" userId="b99d4817-95ca-4a42-841e-f8a8d5ffa339" providerId="ADAL" clId="{741262F0-7C09-4E5E-ABBF-2173A9BFA9AB}" dt="2025-08-31T05:12:28.697" v="94" actId="47"/>
        <pc:sldMkLst>
          <pc:docMk/>
          <pc:sldMk cId="394770241" sldId="363"/>
        </pc:sldMkLst>
      </pc:sldChg>
      <pc:sldChg chg="del">
        <pc:chgData name="Dr. Dhaneshwar Mishra [MU - Jaipur]" userId="b99d4817-95ca-4a42-841e-f8a8d5ffa339" providerId="ADAL" clId="{741262F0-7C09-4E5E-ABBF-2173A9BFA9AB}" dt="2025-08-31T05:12:28.697" v="94" actId="47"/>
        <pc:sldMkLst>
          <pc:docMk/>
          <pc:sldMk cId="2257034389" sldId="364"/>
        </pc:sldMkLst>
      </pc:sldChg>
      <pc:sldChg chg="addSp delSp modSp new del mod">
        <pc:chgData name="Dr. Dhaneshwar Mishra [MU - Jaipur]" userId="b99d4817-95ca-4a42-841e-f8a8d5ffa339" providerId="ADAL" clId="{741262F0-7C09-4E5E-ABBF-2173A9BFA9AB}" dt="2025-08-31T08:09:19.776" v="886" actId="47"/>
        <pc:sldMkLst>
          <pc:docMk/>
          <pc:sldMk cId="448481820" sldId="365"/>
        </pc:sldMkLst>
        <pc:spChg chg="del">
          <ac:chgData name="Dr. Dhaneshwar Mishra [MU - Jaipur]" userId="b99d4817-95ca-4a42-841e-f8a8d5ffa339" providerId="ADAL" clId="{741262F0-7C09-4E5E-ABBF-2173A9BFA9AB}" dt="2025-08-30T15:06:51.815" v="77" actId="478"/>
          <ac:spMkLst>
            <pc:docMk/>
            <pc:sldMk cId="448481820" sldId="365"/>
            <ac:spMk id="2" creationId="{6BCFFF31-A66A-324B-C7F7-A1F3B6E2FE6C}"/>
          </ac:spMkLst>
        </pc:spChg>
        <pc:spChg chg="del">
          <ac:chgData name="Dr. Dhaneshwar Mishra [MU - Jaipur]" userId="b99d4817-95ca-4a42-841e-f8a8d5ffa339" providerId="ADAL" clId="{741262F0-7C09-4E5E-ABBF-2173A9BFA9AB}" dt="2025-08-30T15:06:54.319" v="78" actId="478"/>
          <ac:spMkLst>
            <pc:docMk/>
            <pc:sldMk cId="448481820" sldId="365"/>
            <ac:spMk id="3" creationId="{AED1197B-1C19-64C3-B26C-8A6491B8ED9C}"/>
          </ac:spMkLst>
        </pc:spChg>
        <pc:spChg chg="add mod">
          <ac:chgData name="Dr. Dhaneshwar Mishra [MU - Jaipur]" userId="b99d4817-95ca-4a42-841e-f8a8d5ffa339" providerId="ADAL" clId="{741262F0-7C09-4E5E-ABBF-2173A9BFA9AB}" dt="2025-08-30T15:08:11.701" v="92" actId="14100"/>
          <ac:spMkLst>
            <pc:docMk/>
            <pc:sldMk cId="448481820" sldId="365"/>
            <ac:spMk id="6" creationId="{00000000-0000-0000-0000-000000000000}"/>
          </ac:spMkLst>
        </pc:spChg>
        <pc:picChg chg="add mod">
          <ac:chgData name="Dr. Dhaneshwar Mishra [MU - Jaipur]" userId="b99d4817-95ca-4a42-841e-f8a8d5ffa339" providerId="ADAL" clId="{741262F0-7C09-4E5E-ABBF-2173A9BFA9AB}" dt="2025-08-30T15:08:15.552" v="93" actId="14100"/>
          <ac:picMkLst>
            <pc:docMk/>
            <pc:sldMk cId="448481820" sldId="365"/>
            <ac:picMk id="4" creationId="{00000000-0000-0000-0000-000000000000}"/>
          </ac:picMkLst>
        </pc:picChg>
        <pc:picChg chg="add mod">
          <ac:chgData name="Dr. Dhaneshwar Mishra [MU - Jaipur]" userId="b99d4817-95ca-4a42-841e-f8a8d5ffa339" providerId="ADAL" clId="{741262F0-7C09-4E5E-ABBF-2173A9BFA9AB}" dt="2025-08-30T15:07:27.580" v="87" actId="14100"/>
          <ac:picMkLst>
            <pc:docMk/>
            <pc:sldMk cId="448481820" sldId="365"/>
            <ac:picMk id="5" creationId="{00000000-0000-0000-0000-000000000000}"/>
          </ac:picMkLst>
        </pc:picChg>
      </pc:sldChg>
      <pc:sldChg chg="modSp add del mod modTransition">
        <pc:chgData name="Dr. Dhaneshwar Mishra [MU - Jaipur]" userId="b99d4817-95ca-4a42-841e-f8a8d5ffa339" providerId="ADAL" clId="{741262F0-7C09-4E5E-ABBF-2173A9BFA9AB}" dt="2025-08-31T07:09:56.643" v="665" actId="47"/>
        <pc:sldMkLst>
          <pc:docMk/>
          <pc:sldMk cId="0" sldId="389"/>
        </pc:sldMkLst>
        <pc:spChg chg="mod">
          <ac:chgData name="Dr. Dhaneshwar Mishra [MU - Jaipur]" userId="b99d4817-95ca-4a42-841e-f8a8d5ffa339" providerId="ADAL" clId="{741262F0-7C09-4E5E-ABBF-2173A9BFA9AB}" dt="2025-08-31T07:08:22.223" v="645" actId="21"/>
          <ac:spMkLst>
            <pc:docMk/>
            <pc:sldMk cId="0" sldId="389"/>
            <ac:spMk id="3" creationId="{00000000-0000-0000-0000-000000000000}"/>
          </ac:spMkLst>
        </pc:spChg>
        <pc:spChg chg="mod">
          <ac:chgData name="Dr. Dhaneshwar Mishra [MU - Jaipur]" userId="b99d4817-95ca-4a42-841e-f8a8d5ffa339" providerId="ADAL" clId="{741262F0-7C09-4E5E-ABBF-2173A9BFA9AB}" dt="2025-08-31T07:05:03.907" v="583"/>
          <ac:spMkLst>
            <pc:docMk/>
            <pc:sldMk cId="0" sldId="389"/>
            <ac:spMk id="4" creationId="{00000000-0000-0000-0000-000000000000}"/>
          </ac:spMkLst>
        </pc:spChg>
      </pc:sldChg>
      <pc:sldChg chg="addSp delSp modSp add mod modTransition delAnim">
        <pc:chgData name="Dr. Dhaneshwar Mishra [MU - Jaipur]" userId="b99d4817-95ca-4a42-841e-f8a8d5ffa339" providerId="ADAL" clId="{741262F0-7C09-4E5E-ABBF-2173A9BFA9AB}" dt="2025-08-31T07:10:54.744" v="679" actId="1076"/>
        <pc:sldMkLst>
          <pc:docMk/>
          <pc:sldMk cId="0" sldId="396"/>
        </pc:sldMkLst>
        <pc:spChg chg="del mod">
          <ac:chgData name="Dr. Dhaneshwar Mishra [MU - Jaipur]" userId="b99d4817-95ca-4a42-841e-f8a8d5ffa339" providerId="ADAL" clId="{741262F0-7C09-4E5E-ABBF-2173A9BFA9AB}" dt="2025-08-31T07:10:34.055" v="673" actId="478"/>
          <ac:spMkLst>
            <pc:docMk/>
            <pc:sldMk cId="0" sldId="396"/>
            <ac:spMk id="3" creationId="{00000000-0000-0000-0000-000000000000}"/>
          </ac:spMkLst>
        </pc:spChg>
        <pc:spChg chg="del mod">
          <ac:chgData name="Dr. Dhaneshwar Mishra [MU - Jaipur]" userId="b99d4817-95ca-4a42-841e-f8a8d5ffa339" providerId="ADAL" clId="{741262F0-7C09-4E5E-ABBF-2173A9BFA9AB}" dt="2025-08-31T07:07:13.484" v="628" actId="478"/>
          <ac:spMkLst>
            <pc:docMk/>
            <pc:sldMk cId="0" sldId="396"/>
            <ac:spMk id="4" creationId="{00000000-0000-0000-0000-000000000000}"/>
          </ac:spMkLst>
        </pc:spChg>
        <pc:spChg chg="add del mod">
          <ac:chgData name="Dr. Dhaneshwar Mishra [MU - Jaipur]" userId="b99d4817-95ca-4a42-841e-f8a8d5ffa339" providerId="ADAL" clId="{741262F0-7C09-4E5E-ABBF-2173A9BFA9AB}" dt="2025-08-31T07:10:37.490" v="674" actId="478"/>
          <ac:spMkLst>
            <pc:docMk/>
            <pc:sldMk cId="0" sldId="396"/>
            <ac:spMk id="5" creationId="{F9CCCC4E-C354-0589-7A55-CA6312E03C3D}"/>
          </ac:spMkLst>
        </pc:spChg>
        <pc:spChg chg="mod">
          <ac:chgData name="Dr. Dhaneshwar Mishra [MU - Jaipur]" userId="b99d4817-95ca-4a42-841e-f8a8d5ffa339" providerId="ADAL" clId="{741262F0-7C09-4E5E-ABBF-2173A9BFA9AB}" dt="2025-08-31T07:07:08.349" v="627" actId="1076"/>
          <ac:spMkLst>
            <pc:docMk/>
            <pc:sldMk cId="0" sldId="396"/>
            <ac:spMk id="28674" creationId="{00000000-0000-0000-0000-000000000000}"/>
          </ac:spMkLst>
        </pc:spChg>
        <pc:spChg chg="mod">
          <ac:chgData name="Dr. Dhaneshwar Mishra [MU - Jaipur]" userId="b99d4817-95ca-4a42-841e-f8a8d5ffa339" providerId="ADAL" clId="{741262F0-7C09-4E5E-ABBF-2173A9BFA9AB}" dt="2025-08-31T07:10:19.994" v="670" actId="1076"/>
          <ac:spMkLst>
            <pc:docMk/>
            <pc:sldMk cId="0" sldId="396"/>
            <ac:spMk id="28677" creationId="{00000000-0000-0000-0000-000000000000}"/>
          </ac:spMkLst>
        </pc:spChg>
        <pc:spChg chg="mod">
          <ac:chgData name="Dr. Dhaneshwar Mishra [MU - Jaipur]" userId="b99d4817-95ca-4a42-841e-f8a8d5ffa339" providerId="ADAL" clId="{741262F0-7C09-4E5E-ABBF-2173A9BFA9AB}" dt="2025-08-31T07:10:53.268" v="678" actId="1076"/>
          <ac:spMkLst>
            <pc:docMk/>
            <pc:sldMk cId="0" sldId="396"/>
            <ac:spMk id="28686" creationId="{00000000-0000-0000-0000-000000000000}"/>
          </ac:spMkLst>
        </pc:spChg>
        <pc:spChg chg="mod">
          <ac:chgData name="Dr. Dhaneshwar Mishra [MU - Jaipur]" userId="b99d4817-95ca-4a42-841e-f8a8d5ffa339" providerId="ADAL" clId="{741262F0-7C09-4E5E-ABBF-2173A9BFA9AB}" dt="2025-08-31T07:10:10.385" v="667" actId="1076"/>
          <ac:spMkLst>
            <pc:docMk/>
            <pc:sldMk cId="0" sldId="396"/>
            <ac:spMk id="28687" creationId="{00000000-0000-0000-0000-000000000000}"/>
          </ac:spMkLst>
        </pc:spChg>
        <pc:spChg chg="mod">
          <ac:chgData name="Dr. Dhaneshwar Mishra [MU - Jaipur]" userId="b99d4817-95ca-4a42-841e-f8a8d5ffa339" providerId="ADAL" clId="{741262F0-7C09-4E5E-ABBF-2173A9BFA9AB}" dt="2025-08-31T07:10:54.744" v="679" actId="1076"/>
          <ac:spMkLst>
            <pc:docMk/>
            <pc:sldMk cId="0" sldId="396"/>
            <ac:spMk id="28688" creationId="{00000000-0000-0000-0000-000000000000}"/>
          </ac:spMkLst>
        </pc:spChg>
        <pc:spChg chg="mod">
          <ac:chgData name="Dr. Dhaneshwar Mishra [MU - Jaipur]" userId="b99d4817-95ca-4a42-841e-f8a8d5ffa339" providerId="ADAL" clId="{741262F0-7C09-4E5E-ABBF-2173A9BFA9AB}" dt="2025-08-31T07:10:22.805" v="671" actId="1076"/>
          <ac:spMkLst>
            <pc:docMk/>
            <pc:sldMk cId="0" sldId="396"/>
            <ac:spMk id="28689" creationId="{00000000-0000-0000-0000-000000000000}"/>
          </ac:spMkLst>
        </pc:spChg>
        <pc:picChg chg="mod">
          <ac:chgData name="Dr. Dhaneshwar Mishra [MU - Jaipur]" userId="b99d4817-95ca-4a42-841e-f8a8d5ffa339" providerId="ADAL" clId="{741262F0-7C09-4E5E-ABBF-2173A9BFA9AB}" dt="2025-08-31T07:10:47.443" v="676" actId="14100"/>
          <ac:picMkLst>
            <pc:docMk/>
            <pc:sldMk cId="0" sldId="396"/>
            <ac:picMk id="28679" creationId="{00000000-0000-0000-0000-000000000000}"/>
          </ac:picMkLst>
        </pc:picChg>
        <pc:picChg chg="mod">
          <ac:chgData name="Dr. Dhaneshwar Mishra [MU - Jaipur]" userId="b99d4817-95ca-4a42-841e-f8a8d5ffa339" providerId="ADAL" clId="{741262F0-7C09-4E5E-ABBF-2173A9BFA9AB}" dt="2025-08-31T07:10:27.793" v="672" actId="1076"/>
          <ac:picMkLst>
            <pc:docMk/>
            <pc:sldMk cId="0" sldId="396"/>
            <ac:picMk id="28680" creationId="{00000000-0000-0000-0000-000000000000}"/>
          </ac:picMkLst>
        </pc:picChg>
        <pc:picChg chg="mod">
          <ac:chgData name="Dr. Dhaneshwar Mishra [MU - Jaipur]" userId="b99d4817-95ca-4a42-841e-f8a8d5ffa339" providerId="ADAL" clId="{741262F0-7C09-4E5E-ABBF-2173A9BFA9AB}" dt="2025-08-31T07:10:07.565" v="666" actId="1076"/>
          <ac:picMkLst>
            <pc:docMk/>
            <pc:sldMk cId="0" sldId="396"/>
            <ac:picMk id="28684" creationId="{00000000-0000-0000-0000-000000000000}"/>
          </ac:picMkLst>
        </pc:picChg>
        <pc:picChg chg="mod">
          <ac:chgData name="Dr. Dhaneshwar Mishra [MU - Jaipur]" userId="b99d4817-95ca-4a42-841e-f8a8d5ffa339" providerId="ADAL" clId="{741262F0-7C09-4E5E-ABBF-2173A9BFA9AB}" dt="2025-08-31T07:10:49.681" v="677" actId="14100"/>
          <ac:picMkLst>
            <pc:docMk/>
            <pc:sldMk cId="0" sldId="396"/>
            <ac:picMk id="28685" creationId="{00000000-0000-0000-0000-000000000000}"/>
          </ac:picMkLst>
        </pc:picChg>
        <pc:cxnChg chg="mod">
          <ac:chgData name="Dr. Dhaneshwar Mishra [MU - Jaipur]" userId="b99d4817-95ca-4a42-841e-f8a8d5ffa339" providerId="ADAL" clId="{741262F0-7C09-4E5E-ABBF-2173A9BFA9AB}" dt="2025-08-31T07:10:15.567" v="668" actId="1076"/>
          <ac:cxnSpMkLst>
            <pc:docMk/>
            <pc:sldMk cId="0" sldId="396"/>
            <ac:cxnSpMk id="28683" creationId="{00000000-0000-0000-0000-000000000000}"/>
          </ac:cxnSpMkLst>
        </pc:cxnChg>
      </pc:sldChg>
      <pc:sldChg chg="addSp delSp modSp new mod">
        <pc:chgData name="Dr. Dhaneshwar Mishra [MU - Jaipur]" userId="b99d4817-95ca-4a42-841e-f8a8d5ffa339" providerId="ADAL" clId="{741262F0-7C09-4E5E-ABBF-2173A9BFA9AB}" dt="2025-08-31T07:18:50.747" v="785" actId="20577"/>
        <pc:sldMkLst>
          <pc:docMk/>
          <pc:sldMk cId="3768443224" sldId="397"/>
        </pc:sldMkLst>
        <pc:spChg chg="del">
          <ac:chgData name="Dr. Dhaneshwar Mishra [MU - Jaipur]" userId="b99d4817-95ca-4a42-841e-f8a8d5ffa339" providerId="ADAL" clId="{741262F0-7C09-4E5E-ABBF-2173A9BFA9AB}" dt="2025-08-31T07:12:57.802" v="699" actId="478"/>
          <ac:spMkLst>
            <pc:docMk/>
            <pc:sldMk cId="3768443224" sldId="397"/>
            <ac:spMk id="2" creationId="{28E6A6BA-99CC-FC7D-4A5E-2D1065966B7F}"/>
          </ac:spMkLst>
        </pc:spChg>
        <pc:spChg chg="mod">
          <ac:chgData name="Dr. Dhaneshwar Mishra [MU - Jaipur]" userId="b99d4817-95ca-4a42-841e-f8a8d5ffa339" providerId="ADAL" clId="{741262F0-7C09-4E5E-ABBF-2173A9BFA9AB}" dt="2025-08-31T07:18:50.747" v="785" actId="20577"/>
          <ac:spMkLst>
            <pc:docMk/>
            <pc:sldMk cId="3768443224" sldId="397"/>
            <ac:spMk id="3" creationId="{C9594F5F-7650-CDDC-2ADC-9D13354F68BB}"/>
          </ac:spMkLst>
        </pc:spChg>
        <pc:spChg chg="mod">
          <ac:chgData name="Dr. Dhaneshwar Mishra [MU - Jaipur]" userId="b99d4817-95ca-4a42-841e-f8a8d5ffa339" providerId="ADAL" clId="{741262F0-7C09-4E5E-ABBF-2173A9BFA9AB}" dt="2025-08-31T07:14:51.545" v="720" actId="1076"/>
          <ac:spMkLst>
            <pc:docMk/>
            <pc:sldMk cId="3768443224" sldId="397"/>
            <ac:spMk id="6" creationId="{00000000-0000-0000-0000-000000000000}"/>
          </ac:spMkLst>
        </pc:spChg>
        <pc:spChg chg="mod">
          <ac:chgData name="Dr. Dhaneshwar Mishra [MU - Jaipur]" userId="b99d4817-95ca-4a42-841e-f8a8d5ffa339" providerId="ADAL" clId="{741262F0-7C09-4E5E-ABBF-2173A9BFA9AB}" dt="2025-08-31T07:14:47.575" v="719" actId="1076"/>
          <ac:spMkLst>
            <pc:docMk/>
            <pc:sldMk cId="3768443224" sldId="397"/>
            <ac:spMk id="7" creationId="{00000000-0000-0000-0000-000000000000}"/>
          </ac:spMkLst>
        </pc:spChg>
        <pc:spChg chg="add mod">
          <ac:chgData name="Dr. Dhaneshwar Mishra [MU - Jaipur]" userId="b99d4817-95ca-4a42-841e-f8a8d5ffa339" providerId="ADAL" clId="{741262F0-7C09-4E5E-ABBF-2173A9BFA9AB}" dt="2025-08-31T07:17:09.274" v="748" actId="1076"/>
          <ac:spMkLst>
            <pc:docMk/>
            <pc:sldMk cId="3768443224" sldId="397"/>
            <ac:spMk id="8" creationId="{AAA63D7F-77A1-1AE8-315A-AF53E41ACC0C}"/>
          </ac:spMkLst>
        </pc:spChg>
        <pc:spChg chg="add mod">
          <ac:chgData name="Dr. Dhaneshwar Mishra [MU - Jaipur]" userId="b99d4817-95ca-4a42-841e-f8a8d5ffa339" providerId="ADAL" clId="{741262F0-7C09-4E5E-ABBF-2173A9BFA9AB}" dt="2025-08-31T07:17:12.552" v="749" actId="1076"/>
          <ac:spMkLst>
            <pc:docMk/>
            <pc:sldMk cId="3768443224" sldId="397"/>
            <ac:spMk id="9" creationId="{63C39845-2E60-A844-1BE9-9016FF6F559F}"/>
          </ac:spMkLst>
        </pc:spChg>
        <pc:spChg chg="add mod">
          <ac:chgData name="Dr. Dhaneshwar Mishra [MU - Jaipur]" userId="b99d4817-95ca-4a42-841e-f8a8d5ffa339" providerId="ADAL" clId="{741262F0-7C09-4E5E-ABBF-2173A9BFA9AB}" dt="2025-08-31T07:17:27.792" v="754" actId="1076"/>
          <ac:spMkLst>
            <pc:docMk/>
            <pc:sldMk cId="3768443224" sldId="397"/>
            <ac:spMk id="11" creationId="{8B0F3E7D-737C-9C2A-C3CA-1D06966B821F}"/>
          </ac:spMkLst>
        </pc:spChg>
        <pc:spChg chg="add mod">
          <ac:chgData name="Dr. Dhaneshwar Mishra [MU - Jaipur]" userId="b99d4817-95ca-4a42-841e-f8a8d5ffa339" providerId="ADAL" clId="{741262F0-7C09-4E5E-ABBF-2173A9BFA9AB}" dt="2025-08-31T07:18:21.144" v="764" actId="1076"/>
          <ac:spMkLst>
            <pc:docMk/>
            <pc:sldMk cId="3768443224" sldId="397"/>
            <ac:spMk id="12" creationId="{4BDADED1-5722-4C0D-11F9-F602E79DDA81}"/>
          </ac:spMkLst>
        </pc:spChg>
        <pc:grpChg chg="add mod">
          <ac:chgData name="Dr. Dhaneshwar Mishra [MU - Jaipur]" userId="b99d4817-95ca-4a42-841e-f8a8d5ffa339" providerId="ADAL" clId="{741262F0-7C09-4E5E-ABBF-2173A9BFA9AB}" dt="2025-08-31T07:14:37.517" v="715" actId="14100"/>
          <ac:grpSpMkLst>
            <pc:docMk/>
            <pc:sldMk cId="3768443224" sldId="397"/>
            <ac:grpSpMk id="15" creationId="{3AFC14DA-E058-8517-2F50-13C08A5C0327}"/>
          </ac:grpSpMkLst>
        </pc:grpChg>
        <pc:grpChg chg="add mod">
          <ac:chgData name="Dr. Dhaneshwar Mishra [MU - Jaipur]" userId="b99d4817-95ca-4a42-841e-f8a8d5ffa339" providerId="ADAL" clId="{741262F0-7C09-4E5E-ABBF-2173A9BFA9AB}" dt="2025-08-31T07:14:43.687" v="718" actId="1076"/>
          <ac:grpSpMkLst>
            <pc:docMk/>
            <pc:sldMk cId="3768443224" sldId="397"/>
            <ac:grpSpMk id="16" creationId="{CCD19951-75E4-64B9-C8CB-BD2A1849FA10}"/>
          </ac:grpSpMkLst>
        </pc:grpChg>
        <pc:picChg chg="mod">
          <ac:chgData name="Dr. Dhaneshwar Mishra [MU - Jaipur]" userId="b99d4817-95ca-4a42-841e-f8a8d5ffa339" providerId="ADAL" clId="{741262F0-7C09-4E5E-ABBF-2173A9BFA9AB}" dt="2025-08-31T07:13:50.377" v="704"/>
          <ac:picMkLst>
            <pc:docMk/>
            <pc:sldMk cId="3768443224" sldId="397"/>
            <ac:picMk id="5" creationId="{00000000-0000-0000-0000-000000000000}"/>
          </ac:picMkLst>
        </pc:picChg>
        <pc:picChg chg="mod">
          <ac:chgData name="Dr. Dhaneshwar Mishra [MU - Jaipur]" userId="b99d4817-95ca-4a42-841e-f8a8d5ffa339" providerId="ADAL" clId="{741262F0-7C09-4E5E-ABBF-2173A9BFA9AB}" dt="2025-08-31T07:14:53.709" v="721" actId="1076"/>
          <ac:picMkLst>
            <pc:docMk/>
            <pc:sldMk cId="3768443224" sldId="397"/>
            <ac:picMk id="13" creationId="{1C7FCBB7-62AD-5F5D-2189-79FDC98144ED}"/>
          </ac:picMkLst>
        </pc:picChg>
      </pc:sldChg>
      <pc:sldChg chg="addSp delSp modSp new mod modClrScheme chgLayout">
        <pc:chgData name="Dr. Dhaneshwar Mishra [MU - Jaipur]" userId="b99d4817-95ca-4a42-841e-f8a8d5ffa339" providerId="ADAL" clId="{741262F0-7C09-4E5E-ABBF-2173A9BFA9AB}" dt="2025-08-31T08:22:25.879" v="1109" actId="113"/>
        <pc:sldMkLst>
          <pc:docMk/>
          <pc:sldMk cId="3376942750" sldId="398"/>
        </pc:sldMkLst>
        <pc:spChg chg="del">
          <ac:chgData name="Dr. Dhaneshwar Mishra [MU - Jaipur]" userId="b99d4817-95ca-4a42-841e-f8a8d5ffa339" providerId="ADAL" clId="{741262F0-7C09-4E5E-ABBF-2173A9BFA9AB}" dt="2025-08-31T08:11:33.677" v="888" actId="478"/>
          <ac:spMkLst>
            <pc:docMk/>
            <pc:sldMk cId="3376942750" sldId="398"/>
            <ac:spMk id="2" creationId="{3EBBD1E6-6E3F-F7AC-EF90-22EFA251B2F4}"/>
          </ac:spMkLst>
        </pc:spChg>
        <pc:spChg chg="del">
          <ac:chgData name="Dr. Dhaneshwar Mishra [MU - Jaipur]" userId="b99d4817-95ca-4a42-841e-f8a8d5ffa339" providerId="ADAL" clId="{741262F0-7C09-4E5E-ABBF-2173A9BFA9AB}" dt="2025-08-31T08:11:36.478" v="889"/>
          <ac:spMkLst>
            <pc:docMk/>
            <pc:sldMk cId="3376942750" sldId="398"/>
            <ac:spMk id="3" creationId="{9C6673F2-EF04-DB0E-FBEE-71151BE85ACE}"/>
          </ac:spMkLst>
        </pc:spChg>
        <pc:spChg chg="add mod ord">
          <ac:chgData name="Dr. Dhaneshwar Mishra [MU - Jaipur]" userId="b99d4817-95ca-4a42-841e-f8a8d5ffa339" providerId="ADAL" clId="{741262F0-7C09-4E5E-ABBF-2173A9BFA9AB}" dt="2025-08-31T08:20:12.817" v="1072" actId="26606"/>
          <ac:spMkLst>
            <pc:docMk/>
            <pc:sldMk cId="3376942750" sldId="398"/>
            <ac:spMk id="4" creationId="{E76FD0CB-EFFC-EE89-1516-10A90AE51846}"/>
          </ac:spMkLst>
        </pc:spChg>
        <pc:spChg chg="add mod">
          <ac:chgData name="Dr. Dhaneshwar Mishra [MU - Jaipur]" userId="b99d4817-95ca-4a42-841e-f8a8d5ffa339" providerId="ADAL" clId="{741262F0-7C09-4E5E-ABBF-2173A9BFA9AB}" dt="2025-08-31T08:20:12.817" v="1072" actId="26606"/>
          <ac:spMkLst>
            <pc:docMk/>
            <pc:sldMk cId="3376942750" sldId="398"/>
            <ac:spMk id="6" creationId="{F752B65F-5A8F-C907-9B6E-A6A82E55AD80}"/>
          </ac:spMkLst>
        </pc:spChg>
        <pc:spChg chg="add del mod">
          <ac:chgData name="Dr. Dhaneshwar Mishra [MU - Jaipur]" userId="b99d4817-95ca-4a42-841e-f8a8d5ffa339" providerId="ADAL" clId="{741262F0-7C09-4E5E-ABBF-2173A9BFA9AB}" dt="2025-08-31T08:16:31.628" v="994" actId="478"/>
          <ac:spMkLst>
            <pc:docMk/>
            <pc:sldMk cId="3376942750" sldId="398"/>
            <ac:spMk id="8" creationId="{A7C18752-0CA4-6F0C-BFBE-1F70F424753D}"/>
          </ac:spMkLst>
        </pc:spChg>
        <pc:spChg chg="add mod">
          <ac:chgData name="Dr. Dhaneshwar Mishra [MU - Jaipur]" userId="b99d4817-95ca-4a42-841e-f8a8d5ffa339" providerId="ADAL" clId="{741262F0-7C09-4E5E-ABBF-2173A9BFA9AB}" dt="2025-08-31T08:22:25.879" v="1109" actId="113"/>
          <ac:spMkLst>
            <pc:docMk/>
            <pc:sldMk cId="3376942750" sldId="398"/>
            <ac:spMk id="11" creationId="{2A21E9A9-9D59-3056-BDB2-CB79847018BE}"/>
          </ac:spMkLst>
        </pc:spChg>
        <pc:spChg chg="add mod">
          <ac:chgData name="Dr. Dhaneshwar Mishra [MU - Jaipur]" userId="b99d4817-95ca-4a42-841e-f8a8d5ffa339" providerId="ADAL" clId="{741262F0-7C09-4E5E-ABBF-2173A9BFA9AB}" dt="2025-08-31T08:22:15.820" v="1105" actId="113"/>
          <ac:spMkLst>
            <pc:docMk/>
            <pc:sldMk cId="3376942750" sldId="398"/>
            <ac:spMk id="12" creationId="{661D5392-F969-FA33-5702-713257AF04F5}"/>
          </ac:spMkLst>
        </pc:spChg>
        <pc:spChg chg="add mod">
          <ac:chgData name="Dr. Dhaneshwar Mishra [MU - Jaipur]" userId="b99d4817-95ca-4a42-841e-f8a8d5ffa339" providerId="ADAL" clId="{741262F0-7C09-4E5E-ABBF-2173A9BFA9AB}" dt="2025-08-31T08:22:05.604" v="1101" actId="113"/>
          <ac:spMkLst>
            <pc:docMk/>
            <pc:sldMk cId="3376942750" sldId="398"/>
            <ac:spMk id="13" creationId="{D816FBEC-DDF1-E58D-F7B3-B9A6CE4CD575}"/>
          </ac:spMkLst>
        </pc:spChg>
        <pc:picChg chg="add mod modCrop">
          <ac:chgData name="Dr. Dhaneshwar Mishra [MU - Jaipur]" userId="b99d4817-95ca-4a42-841e-f8a8d5ffa339" providerId="ADAL" clId="{741262F0-7C09-4E5E-ABBF-2173A9BFA9AB}" dt="2025-08-31T08:20:51.185" v="1079" actId="14100"/>
          <ac:picMkLst>
            <pc:docMk/>
            <pc:sldMk cId="3376942750" sldId="398"/>
            <ac:picMk id="9" creationId="{64CECD64-30E6-3F96-C548-64DDFBBD6A8F}"/>
          </ac:picMkLst>
        </pc:picChg>
        <pc:picChg chg="add mod modCrop">
          <ac:chgData name="Dr. Dhaneshwar Mishra [MU - Jaipur]" userId="b99d4817-95ca-4a42-841e-f8a8d5ffa339" providerId="ADAL" clId="{741262F0-7C09-4E5E-ABBF-2173A9BFA9AB}" dt="2025-08-31T08:20:57.073" v="1081" actId="14100"/>
          <ac:picMkLst>
            <pc:docMk/>
            <pc:sldMk cId="3376942750" sldId="398"/>
            <ac:picMk id="10" creationId="{5B103C00-46D1-CFF5-1EA0-8544920C0FEB}"/>
          </ac:picMkLst>
        </pc:picChg>
      </pc:sldChg>
      <pc:sldChg chg="addSp delSp modSp new mod">
        <pc:chgData name="Dr. Dhaneshwar Mishra [MU - Jaipur]" userId="b99d4817-95ca-4a42-841e-f8a8d5ffa339" providerId="ADAL" clId="{741262F0-7C09-4E5E-ABBF-2173A9BFA9AB}" dt="2025-08-31T08:24:54.374" v="1143" actId="1076"/>
        <pc:sldMkLst>
          <pc:docMk/>
          <pc:sldMk cId="975313381" sldId="399"/>
        </pc:sldMkLst>
        <pc:spChg chg="del">
          <ac:chgData name="Dr. Dhaneshwar Mishra [MU - Jaipur]" userId="b99d4817-95ca-4a42-841e-f8a8d5ffa339" providerId="ADAL" clId="{741262F0-7C09-4E5E-ABBF-2173A9BFA9AB}" dt="2025-08-31T08:16:17.909" v="991" actId="478"/>
          <ac:spMkLst>
            <pc:docMk/>
            <pc:sldMk cId="975313381" sldId="399"/>
            <ac:spMk id="2" creationId="{65D20324-67A8-548B-EC2E-E13E06AD7A7D}"/>
          </ac:spMkLst>
        </pc:spChg>
        <pc:spChg chg="mod">
          <ac:chgData name="Dr. Dhaneshwar Mishra [MU - Jaipur]" userId="b99d4817-95ca-4a42-841e-f8a8d5ffa339" providerId="ADAL" clId="{741262F0-7C09-4E5E-ABBF-2173A9BFA9AB}" dt="2025-08-31T08:24:54.374" v="1143" actId="1076"/>
          <ac:spMkLst>
            <pc:docMk/>
            <pc:sldMk cId="975313381" sldId="399"/>
            <ac:spMk id="3" creationId="{997E2B87-D007-0AC2-D0F6-F4C5156E16B7}"/>
          </ac:spMkLst>
        </pc:spChg>
        <pc:spChg chg="add mod">
          <ac:chgData name="Dr. Dhaneshwar Mishra [MU - Jaipur]" userId="b99d4817-95ca-4a42-841e-f8a8d5ffa339" providerId="ADAL" clId="{741262F0-7C09-4E5E-ABBF-2173A9BFA9AB}" dt="2025-08-31T08:17:16.228" v="1015"/>
          <ac:spMkLst>
            <pc:docMk/>
            <pc:sldMk cId="975313381" sldId="399"/>
            <ac:spMk id="4" creationId="{C2D796D8-CE54-D291-8C7F-0E7FD49A1CC4}"/>
          </ac:spMkLst>
        </pc:spChg>
        <pc:spChg chg="add del mod">
          <ac:chgData name="Dr. Dhaneshwar Mishra [MU - Jaipur]" userId="b99d4817-95ca-4a42-841e-f8a8d5ffa339" providerId="ADAL" clId="{741262F0-7C09-4E5E-ABBF-2173A9BFA9AB}" dt="2025-08-31T08:23:54.865" v="1127" actId="478"/>
          <ac:spMkLst>
            <pc:docMk/>
            <pc:sldMk cId="975313381" sldId="399"/>
            <ac:spMk id="7" creationId="{0A527191-6A17-3D36-6D1C-C25D9F74A025}"/>
          </ac:spMkLst>
        </pc:spChg>
        <pc:spChg chg="add mod">
          <ac:chgData name="Dr. Dhaneshwar Mishra [MU - Jaipur]" userId="b99d4817-95ca-4a42-841e-f8a8d5ffa339" providerId="ADAL" clId="{741262F0-7C09-4E5E-ABBF-2173A9BFA9AB}" dt="2025-08-31T08:24:20.178" v="1133" actId="20577"/>
          <ac:spMkLst>
            <pc:docMk/>
            <pc:sldMk cId="975313381" sldId="399"/>
            <ac:spMk id="9" creationId="{6AB036E6-6FDD-480B-DA70-B0C8890E77D1}"/>
          </ac:spMkLst>
        </pc:spChg>
        <pc:spChg chg="add mod">
          <ac:chgData name="Dr. Dhaneshwar Mishra [MU - Jaipur]" userId="b99d4817-95ca-4a42-841e-f8a8d5ffa339" providerId="ADAL" clId="{741262F0-7C09-4E5E-ABBF-2173A9BFA9AB}" dt="2025-08-31T08:24:39.736" v="1141" actId="1076"/>
          <ac:spMkLst>
            <pc:docMk/>
            <pc:sldMk cId="975313381" sldId="399"/>
            <ac:spMk id="10" creationId="{8F0CC082-8F20-1EAE-6504-04CDD044A718}"/>
          </ac:spMkLst>
        </pc:spChg>
        <pc:picChg chg="add del mod">
          <ac:chgData name="Dr. Dhaneshwar Mishra [MU - Jaipur]" userId="b99d4817-95ca-4a42-841e-f8a8d5ffa339" providerId="ADAL" clId="{741262F0-7C09-4E5E-ABBF-2173A9BFA9AB}" dt="2025-08-31T08:19:54.621" v="1069" actId="21"/>
          <ac:picMkLst>
            <pc:docMk/>
            <pc:sldMk cId="975313381" sldId="399"/>
            <ac:picMk id="5" creationId="{5F7D82D7-4E3B-1E7D-38A6-07C48E02E137}"/>
          </ac:picMkLst>
        </pc:picChg>
        <pc:picChg chg="add mod modCrop">
          <ac:chgData name="Dr. Dhaneshwar Mishra [MU - Jaipur]" userId="b99d4817-95ca-4a42-841e-f8a8d5ffa339" providerId="ADAL" clId="{741262F0-7C09-4E5E-ABBF-2173A9BFA9AB}" dt="2025-08-31T08:23:35.494" v="1125" actId="1076"/>
          <ac:picMkLst>
            <pc:docMk/>
            <pc:sldMk cId="975313381" sldId="399"/>
            <ac:picMk id="6" creationId="{24492535-C66B-E79B-9413-8CA454C4AD77}"/>
          </ac:picMkLst>
        </pc:picChg>
        <pc:picChg chg="add mod modCrop">
          <ac:chgData name="Dr. Dhaneshwar Mishra [MU - Jaipur]" userId="b99d4817-95ca-4a42-841e-f8a8d5ffa339" providerId="ADAL" clId="{741262F0-7C09-4E5E-ABBF-2173A9BFA9AB}" dt="2025-08-31T08:24:36.356" v="1140" actId="1076"/>
          <ac:picMkLst>
            <pc:docMk/>
            <pc:sldMk cId="975313381" sldId="399"/>
            <ac:picMk id="8" creationId="{C6ED696D-3632-E321-A10E-9A8D5C91735E}"/>
          </ac:picMkLst>
        </pc:picChg>
      </pc:sldChg>
      <pc:sldMasterChg chg="delSldLayout">
        <pc:chgData name="Dr. Dhaneshwar Mishra [MU - Jaipur]" userId="b99d4817-95ca-4a42-841e-f8a8d5ffa339" providerId="ADAL" clId="{741262F0-7C09-4E5E-ABBF-2173A9BFA9AB}" dt="2025-08-31T05:12:28.697" v="94" actId="47"/>
        <pc:sldMasterMkLst>
          <pc:docMk/>
          <pc:sldMasterMk cId="0" sldId="2147483648"/>
        </pc:sldMasterMkLst>
        <pc:sldLayoutChg chg="del">
          <pc:chgData name="Dr. Dhaneshwar Mishra [MU - Jaipur]" userId="b99d4817-95ca-4a42-841e-f8a8d5ffa339" providerId="ADAL" clId="{741262F0-7C09-4E5E-ABBF-2173A9BFA9AB}" dt="2025-08-31T05:12:28.697" v="94" actId="47"/>
          <pc:sldLayoutMkLst>
            <pc:docMk/>
            <pc:sldMasterMk cId="0" sldId="2147483648"/>
            <pc:sldLayoutMk cId="2993437988" sldId="2147483666"/>
          </pc:sldLayoutMkLst>
        </pc:sldLayoutChg>
      </pc:sldMasterChg>
      <pc:sldMasterChg chg="del delSldLayout">
        <pc:chgData name="Dr. Dhaneshwar Mishra [MU - Jaipur]" userId="b99d4817-95ca-4a42-841e-f8a8d5ffa339" providerId="ADAL" clId="{741262F0-7C09-4E5E-ABBF-2173A9BFA9AB}" dt="2025-08-31T05:12:28.697" v="94" actId="47"/>
        <pc:sldMasterMkLst>
          <pc:docMk/>
          <pc:sldMasterMk cId="401009927" sldId="2147483667"/>
        </pc:sldMasterMkLst>
        <pc:sldLayoutChg chg="del">
          <pc:chgData name="Dr. Dhaneshwar Mishra [MU - Jaipur]" userId="b99d4817-95ca-4a42-841e-f8a8d5ffa339" providerId="ADAL" clId="{741262F0-7C09-4E5E-ABBF-2173A9BFA9AB}" dt="2025-08-31T05:12:28.697" v="94" actId="47"/>
          <pc:sldLayoutMkLst>
            <pc:docMk/>
            <pc:sldMasterMk cId="401009927" sldId="2147483667"/>
            <pc:sldLayoutMk cId="2654276992" sldId="2147483668"/>
          </pc:sldLayoutMkLst>
        </pc:sldLayoutChg>
        <pc:sldLayoutChg chg="del">
          <pc:chgData name="Dr. Dhaneshwar Mishra [MU - Jaipur]" userId="b99d4817-95ca-4a42-841e-f8a8d5ffa339" providerId="ADAL" clId="{741262F0-7C09-4E5E-ABBF-2173A9BFA9AB}" dt="2025-08-31T05:12:28.697" v="94" actId="47"/>
          <pc:sldLayoutMkLst>
            <pc:docMk/>
            <pc:sldMasterMk cId="401009927" sldId="2147483667"/>
            <pc:sldLayoutMk cId="3018660590" sldId="2147483669"/>
          </pc:sldLayoutMkLst>
        </pc:sldLayoutChg>
        <pc:sldLayoutChg chg="del">
          <pc:chgData name="Dr. Dhaneshwar Mishra [MU - Jaipur]" userId="b99d4817-95ca-4a42-841e-f8a8d5ffa339" providerId="ADAL" clId="{741262F0-7C09-4E5E-ABBF-2173A9BFA9AB}" dt="2025-08-31T05:12:28.697" v="94" actId="47"/>
          <pc:sldLayoutMkLst>
            <pc:docMk/>
            <pc:sldMasterMk cId="401009927" sldId="2147483667"/>
            <pc:sldLayoutMk cId="548769942" sldId="2147483670"/>
          </pc:sldLayoutMkLst>
        </pc:sldLayoutChg>
        <pc:sldLayoutChg chg="del">
          <pc:chgData name="Dr. Dhaneshwar Mishra [MU - Jaipur]" userId="b99d4817-95ca-4a42-841e-f8a8d5ffa339" providerId="ADAL" clId="{741262F0-7C09-4E5E-ABBF-2173A9BFA9AB}" dt="2025-08-31T05:12:28.697" v="94" actId="47"/>
          <pc:sldLayoutMkLst>
            <pc:docMk/>
            <pc:sldMasterMk cId="401009927" sldId="2147483667"/>
            <pc:sldLayoutMk cId="918052629" sldId="2147483671"/>
          </pc:sldLayoutMkLst>
        </pc:sldLayoutChg>
        <pc:sldLayoutChg chg="del">
          <pc:chgData name="Dr. Dhaneshwar Mishra [MU - Jaipur]" userId="b99d4817-95ca-4a42-841e-f8a8d5ffa339" providerId="ADAL" clId="{741262F0-7C09-4E5E-ABBF-2173A9BFA9AB}" dt="2025-08-31T05:12:28.697" v="94" actId="47"/>
          <pc:sldLayoutMkLst>
            <pc:docMk/>
            <pc:sldMasterMk cId="401009927" sldId="2147483667"/>
            <pc:sldLayoutMk cId="3759240711"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CBB4936-67D7-410A-98A3-74B2FDB9C987}" type="datetimeFigureOut">
              <a:rPr lang="en-IN" smtClean="0"/>
              <a:t>31-08-2025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E5860D2-00FC-4F1E-8FA4-8D375C9A45F9}" type="slidenum">
              <a:rPr lang="en-IN" smtClean="0"/>
              <a:t>‹#›</a:t>
            </a:fld>
            <a:endParaRPr lang="en-IN"/>
          </a:p>
        </p:txBody>
      </p:sp>
    </p:spTree>
    <p:extLst>
      <p:ext uri="{BB962C8B-B14F-4D97-AF65-F5344CB8AC3E}">
        <p14:creationId xmlns:p14="http://schemas.microsoft.com/office/powerpoint/2010/main" val="70249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a:solidFill>
              <a:srgbClr val="000000">
                <a:alpha val="100000"/>
              </a:srgbClr>
            </a:solidFill>
            <a:miter lim="800000"/>
          </a:ln>
        </p:spPr>
      </p:sp>
      <p:sp>
        <p:nvSpPr>
          <p:cNvPr id="46083" name="Notes Placeholder 2"/>
          <p:cNvSpPr>
            <a:spLocks noGrp="1"/>
          </p:cNvSpPr>
          <p:nvPr>
            <p:ph type="body" idx="1"/>
          </p:nvPr>
        </p:nvSpPr>
        <p:spPr>
          <a:noFill/>
          <a:ln>
            <a:noFill/>
          </a:ln>
        </p:spPr>
        <p:txBody>
          <a:bodyPr wrap="square" lIns="91440" tIns="45720" rIns="91440" bIns="45720" anchor="t" anchorCtr="0"/>
          <a:lstStyle/>
          <a:p>
            <a:pPr lvl="0" eaLnBrk="1" hangingPunct="1"/>
            <a:endParaRPr lang="tr-TR" altLang="x-none" dirty="0"/>
          </a:p>
        </p:txBody>
      </p:sp>
      <p:sp>
        <p:nvSpPr>
          <p:cNvPr id="4608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sz="1200" dirty="0"/>
              <a:t>4</a:t>
            </a:fld>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dirty="0"/>
              <a:t>Engagement of entire blade into cutting need higher forces. Therefore, inclined blade is used to reduce force.</a:t>
            </a:r>
            <a:endParaRPr lang="tr-TR" altLang="x-none" dirty="0"/>
          </a:p>
        </p:txBody>
      </p:sp>
      <p:sp>
        <p:nvSpPr>
          <p:cNvPr id="4710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sz="1200" dirty="0"/>
              <a:t>5</a:t>
            </a:fld>
            <a:endParaRPr 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a:solidFill>
              <a:srgbClr val="000000">
                <a:alpha val="100000"/>
              </a:srgbClr>
            </a:solidFill>
            <a:miter lim="800000"/>
          </a:ln>
        </p:spPr>
      </p:sp>
      <p:sp>
        <p:nvSpPr>
          <p:cNvPr id="49155"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dirty="0"/>
              <a:t>3. … This is not to say the punched material will not have a burr, but the pierced holes will have a significantly more pronounced bur </a:t>
            </a:r>
          </a:p>
        </p:txBody>
      </p:sp>
      <p:sp>
        <p:nvSpPr>
          <p:cNvPr id="4915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sz="1200" dirty="0"/>
              <a:t>7</a:t>
            </a:fld>
            <a:endParaRPr 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a:solidFill>
              <a:srgbClr val="000000">
                <a:alpha val="100000"/>
              </a:srgbClr>
            </a:solidFill>
            <a:miter lim="800000"/>
          </a:ln>
        </p:spPr>
      </p:sp>
      <p:sp>
        <p:nvSpPr>
          <p:cNvPr id="56323"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tr-TR" altLang="x-none" dirty="0"/>
          </a:p>
        </p:txBody>
      </p:sp>
      <p:sp>
        <p:nvSpPr>
          <p:cNvPr id="5632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sz="1200" dirty="0"/>
              <a:t>9</a:t>
            </a:fld>
            <a:endParaRPr 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1523" y="1082039"/>
            <a:ext cx="9839325" cy="0"/>
          </a:xfrm>
          <a:custGeom>
            <a:avLst/>
            <a:gdLst/>
            <a:ahLst/>
            <a:cxnLst/>
            <a:rect l="l" t="t" r="r" b="b"/>
            <a:pathLst>
              <a:path w="9839325">
                <a:moveTo>
                  <a:pt x="0" y="0"/>
                </a:moveTo>
                <a:lnTo>
                  <a:pt x="9838944" y="0"/>
                </a:lnTo>
              </a:path>
            </a:pathLst>
          </a:custGeom>
          <a:ln w="45720">
            <a:solidFill>
              <a:srgbClr val="E36C09"/>
            </a:solidFill>
          </a:ln>
        </p:spPr>
        <p:txBody>
          <a:bodyPr wrap="square" lIns="0" tIns="0" rIns="0" bIns="0" rtlCol="0"/>
          <a:lstStyle/>
          <a:p>
            <a:endParaRPr/>
          </a:p>
        </p:txBody>
      </p:sp>
      <p:sp>
        <p:nvSpPr>
          <p:cNvPr id="20" name="bk object 20"/>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1523" y="1082039"/>
            <a:ext cx="9839325" cy="0"/>
          </a:xfrm>
          <a:custGeom>
            <a:avLst/>
            <a:gdLst/>
            <a:ahLst/>
            <a:cxnLst/>
            <a:rect l="l" t="t" r="r" b="b"/>
            <a:pathLst>
              <a:path w="9839325">
                <a:moveTo>
                  <a:pt x="0" y="0"/>
                </a:moveTo>
                <a:lnTo>
                  <a:pt x="9838944" y="0"/>
                </a:lnTo>
              </a:path>
            </a:pathLst>
          </a:custGeom>
          <a:ln w="45720">
            <a:solidFill>
              <a:srgbClr val="E36C09"/>
            </a:solidFill>
          </a:ln>
        </p:spPr>
        <p:txBody>
          <a:bodyPr wrap="square" lIns="0" tIns="0" rIns="0" bIns="0" rtlCol="0"/>
          <a:lstStyle/>
          <a:p>
            <a:endParaRPr/>
          </a:p>
        </p:txBody>
      </p:sp>
      <p:sp>
        <p:nvSpPr>
          <p:cNvPr id="20" name="bk object 20"/>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9663683" y="1082039"/>
            <a:ext cx="177165" cy="0"/>
          </a:xfrm>
          <a:custGeom>
            <a:avLst/>
            <a:gdLst/>
            <a:ahLst/>
            <a:cxnLst/>
            <a:rect l="l" t="t" r="r" b="b"/>
            <a:pathLst>
              <a:path w="177165">
                <a:moveTo>
                  <a:pt x="0" y="0"/>
                </a:moveTo>
                <a:lnTo>
                  <a:pt x="176783" y="0"/>
                </a:lnTo>
              </a:path>
            </a:pathLst>
          </a:custGeom>
          <a:ln w="45720">
            <a:solidFill>
              <a:srgbClr val="E36C09"/>
            </a:solidFill>
          </a:ln>
        </p:spPr>
        <p:txBody>
          <a:bodyPr wrap="square" lIns="0" tIns="0" rIns="0" bIns="0" rtlCol="0"/>
          <a:lstStyle/>
          <a:p>
            <a:endParaRPr/>
          </a:p>
        </p:txBody>
      </p:sp>
      <p:sp>
        <p:nvSpPr>
          <p:cNvPr id="18" name="bk object 18"/>
          <p:cNvSpPr/>
          <p:nvPr/>
        </p:nvSpPr>
        <p:spPr>
          <a:xfrm>
            <a:off x="1523" y="1082039"/>
            <a:ext cx="2529840" cy="0"/>
          </a:xfrm>
          <a:custGeom>
            <a:avLst/>
            <a:gdLst/>
            <a:ahLst/>
            <a:cxnLst/>
            <a:rect l="l" t="t" r="r" b="b"/>
            <a:pathLst>
              <a:path w="2529840">
                <a:moveTo>
                  <a:pt x="0" y="0"/>
                </a:moveTo>
                <a:lnTo>
                  <a:pt x="2529840" y="0"/>
                </a:lnTo>
              </a:path>
            </a:pathLst>
          </a:custGeom>
          <a:ln w="45720">
            <a:solidFill>
              <a:srgbClr val="E36C09"/>
            </a:solidFill>
          </a:ln>
        </p:spPr>
        <p:txBody>
          <a:bodyPr wrap="square" lIns="0" tIns="0" rIns="0" bIns="0" rtlCol="0"/>
          <a:lstStyle/>
          <a:p>
            <a:endParaRPr/>
          </a:p>
        </p:txBody>
      </p:sp>
      <p:sp>
        <p:nvSpPr>
          <p:cNvPr id="19" name="bk object 19"/>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20" name="bk object 20"/>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21" name="bk object 21"/>
          <p:cNvSpPr/>
          <p:nvPr/>
        </p:nvSpPr>
        <p:spPr>
          <a:xfrm>
            <a:off x="9663683" y="1082039"/>
            <a:ext cx="177165" cy="0"/>
          </a:xfrm>
          <a:custGeom>
            <a:avLst/>
            <a:gdLst/>
            <a:ahLst/>
            <a:cxnLst/>
            <a:rect l="l" t="t" r="r" b="b"/>
            <a:pathLst>
              <a:path w="177165">
                <a:moveTo>
                  <a:pt x="0" y="0"/>
                </a:moveTo>
                <a:lnTo>
                  <a:pt x="176783" y="0"/>
                </a:lnTo>
              </a:path>
            </a:pathLst>
          </a:custGeom>
          <a:ln w="45720">
            <a:solidFill>
              <a:srgbClr val="E36C09"/>
            </a:solidFill>
          </a:ln>
        </p:spPr>
        <p:txBody>
          <a:bodyPr wrap="square" lIns="0" tIns="0" rIns="0" bIns="0" rtlCol="0"/>
          <a:lstStyle/>
          <a:p>
            <a:endParaRPr/>
          </a:p>
        </p:txBody>
      </p:sp>
      <p:sp>
        <p:nvSpPr>
          <p:cNvPr id="22" name="bk object 22"/>
          <p:cNvSpPr/>
          <p:nvPr/>
        </p:nvSpPr>
        <p:spPr>
          <a:xfrm>
            <a:off x="1523" y="1082039"/>
            <a:ext cx="2529840" cy="0"/>
          </a:xfrm>
          <a:custGeom>
            <a:avLst/>
            <a:gdLst/>
            <a:ahLst/>
            <a:cxnLst/>
            <a:rect l="l" t="t" r="r" b="b"/>
            <a:pathLst>
              <a:path w="2529840">
                <a:moveTo>
                  <a:pt x="0" y="0"/>
                </a:moveTo>
                <a:lnTo>
                  <a:pt x="2529840" y="0"/>
                </a:lnTo>
              </a:path>
            </a:pathLst>
          </a:custGeom>
          <a:ln w="45720">
            <a:solidFill>
              <a:srgbClr val="E36C09"/>
            </a:solidFill>
          </a:ln>
        </p:spPr>
        <p:txBody>
          <a:bodyPr wrap="square" lIns="0" tIns="0" rIns="0" bIns="0" rtlCol="0"/>
          <a:lstStyle/>
          <a:p>
            <a:endParaRPr/>
          </a:p>
        </p:txBody>
      </p:sp>
      <p:sp>
        <p:nvSpPr>
          <p:cNvPr id="23" name="bk object 23"/>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4" name="bk object 24"/>
          <p:cNvSpPr/>
          <p:nvPr/>
        </p:nvSpPr>
        <p:spPr>
          <a:xfrm>
            <a:off x="2465832" y="457200"/>
            <a:ext cx="7258684" cy="3726053"/>
          </a:xfrm>
          <a:prstGeom prst="rect">
            <a:avLst/>
          </a:prstGeom>
          <a:blipFill>
            <a:blip r:embed="rId5" cstate="print"/>
            <a:stretch>
              <a:fillRect/>
            </a:stretch>
          </a:blipFill>
        </p:spPr>
        <p:txBody>
          <a:bodyPr wrap="square" lIns="0" tIns="0" rIns="0" bIns="0" rtlCol="0"/>
          <a:lstStyle/>
          <a:p>
            <a:endParaRPr/>
          </a:p>
        </p:txBody>
      </p:sp>
      <p:sp>
        <p:nvSpPr>
          <p:cNvPr id="25" name="bk object 25"/>
          <p:cNvSpPr/>
          <p:nvPr/>
        </p:nvSpPr>
        <p:spPr>
          <a:xfrm>
            <a:off x="2531364" y="504444"/>
            <a:ext cx="7132320" cy="3599815"/>
          </a:xfrm>
          <a:custGeom>
            <a:avLst/>
            <a:gdLst/>
            <a:ahLst/>
            <a:cxnLst/>
            <a:rect l="l" t="t" r="r" b="b"/>
            <a:pathLst>
              <a:path w="7132320" h="3599815">
                <a:moveTo>
                  <a:pt x="0" y="3599687"/>
                </a:moveTo>
                <a:lnTo>
                  <a:pt x="7132320" y="3599687"/>
                </a:lnTo>
                <a:lnTo>
                  <a:pt x="7132320" y="0"/>
                </a:lnTo>
                <a:lnTo>
                  <a:pt x="0" y="0"/>
                </a:lnTo>
                <a:lnTo>
                  <a:pt x="0" y="3599687"/>
                </a:lnTo>
                <a:close/>
              </a:path>
            </a:pathLst>
          </a:custGeom>
          <a:ln w="9144">
            <a:solidFill>
              <a:srgbClr val="C7C9C9"/>
            </a:solidFill>
          </a:ln>
        </p:spPr>
        <p:txBody>
          <a:bodyPr wrap="square" lIns="0" tIns="0" rIns="0" bIns="0" rtlCol="0"/>
          <a:lstStyle/>
          <a:p>
            <a:endParaRPr/>
          </a:p>
        </p:txBody>
      </p:sp>
      <p:sp>
        <p:nvSpPr>
          <p:cNvPr id="26" name="bk object 26"/>
          <p:cNvSpPr/>
          <p:nvPr/>
        </p:nvSpPr>
        <p:spPr>
          <a:xfrm>
            <a:off x="2694432" y="667512"/>
            <a:ext cx="6803135" cy="3273552"/>
          </a:xfrm>
          <a:prstGeom prst="rect">
            <a:avLst/>
          </a:prstGeom>
          <a:blipFill>
            <a:blip r:embed="rId6"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71981" y="2271725"/>
            <a:ext cx="9448037" cy="2202815"/>
          </a:xfrm>
          <a:prstGeom prst="rect">
            <a:avLst/>
          </a:prstGeom>
        </p:spPr>
        <p:txBody>
          <a:bodyPr wrap="square" lIns="0" tIns="0" rIns="0" bIns="0">
            <a:spAutoFit/>
          </a:bodyPr>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body" idx="1"/>
          </p:nvPr>
        </p:nvSpPr>
        <p:spPr>
          <a:xfrm>
            <a:off x="834948" y="1379677"/>
            <a:ext cx="10522102" cy="19621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8/31/2025</a:t>
            </a:fld>
            <a:endParaRPr lang="en-US"/>
          </a:p>
        </p:txBody>
      </p:sp>
      <p:sp>
        <p:nvSpPr>
          <p:cNvPr id="6" name="Holder 6"/>
          <p:cNvSpPr>
            <a:spLocks noGrp="1"/>
          </p:cNvSpPr>
          <p:nvPr>
            <p:ph type="sldNum" sz="quarter" idx="7"/>
          </p:nvPr>
        </p:nvSpPr>
        <p:spPr>
          <a:xfrm>
            <a:off x="11087354" y="6595440"/>
            <a:ext cx="20447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4153" y="253830"/>
            <a:ext cx="11783694" cy="6217920"/>
          </a:xfrm>
          <a:custGeom>
            <a:avLst/>
            <a:gdLst/>
            <a:ahLst/>
            <a:cxnLst/>
            <a:rect l="l" t="t" r="r" b="b"/>
            <a:pathLst>
              <a:path w="11549380" h="6217920">
                <a:moveTo>
                  <a:pt x="0" y="6217920"/>
                </a:moveTo>
                <a:lnTo>
                  <a:pt x="11548872" y="6217920"/>
                </a:lnTo>
                <a:lnTo>
                  <a:pt x="11548872" y="0"/>
                </a:lnTo>
                <a:lnTo>
                  <a:pt x="0" y="0"/>
                </a:lnTo>
                <a:lnTo>
                  <a:pt x="0" y="6217920"/>
                </a:lnTo>
                <a:close/>
              </a:path>
            </a:pathLst>
          </a:custGeom>
          <a:solidFill>
            <a:srgbClr val="000000">
              <a:alpha val="7843"/>
            </a:srgbClr>
          </a:solidFill>
        </p:spPr>
        <p:txBody>
          <a:bodyPr wrap="square" lIns="0" tIns="0" rIns="0" bIns="0" rtlCol="0"/>
          <a:lstStyle/>
          <a:p>
            <a:endParaRPr/>
          </a:p>
        </p:txBody>
      </p:sp>
      <p:sp>
        <p:nvSpPr>
          <p:cNvPr id="3" name="object 3"/>
          <p:cNvSpPr/>
          <p:nvPr/>
        </p:nvSpPr>
        <p:spPr>
          <a:xfrm>
            <a:off x="4654296" y="2057400"/>
            <a:ext cx="0" cy="2743200"/>
          </a:xfrm>
          <a:custGeom>
            <a:avLst/>
            <a:gdLst/>
            <a:ahLst/>
            <a:cxnLst/>
            <a:rect l="l" t="t" r="r" b="b"/>
            <a:pathLst>
              <a:path h="2743200">
                <a:moveTo>
                  <a:pt x="0" y="0"/>
                </a:moveTo>
                <a:lnTo>
                  <a:pt x="0" y="2743200"/>
                </a:lnTo>
              </a:path>
            </a:pathLst>
          </a:custGeom>
          <a:ln w="18288">
            <a:solidFill>
              <a:srgbClr val="252525"/>
            </a:solidFill>
          </a:ln>
        </p:spPr>
        <p:txBody>
          <a:bodyPr wrap="square" lIns="0" tIns="0" rIns="0" bIns="0" rtlCol="0"/>
          <a:lstStyle/>
          <a:p>
            <a:endParaRPr/>
          </a:p>
        </p:txBody>
      </p:sp>
      <p:sp>
        <p:nvSpPr>
          <p:cNvPr id="4" name="object 4"/>
          <p:cNvSpPr txBox="1">
            <a:spLocks noGrp="1"/>
          </p:cNvSpPr>
          <p:nvPr>
            <p:ph type="title"/>
          </p:nvPr>
        </p:nvSpPr>
        <p:spPr>
          <a:xfrm>
            <a:off x="963930" y="2677122"/>
            <a:ext cx="11023917" cy="716543"/>
          </a:xfrm>
          <a:prstGeom prst="rect">
            <a:avLst/>
          </a:prstGeom>
        </p:spPr>
        <p:txBody>
          <a:bodyPr vert="horz" wrap="square" lIns="0" tIns="95250" rIns="0" bIns="0" rtlCol="0">
            <a:spAutoFit/>
          </a:bodyPr>
          <a:lstStyle/>
          <a:p>
            <a:pPr marL="3696335" marR="5080">
              <a:lnSpc>
                <a:spcPts val="5190"/>
              </a:lnSpc>
              <a:spcBef>
                <a:spcPts val="750"/>
              </a:spcBef>
            </a:pPr>
            <a:r>
              <a:rPr lang="en-US" sz="4000" spc="-60" dirty="0"/>
              <a:t>Sheet Metal Forming Process</a:t>
            </a:r>
            <a:endParaRPr sz="4000" spc="-60" dirty="0"/>
          </a:p>
        </p:txBody>
      </p:sp>
      <p:sp>
        <p:nvSpPr>
          <p:cNvPr id="5" name="object 5"/>
          <p:cNvSpPr/>
          <p:nvPr/>
        </p:nvSpPr>
        <p:spPr>
          <a:xfrm>
            <a:off x="11204702" y="6175667"/>
            <a:ext cx="49530" cy="85725"/>
          </a:xfrm>
          <a:custGeom>
            <a:avLst/>
            <a:gdLst/>
            <a:ahLst/>
            <a:cxnLst/>
            <a:rect l="l" t="t" r="r" b="b"/>
            <a:pathLst>
              <a:path w="49529" h="85725">
                <a:moveTo>
                  <a:pt x="47244" y="76301"/>
                </a:moveTo>
                <a:lnTo>
                  <a:pt x="2286" y="76301"/>
                </a:lnTo>
                <a:lnTo>
                  <a:pt x="2031" y="76390"/>
                </a:lnTo>
                <a:lnTo>
                  <a:pt x="1777" y="76593"/>
                </a:lnTo>
                <a:lnTo>
                  <a:pt x="1397" y="76784"/>
                </a:lnTo>
                <a:lnTo>
                  <a:pt x="1270" y="77076"/>
                </a:lnTo>
                <a:lnTo>
                  <a:pt x="762" y="77812"/>
                </a:lnTo>
                <a:lnTo>
                  <a:pt x="634" y="78282"/>
                </a:lnTo>
                <a:lnTo>
                  <a:pt x="380" y="79413"/>
                </a:lnTo>
                <a:lnTo>
                  <a:pt x="380" y="82410"/>
                </a:lnTo>
                <a:lnTo>
                  <a:pt x="634" y="83540"/>
                </a:lnTo>
                <a:lnTo>
                  <a:pt x="889" y="83997"/>
                </a:lnTo>
                <a:lnTo>
                  <a:pt x="1143" y="84353"/>
                </a:lnTo>
                <a:lnTo>
                  <a:pt x="1270" y="84696"/>
                </a:lnTo>
                <a:lnTo>
                  <a:pt x="1524" y="84950"/>
                </a:lnTo>
                <a:lnTo>
                  <a:pt x="2031" y="85255"/>
                </a:lnTo>
                <a:lnTo>
                  <a:pt x="2413" y="85331"/>
                </a:lnTo>
                <a:lnTo>
                  <a:pt x="47244" y="85331"/>
                </a:lnTo>
                <a:lnTo>
                  <a:pt x="48768" y="83997"/>
                </a:lnTo>
                <a:lnTo>
                  <a:pt x="49022" y="83540"/>
                </a:lnTo>
                <a:lnTo>
                  <a:pt x="49275" y="82410"/>
                </a:lnTo>
                <a:lnTo>
                  <a:pt x="49275" y="79413"/>
                </a:lnTo>
                <a:lnTo>
                  <a:pt x="48895" y="77812"/>
                </a:lnTo>
                <a:lnTo>
                  <a:pt x="48641" y="77444"/>
                </a:lnTo>
                <a:lnTo>
                  <a:pt x="48514" y="77076"/>
                </a:lnTo>
                <a:lnTo>
                  <a:pt x="48259" y="76784"/>
                </a:lnTo>
                <a:lnTo>
                  <a:pt x="47878" y="76593"/>
                </a:lnTo>
                <a:lnTo>
                  <a:pt x="47625" y="76390"/>
                </a:lnTo>
                <a:lnTo>
                  <a:pt x="47244" y="76301"/>
                </a:lnTo>
                <a:close/>
              </a:path>
              <a:path w="49529" h="85725">
                <a:moveTo>
                  <a:pt x="31623" y="11861"/>
                </a:moveTo>
                <a:lnTo>
                  <a:pt x="20320" y="11861"/>
                </a:lnTo>
                <a:lnTo>
                  <a:pt x="20320" y="76301"/>
                </a:lnTo>
                <a:lnTo>
                  <a:pt x="31623" y="76301"/>
                </a:lnTo>
                <a:lnTo>
                  <a:pt x="31623" y="11861"/>
                </a:lnTo>
                <a:close/>
              </a:path>
              <a:path w="49529" h="85725">
                <a:moveTo>
                  <a:pt x="27431" y="0"/>
                </a:moveTo>
                <a:lnTo>
                  <a:pt x="21463" y="787"/>
                </a:lnTo>
                <a:lnTo>
                  <a:pt x="1904" y="13296"/>
                </a:lnTo>
                <a:lnTo>
                  <a:pt x="1143" y="13817"/>
                </a:lnTo>
                <a:lnTo>
                  <a:pt x="889" y="14084"/>
                </a:lnTo>
                <a:lnTo>
                  <a:pt x="762" y="14350"/>
                </a:lnTo>
                <a:lnTo>
                  <a:pt x="507" y="14655"/>
                </a:lnTo>
                <a:lnTo>
                  <a:pt x="126" y="15786"/>
                </a:lnTo>
                <a:lnTo>
                  <a:pt x="0" y="20040"/>
                </a:lnTo>
                <a:lnTo>
                  <a:pt x="253" y="21348"/>
                </a:lnTo>
                <a:lnTo>
                  <a:pt x="507" y="21818"/>
                </a:lnTo>
                <a:lnTo>
                  <a:pt x="762" y="22110"/>
                </a:lnTo>
                <a:lnTo>
                  <a:pt x="1143" y="22390"/>
                </a:lnTo>
                <a:lnTo>
                  <a:pt x="1524" y="22491"/>
                </a:lnTo>
                <a:lnTo>
                  <a:pt x="2540" y="22313"/>
                </a:lnTo>
                <a:lnTo>
                  <a:pt x="3175" y="22047"/>
                </a:lnTo>
                <a:lnTo>
                  <a:pt x="3937" y="21615"/>
                </a:lnTo>
                <a:lnTo>
                  <a:pt x="20320" y="11861"/>
                </a:lnTo>
                <a:lnTo>
                  <a:pt x="31623" y="11861"/>
                </a:lnTo>
                <a:lnTo>
                  <a:pt x="31623" y="1320"/>
                </a:lnTo>
                <a:lnTo>
                  <a:pt x="31369" y="1092"/>
                </a:lnTo>
                <a:lnTo>
                  <a:pt x="31242" y="850"/>
                </a:lnTo>
                <a:lnTo>
                  <a:pt x="30988" y="647"/>
                </a:lnTo>
                <a:lnTo>
                  <a:pt x="30225" y="342"/>
                </a:lnTo>
                <a:lnTo>
                  <a:pt x="29718" y="228"/>
                </a:lnTo>
                <a:lnTo>
                  <a:pt x="28321" y="50"/>
                </a:lnTo>
                <a:lnTo>
                  <a:pt x="27431" y="0"/>
                </a:lnTo>
                <a:close/>
              </a:path>
            </a:pathLst>
          </a:custGeom>
          <a:solidFill>
            <a:srgbClr val="000000">
              <a:alpha val="79998"/>
            </a:srgbClr>
          </a:solidFill>
        </p:spPr>
        <p:txBody>
          <a:bodyPr wrap="square" lIns="0" tIns="0" rIns="0" bIns="0" rtlCol="0"/>
          <a:lstStyle/>
          <a:p>
            <a:endParaRPr/>
          </a:p>
        </p:txBody>
      </p:sp>
      <p:sp>
        <p:nvSpPr>
          <p:cNvPr id="6" name="object 4">
            <a:extLst>
              <a:ext uri="{FF2B5EF4-FFF2-40B4-BE49-F238E27FC236}">
                <a16:creationId xmlns:a16="http://schemas.microsoft.com/office/drawing/2014/main" id="{DD0A4B27-CA26-7C2F-BB7E-F1E69664A6D2}"/>
              </a:ext>
            </a:extLst>
          </p:cNvPr>
          <p:cNvSpPr txBox="1">
            <a:spLocks/>
          </p:cNvSpPr>
          <p:nvPr/>
        </p:nvSpPr>
        <p:spPr>
          <a:xfrm>
            <a:off x="438467" y="2665971"/>
            <a:ext cx="4100450" cy="763029"/>
          </a:xfrm>
          <a:prstGeom prst="rect">
            <a:avLst/>
          </a:prstGeom>
        </p:spPr>
        <p:txBody>
          <a:bodyPr vert="horz" wrap="square" lIns="0" tIns="95250" rIns="0" bIns="0" rtlCol="0">
            <a:spAutoFit/>
          </a:bodyPr>
          <a:lstStyle>
            <a:lvl1pPr>
              <a:defRPr sz="4800" b="0" i="0">
                <a:solidFill>
                  <a:srgbClr val="2E5496"/>
                </a:solidFill>
                <a:latin typeface="Times New Roman"/>
                <a:ea typeface="+mj-ea"/>
                <a:cs typeface="Times New Roman"/>
              </a:defRPr>
            </a:lvl1pPr>
          </a:lstStyle>
          <a:p>
            <a:pPr marL="3695700" marR="5080" indent="-2803525">
              <a:lnSpc>
                <a:spcPts val="5190"/>
              </a:lnSpc>
              <a:spcBef>
                <a:spcPts val="750"/>
              </a:spcBef>
            </a:pPr>
            <a:r>
              <a:rPr lang="en-US" kern="0" dirty="0">
                <a:solidFill>
                  <a:srgbClr val="3366CC"/>
                </a:solidFill>
              </a:rPr>
              <a:t>Lecture 16</a:t>
            </a:r>
            <a:endParaRPr lang="en-US" kern="0" spc="-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98404" y="180615"/>
            <a:ext cx="8763000" cy="751488"/>
          </a:xfrm>
          <a:prstGeom prst="rect">
            <a:avLst/>
          </a:prstGeom>
        </p:spPr>
        <p:txBody>
          <a:bodyPr vert="horz" wrap="square" lIns="0" tIns="12700" rIns="0" bIns="0" rtlCol="0">
            <a:spAutoFit/>
          </a:bodyPr>
          <a:lstStyle/>
          <a:p>
            <a:pPr marL="12700">
              <a:spcBef>
                <a:spcPts val="100"/>
              </a:spcBef>
            </a:pPr>
            <a:r>
              <a:rPr dirty="0"/>
              <a:t>Sheet</a:t>
            </a:r>
            <a:r>
              <a:rPr spc="-35" dirty="0"/>
              <a:t> </a:t>
            </a:r>
            <a:r>
              <a:rPr lang="en-US" spc="-35" dirty="0"/>
              <a:t>Metal F</a:t>
            </a:r>
            <a:r>
              <a:rPr dirty="0"/>
              <a:t>orming</a:t>
            </a:r>
            <a:r>
              <a:rPr spc="-30" dirty="0"/>
              <a:t> </a:t>
            </a:r>
            <a:r>
              <a:rPr lang="en-US" spc="-10" dirty="0"/>
              <a:t>O</a:t>
            </a:r>
            <a:r>
              <a:rPr spc="-10" dirty="0"/>
              <a:t>perations</a:t>
            </a:r>
          </a:p>
        </p:txBody>
      </p:sp>
      <p:sp>
        <p:nvSpPr>
          <p:cNvPr id="4" name="object 4"/>
          <p:cNvSpPr txBox="1"/>
          <p:nvPr/>
        </p:nvSpPr>
        <p:spPr>
          <a:xfrm>
            <a:off x="282389" y="932103"/>
            <a:ext cx="7661844" cy="1028487"/>
          </a:xfrm>
          <a:prstGeom prst="rect">
            <a:avLst/>
          </a:prstGeom>
        </p:spPr>
        <p:txBody>
          <a:bodyPr vert="horz" wrap="square" lIns="0" tIns="165100" rIns="0" bIns="0" rtlCol="0">
            <a:spAutoFit/>
          </a:bodyPr>
          <a:lstStyle/>
          <a:p>
            <a:pPr marL="12700">
              <a:spcBef>
                <a:spcPts val="1300"/>
              </a:spcBef>
            </a:pPr>
            <a:r>
              <a:rPr sz="2800" dirty="0">
                <a:solidFill>
                  <a:srgbClr val="FF0000"/>
                </a:solidFill>
                <a:latin typeface="Times New Roman" panose="02020603050405020304" pitchFamily="18" charset="0"/>
                <a:cs typeface="Times New Roman" panose="02020603050405020304" pitchFamily="18" charset="0"/>
              </a:rPr>
              <a:t>Sheet </a:t>
            </a:r>
            <a:r>
              <a:rPr lang="en-US" sz="2800" dirty="0">
                <a:solidFill>
                  <a:srgbClr val="FF0000"/>
                </a:solidFill>
                <a:latin typeface="Times New Roman" panose="02020603050405020304" pitchFamily="18" charset="0"/>
                <a:cs typeface="Times New Roman" panose="02020603050405020304" pitchFamily="18" charset="0"/>
              </a:rPr>
              <a:t>metal </a:t>
            </a:r>
            <a:r>
              <a:rPr sz="2800" spc="-10" dirty="0">
                <a:solidFill>
                  <a:srgbClr val="FF0000"/>
                </a:solidFill>
                <a:latin typeface="Times New Roman" panose="02020603050405020304" pitchFamily="18" charset="0"/>
                <a:cs typeface="Times New Roman" panose="02020603050405020304" pitchFamily="18" charset="0"/>
              </a:rPr>
              <a:t>forming</a:t>
            </a:r>
            <a:r>
              <a:rPr lang="en-US" sz="2800" spc="-10" dirty="0">
                <a:solidFill>
                  <a:srgbClr val="FF0000"/>
                </a:solidFill>
                <a:latin typeface="Times New Roman" panose="02020603050405020304" pitchFamily="18" charset="0"/>
                <a:cs typeface="Times New Roman" panose="02020603050405020304" pitchFamily="18" charset="0"/>
              </a:rPr>
              <a:t> involves the</a:t>
            </a:r>
            <a:r>
              <a:rPr sz="2800" spc="-1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plastic</a:t>
            </a:r>
            <a:r>
              <a:rPr sz="2800" spc="-1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deformation</a:t>
            </a:r>
            <a:r>
              <a:rPr sz="2800" spc="-3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of</a:t>
            </a:r>
            <a:r>
              <a:rPr sz="2800" spc="-10" dirty="0">
                <a:solidFill>
                  <a:srgbClr val="FF0000"/>
                </a:solidFill>
                <a:latin typeface="Times New Roman" panose="02020603050405020304" pitchFamily="18" charset="0"/>
                <a:cs typeface="Times New Roman" panose="02020603050405020304" pitchFamily="18" charset="0"/>
              </a:rPr>
              <a:t> </a:t>
            </a:r>
            <a:r>
              <a:rPr sz="2800" dirty="0">
                <a:solidFill>
                  <a:srgbClr val="FF0000"/>
                </a:solidFill>
                <a:latin typeface="Times New Roman" panose="02020603050405020304" pitchFamily="18" charset="0"/>
                <a:cs typeface="Times New Roman" panose="02020603050405020304" pitchFamily="18" charset="0"/>
              </a:rPr>
              <a:t>sheets</a:t>
            </a:r>
            <a:r>
              <a:rPr sz="2800" spc="-20" dirty="0">
                <a:solidFill>
                  <a:srgbClr val="FF0000"/>
                </a:solidFill>
                <a:latin typeface="Times New Roman" panose="02020603050405020304" pitchFamily="18" charset="0"/>
                <a:cs typeface="Times New Roman" panose="02020603050405020304" pitchFamily="18" charset="0"/>
              </a:rPr>
              <a:t>.</a:t>
            </a:r>
            <a:endParaRPr sz="2800" dirty="0">
              <a:solidFill>
                <a:srgbClr val="FF0000"/>
              </a:solidFill>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BBDC2C0D-650B-5020-65EC-9ADE7C00373A}"/>
              </a:ext>
            </a:extLst>
          </p:cNvPr>
          <p:cNvGrpSpPr/>
          <p:nvPr/>
        </p:nvGrpSpPr>
        <p:grpSpPr>
          <a:xfrm>
            <a:off x="7401918" y="1524000"/>
            <a:ext cx="4611948" cy="4386235"/>
            <a:chOff x="8246120" y="4871967"/>
            <a:chExt cx="3537474" cy="2156987"/>
          </a:xfrm>
        </p:grpSpPr>
        <p:pic>
          <p:nvPicPr>
            <p:cNvPr id="8" name="object 8"/>
            <p:cNvPicPr/>
            <p:nvPr/>
          </p:nvPicPr>
          <p:blipFill>
            <a:blip r:embed="rId2" cstate="print"/>
            <a:stretch>
              <a:fillRect/>
            </a:stretch>
          </p:blipFill>
          <p:spPr>
            <a:xfrm>
              <a:off x="8246120" y="4871967"/>
              <a:ext cx="3537474" cy="1674836"/>
            </a:xfrm>
            <a:prstGeom prst="rect">
              <a:avLst/>
            </a:prstGeom>
          </p:spPr>
        </p:pic>
        <p:sp>
          <p:nvSpPr>
            <p:cNvPr id="9" name="object 9"/>
            <p:cNvSpPr txBox="1"/>
            <p:nvPr/>
          </p:nvSpPr>
          <p:spPr>
            <a:xfrm>
              <a:off x="9348550" y="6646798"/>
              <a:ext cx="1600200" cy="382156"/>
            </a:xfrm>
            <a:prstGeom prst="rect">
              <a:avLst/>
            </a:prstGeom>
          </p:spPr>
          <p:txBody>
            <a:bodyPr vert="horz" wrap="square" lIns="0" tIns="12700" rIns="0" bIns="0" rtlCol="0">
              <a:spAutoFit/>
            </a:bodyPr>
            <a:lstStyle/>
            <a:p>
              <a:pPr marL="12700">
                <a:spcBef>
                  <a:spcPts val="100"/>
                </a:spcBef>
              </a:pPr>
              <a:r>
                <a:rPr lang="en-US" sz="2400" spc="-10" dirty="0">
                  <a:latin typeface="Microsoft Sans Serif"/>
                  <a:cs typeface="Microsoft Sans Serif"/>
                </a:rPr>
                <a:t>S</a:t>
              </a:r>
              <a:r>
                <a:rPr sz="2400" spc="-10" dirty="0">
                  <a:latin typeface="Microsoft Sans Serif"/>
                  <a:cs typeface="Microsoft Sans Serif"/>
                </a:rPr>
                <a:t>hearing</a:t>
              </a:r>
              <a:endParaRPr sz="2400" dirty="0">
                <a:latin typeface="Microsoft Sans Serif"/>
                <a:cs typeface="Microsoft Sans Serif"/>
              </a:endParaRPr>
            </a:p>
          </p:txBody>
        </p:sp>
      </p:grpSp>
      <p:sp>
        <p:nvSpPr>
          <p:cNvPr id="14" name="Rectangle 3">
            <a:extLst>
              <a:ext uri="{FF2B5EF4-FFF2-40B4-BE49-F238E27FC236}">
                <a16:creationId xmlns:a16="http://schemas.microsoft.com/office/drawing/2014/main" id="{8A7421CE-2978-6C56-5A3B-C3CC7DEF1AFE}"/>
              </a:ext>
            </a:extLst>
          </p:cNvPr>
          <p:cNvSpPr txBox="1">
            <a:spLocks/>
          </p:cNvSpPr>
          <p:nvPr/>
        </p:nvSpPr>
        <p:spPr>
          <a:xfrm>
            <a:off x="178134" y="1768776"/>
            <a:ext cx="7223784" cy="4457952"/>
          </a:xfrm>
          <a:prstGeom prst="rect">
            <a:avLst/>
          </a:prstGeom>
          <a:ln/>
        </p:spPr>
        <p:txBody>
          <a:bodyPr vert="horz" wrap="square" lIns="91440" tIns="45720" rIns="91440" bIns="45720" anchor="t" anchorCtr="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lnSpc>
                <a:spcPct val="150000"/>
              </a:lnSpc>
              <a:buFontTx/>
              <a:buAutoNum type="arabicPeriod"/>
            </a:pPr>
            <a:r>
              <a:rPr lang="en-US" sz="2400" kern="0" dirty="0">
                <a:latin typeface="Times New Roman" panose="02020603050405020304" pitchFamily="18" charset="0"/>
                <a:cs typeface="Times New Roman" panose="02020603050405020304" pitchFamily="18" charset="0"/>
              </a:rPr>
              <a:t>Cutting </a:t>
            </a:r>
          </a:p>
          <a:p>
            <a:pPr marL="914400" lvl="1" indent="-457200">
              <a:lnSpc>
                <a:spcPct val="150000"/>
              </a:lnSpc>
              <a:buFont typeface="Arial" panose="020B0604020202020204" pitchFamily="34" charset="0"/>
              <a:buChar char="•"/>
            </a:pPr>
            <a:r>
              <a:rPr lang="en-US" sz="2400" kern="0" dirty="0">
                <a:solidFill>
                  <a:srgbClr val="0070C0"/>
                </a:solidFill>
                <a:latin typeface="Times New Roman" panose="02020603050405020304" pitchFamily="18" charset="0"/>
                <a:cs typeface="Times New Roman" panose="02020603050405020304" pitchFamily="18" charset="0"/>
              </a:rPr>
              <a:t>Shearing</a:t>
            </a:r>
            <a:r>
              <a:rPr lang="en-US" sz="2400" kern="0" dirty="0">
                <a:solidFill>
                  <a:sysClr val="windowText" lastClr="000000"/>
                </a:solidFill>
                <a:latin typeface="Times New Roman" panose="02020603050405020304" pitchFamily="18" charset="0"/>
                <a:cs typeface="Times New Roman" panose="02020603050405020304" pitchFamily="18" charset="0"/>
              </a:rPr>
              <a:t> to separate large sheets</a:t>
            </a:r>
          </a:p>
          <a:p>
            <a:pPr marL="914400" lvl="1" indent="-457200">
              <a:lnSpc>
                <a:spcPct val="150000"/>
              </a:lnSpc>
              <a:buFont typeface="Arial" panose="020B0604020202020204" pitchFamily="34" charset="0"/>
              <a:buChar char="•"/>
            </a:pPr>
            <a:r>
              <a:rPr lang="en-US" sz="2400" kern="0" dirty="0">
                <a:solidFill>
                  <a:srgbClr val="0070C0"/>
                </a:solidFill>
                <a:latin typeface="Times New Roman" panose="02020603050405020304" pitchFamily="18" charset="0"/>
                <a:cs typeface="Times New Roman" panose="02020603050405020304" pitchFamily="18" charset="0"/>
              </a:rPr>
              <a:t>Blanking</a:t>
            </a:r>
            <a:r>
              <a:rPr lang="en-US" sz="2400" kern="0" dirty="0">
                <a:solidFill>
                  <a:sysClr val="windowText" lastClr="000000"/>
                </a:solidFill>
                <a:latin typeface="Times New Roman" panose="02020603050405020304" pitchFamily="18" charset="0"/>
                <a:cs typeface="Times New Roman" panose="02020603050405020304" pitchFamily="18" charset="0"/>
              </a:rPr>
              <a:t> to cut part perimeters out of sheet metal</a:t>
            </a:r>
          </a:p>
          <a:p>
            <a:pPr marL="914400" lvl="1" indent="-457200">
              <a:lnSpc>
                <a:spcPct val="150000"/>
              </a:lnSpc>
              <a:buFont typeface="Arial" panose="020B0604020202020204" pitchFamily="34" charset="0"/>
              <a:buChar char="•"/>
            </a:pPr>
            <a:r>
              <a:rPr lang="en-US" sz="2400" kern="0" dirty="0">
                <a:solidFill>
                  <a:srgbClr val="0070C0"/>
                </a:solidFill>
                <a:latin typeface="Times New Roman" panose="02020603050405020304" pitchFamily="18" charset="0"/>
                <a:cs typeface="Times New Roman" panose="02020603050405020304" pitchFamily="18" charset="0"/>
              </a:rPr>
              <a:t>Punching/ Piercing</a:t>
            </a:r>
            <a:r>
              <a:rPr lang="en-US" sz="2400" kern="0" dirty="0">
                <a:solidFill>
                  <a:sysClr val="windowText" lastClr="000000"/>
                </a:solidFill>
                <a:latin typeface="Times New Roman" panose="02020603050405020304" pitchFamily="18" charset="0"/>
                <a:cs typeface="Times New Roman" panose="02020603050405020304" pitchFamily="18" charset="0"/>
              </a:rPr>
              <a:t> to make holes in sheet metal</a:t>
            </a:r>
          </a:p>
          <a:p>
            <a:pPr marL="457200" indent="-457200">
              <a:lnSpc>
                <a:spcPct val="150000"/>
              </a:lnSpc>
              <a:buFontTx/>
              <a:buAutoNum type="arabicPeriod"/>
            </a:pPr>
            <a:r>
              <a:rPr lang="en-US" sz="2400" kern="0" dirty="0">
                <a:latin typeface="Times New Roman" panose="02020603050405020304" pitchFamily="18" charset="0"/>
                <a:cs typeface="Times New Roman" panose="02020603050405020304" pitchFamily="18" charset="0"/>
              </a:rPr>
              <a:t>Bending </a:t>
            </a:r>
          </a:p>
          <a:p>
            <a:pPr marL="914400" lvl="1" indent="-457200">
              <a:lnSpc>
                <a:spcPct val="150000"/>
              </a:lnSpc>
              <a:buFont typeface="Arial" panose="020B0604020202020204" pitchFamily="34" charset="0"/>
              <a:buChar char="•"/>
            </a:pPr>
            <a:r>
              <a:rPr lang="en-US" sz="2400" kern="0" dirty="0">
                <a:solidFill>
                  <a:sysClr val="windowText" lastClr="000000"/>
                </a:solidFill>
                <a:latin typeface="Times New Roman" panose="02020603050405020304" pitchFamily="18" charset="0"/>
                <a:cs typeface="Times New Roman" panose="02020603050405020304" pitchFamily="18" charset="0"/>
              </a:rPr>
              <a:t>Straining sheet around a straight axis</a:t>
            </a:r>
          </a:p>
          <a:p>
            <a:pPr marL="457200" indent="-457200">
              <a:lnSpc>
                <a:spcPct val="150000"/>
              </a:lnSpc>
              <a:buFontTx/>
              <a:buAutoNum type="arabicPeriod"/>
            </a:pPr>
            <a:r>
              <a:rPr lang="en-US" sz="2400" kern="0" dirty="0">
                <a:latin typeface="Times New Roman" panose="02020603050405020304" pitchFamily="18" charset="0"/>
                <a:cs typeface="Times New Roman" panose="02020603050405020304" pitchFamily="18" charset="0"/>
              </a:rPr>
              <a:t>Drawing </a:t>
            </a:r>
          </a:p>
          <a:p>
            <a:pPr marL="914400" lvl="1" indent="-457200">
              <a:lnSpc>
                <a:spcPct val="150000"/>
              </a:lnSpc>
              <a:buFont typeface="Arial" panose="020B0604020202020204" pitchFamily="34" charset="0"/>
              <a:buChar char="•"/>
            </a:pPr>
            <a:r>
              <a:rPr lang="en-US" sz="2400" kern="0" dirty="0">
                <a:solidFill>
                  <a:sysClr val="windowText" lastClr="000000"/>
                </a:solidFill>
                <a:latin typeface="Times New Roman" panose="02020603050405020304" pitchFamily="18" charset="0"/>
                <a:cs typeface="Times New Roman" panose="02020603050405020304" pitchFamily="18" charset="0"/>
              </a:rPr>
              <a:t>Forming of sheet into convex or concave shapes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animEffect transition="in" filter="dissolve">
                                      <p:cBhvr>
                                        <p:cTn id="7" dur="500"/>
                                        <p:tgtEl>
                                          <p:spTgt spid="14">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4">
                                            <p:txEl>
                                              <p:pRg st="5" end="5"/>
                                            </p:txEl>
                                          </p:spTgt>
                                        </p:tgtEl>
                                        <p:attrNameLst>
                                          <p:attrName>style.visibility</p:attrName>
                                        </p:attrNameLst>
                                      </p:cBhvr>
                                      <p:to>
                                        <p:strVal val="visible"/>
                                      </p:to>
                                    </p:set>
                                    <p:animEffect transition="in" filter="dissolve">
                                      <p:cBhvr>
                                        <p:cTn id="10" dur="500"/>
                                        <p:tgtEl>
                                          <p:spTgt spid="14">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4">
                                            <p:txEl>
                                              <p:pRg st="6" end="6"/>
                                            </p:txEl>
                                          </p:spTgt>
                                        </p:tgtEl>
                                        <p:attrNameLst>
                                          <p:attrName>style.visibility</p:attrName>
                                        </p:attrNameLst>
                                      </p:cBhvr>
                                      <p:to>
                                        <p:strVal val="visible"/>
                                      </p:to>
                                    </p:set>
                                    <p:animEffect transition="in" filter="dissolve">
                                      <p:cBhvr>
                                        <p:cTn id="15" dur="500"/>
                                        <p:tgtEl>
                                          <p:spTgt spid="14">
                                            <p:txEl>
                                              <p:pRg st="6" end="6"/>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4">
                                            <p:txEl>
                                              <p:pRg st="7" end="7"/>
                                            </p:txEl>
                                          </p:spTgt>
                                        </p:tgtEl>
                                        <p:attrNameLst>
                                          <p:attrName>style.visibility</p:attrName>
                                        </p:attrNameLst>
                                      </p:cBhvr>
                                      <p:to>
                                        <p:strVal val="visible"/>
                                      </p:to>
                                    </p:set>
                                    <p:animEffect transition="in" filter="dissolve">
                                      <p:cBhvr>
                                        <p:cTn id="18"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p:cNvSpPr>
          <p:nvPr>
            <p:ph idx="1"/>
          </p:nvPr>
        </p:nvSpPr>
        <p:spPr>
          <a:xfrm>
            <a:off x="304800" y="5181600"/>
            <a:ext cx="11582400" cy="1133965"/>
          </a:xfrm>
          <a:ln/>
        </p:spPr>
        <p:txBody>
          <a:bodyPr vert="horz" wrap="square" lIns="91440" tIns="45720" rIns="91440" bIns="45720" anchor="t" anchorCtr="0">
            <a:spAutoFit/>
          </a:bodyPr>
          <a:lstStyle/>
          <a:p>
            <a:pPr eaLnBrk="1" hangingPunct="1">
              <a:lnSpc>
                <a:spcPct val="150000"/>
              </a:lnSpc>
              <a:buNone/>
            </a:pPr>
            <a:r>
              <a:rPr sz="2400" dirty="0">
                <a:latin typeface="Times New Roman" panose="02020603050405020304" pitchFamily="18" charset="0"/>
                <a:cs typeface="Times New Roman" panose="02020603050405020304" pitchFamily="18" charset="0"/>
              </a:rPr>
              <a:t>Shearing of sheet metal between two cutting edges: (1) just before the punch contact work; </a:t>
            </a:r>
          </a:p>
          <a:p>
            <a:pPr eaLnBrk="1" hangingPunct="1">
              <a:lnSpc>
                <a:spcPct val="150000"/>
              </a:lnSpc>
              <a:buNone/>
            </a:pPr>
            <a:r>
              <a:rPr sz="2400" dirty="0">
                <a:latin typeface="Times New Roman" panose="02020603050405020304" pitchFamily="18" charset="0"/>
                <a:cs typeface="Times New Roman" panose="02020603050405020304" pitchFamily="18" charset="0"/>
              </a:rPr>
              <a:t>(2) punch begins to push into work, causing plastic deformation;</a:t>
            </a:r>
          </a:p>
        </p:txBody>
      </p:sp>
      <p:sp>
        <p:nvSpPr>
          <p:cNvPr id="23556" name="Text Box 5"/>
          <p:cNvSpPr txBox="1"/>
          <p:nvPr/>
        </p:nvSpPr>
        <p:spPr>
          <a:xfrm>
            <a:off x="3657600" y="1524000"/>
            <a:ext cx="304800" cy="369332"/>
          </a:xfrm>
          <a:prstGeom prst="rect">
            <a:avLst/>
          </a:prstGeom>
          <a:noFill/>
          <a:ln w="9525">
            <a:noFill/>
          </a:ln>
        </p:spPr>
        <p:txBody>
          <a:bodyPr>
            <a:spAutoFit/>
          </a:bodyPr>
          <a:lstStyle/>
          <a:p>
            <a:pPr>
              <a:spcBef>
                <a:spcPts val="600"/>
              </a:spcBef>
            </a:pPr>
            <a:endParaRPr lang="tr-TR" altLang="x-none" dirty="0">
              <a:latin typeface="Times New Roman" panose="02020603050405020304" pitchFamily="18" charset="0"/>
            </a:endParaRPr>
          </a:p>
        </p:txBody>
      </p:sp>
      <p:pic>
        <p:nvPicPr>
          <p:cNvPr id="23557" name="Picture 10" descr="20"/>
          <p:cNvPicPr>
            <a:picLocks noChangeAspect="1"/>
          </p:cNvPicPr>
          <p:nvPr/>
        </p:nvPicPr>
        <p:blipFill>
          <a:blip r:embed="rId2"/>
          <a:stretch>
            <a:fillRect/>
          </a:stretch>
        </p:blipFill>
        <p:spPr>
          <a:xfrm>
            <a:off x="3429001" y="1447800"/>
            <a:ext cx="2995613" cy="3505200"/>
          </a:xfrm>
          <a:prstGeom prst="rect">
            <a:avLst/>
          </a:prstGeom>
          <a:noFill/>
          <a:ln w="9525">
            <a:noFill/>
          </a:ln>
        </p:spPr>
      </p:pic>
      <p:pic>
        <p:nvPicPr>
          <p:cNvPr id="14348" name="Picture 12" descr="20"/>
          <p:cNvPicPr>
            <a:picLocks noChangeAspect="1"/>
          </p:cNvPicPr>
          <p:nvPr/>
        </p:nvPicPr>
        <p:blipFill>
          <a:blip r:embed="rId3"/>
          <a:stretch>
            <a:fillRect/>
          </a:stretch>
        </p:blipFill>
        <p:spPr>
          <a:xfrm>
            <a:off x="6781801" y="1447800"/>
            <a:ext cx="2728913" cy="3505200"/>
          </a:xfrm>
          <a:prstGeom prst="rect">
            <a:avLst/>
          </a:prstGeom>
          <a:noFill/>
          <a:ln w="9525">
            <a:noFill/>
          </a:ln>
        </p:spPr>
      </p:pic>
      <p:sp>
        <p:nvSpPr>
          <p:cNvPr id="23559" name="Rectangle 13"/>
          <p:cNvSpPr>
            <a:spLocks noGrp="1"/>
          </p:cNvSpPr>
          <p:nvPr>
            <p:ph type="title"/>
          </p:nvPr>
        </p:nvSpPr>
        <p:spPr>
          <a:xfrm>
            <a:off x="914400" y="312003"/>
            <a:ext cx="8991600" cy="830997"/>
          </a:xfrm>
          <a:ln/>
        </p:spPr>
        <p:txBody>
          <a:bodyPr vert="horz" wrap="square" lIns="91440" tIns="45720" rIns="91440" bIns="45720" anchor="b" anchorCtr="0">
            <a:spAutoFit/>
          </a:bodyPr>
          <a:lstStyle/>
          <a:p>
            <a:pPr eaLnBrk="1" hangingPunct="1"/>
            <a:r>
              <a:rPr dirty="0"/>
              <a:t>Sheet Metal </a:t>
            </a:r>
            <a:r>
              <a:rPr lang="en-US" dirty="0"/>
              <a:t>Cutting</a:t>
            </a:r>
            <a:r>
              <a:rPr dirty="0"/>
              <a:t> - Shearing</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4348"/>
                                        </p:tgtEl>
                                        <p:attrNameLst>
                                          <p:attrName>style.visibility</p:attrName>
                                        </p:attrNameLst>
                                      </p:cBhvr>
                                      <p:to>
                                        <p:strVal val="visible"/>
                                      </p:to>
                                    </p:set>
                                    <p:anim calcmode="lin" valueType="num">
                                      <p:cBhvr>
                                        <p:cTn id="7" dur="500" fill="hold"/>
                                        <p:tgtEl>
                                          <p:spTgt spid="14348"/>
                                        </p:tgtEl>
                                        <p:attrNameLst>
                                          <p:attrName>ppt_w</p:attrName>
                                        </p:attrNameLst>
                                      </p:cBhvr>
                                      <p:tavLst>
                                        <p:tav tm="0">
                                          <p:val>
                                            <p:fltVal val="0"/>
                                          </p:val>
                                        </p:tav>
                                        <p:tav tm="100000">
                                          <p:val>
                                            <p:strVal val="#ppt_w"/>
                                          </p:val>
                                        </p:tav>
                                      </p:tavLst>
                                    </p:anim>
                                    <p:anim calcmode="lin" valueType="num">
                                      <p:cBhvr>
                                        <p:cTn id="8" dur="500" fill="hold"/>
                                        <p:tgtEl>
                                          <p:spTgt spid="14348"/>
                                        </p:tgtEl>
                                        <p:attrNameLst>
                                          <p:attrName>ppt_h</p:attrName>
                                        </p:attrNameLst>
                                      </p:cBhvr>
                                      <p:tavLst>
                                        <p:tav tm="0">
                                          <p:val>
                                            <p:fltVal val="0"/>
                                          </p:val>
                                        </p:tav>
                                        <p:tav tm="100000">
                                          <p:val>
                                            <p:strVal val="#ppt_h"/>
                                          </p:val>
                                        </p:tav>
                                      </p:tavLst>
                                    </p:anim>
                                    <p:anim calcmode="lin" valueType="num">
                                      <p:cBhvr>
                                        <p:cTn id="9" dur="500" fill="hold"/>
                                        <p:tgtEl>
                                          <p:spTgt spid="14348"/>
                                        </p:tgtEl>
                                        <p:attrNameLst>
                                          <p:attrName>style.rotation</p:attrName>
                                        </p:attrNameLst>
                                      </p:cBhvr>
                                      <p:tavLst>
                                        <p:tav tm="0">
                                          <p:val>
                                            <p:fltVal val="360"/>
                                          </p:val>
                                        </p:tav>
                                        <p:tav tm="100000">
                                          <p:val>
                                            <p:fltVal val="0"/>
                                          </p:val>
                                        </p:tav>
                                      </p:tavLst>
                                    </p:anim>
                                    <p:animEffect transition="in" filter="fade">
                                      <p:cBhvr>
                                        <p:cTn id="10" dur="500"/>
                                        <p:tgtEl>
                                          <p:spTgt spid="1434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p:cTn id="13" dur="500" fill="hold"/>
                                        <p:tgtEl>
                                          <p:spTgt spid="14339">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4339">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14339">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143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p:cNvSpPr>
          <p:nvPr>
            <p:ph idx="1"/>
          </p:nvPr>
        </p:nvSpPr>
        <p:spPr>
          <a:xfrm>
            <a:off x="381000" y="4800600"/>
            <a:ext cx="11430000" cy="1555041"/>
          </a:xfrm>
          <a:ln/>
        </p:spPr>
        <p:txBody>
          <a:bodyPr vert="horz" wrap="square" lIns="91440" tIns="45720" rIns="91440" bIns="45720" anchor="t" anchorCtr="0">
            <a:spAutoFit/>
          </a:bodyPr>
          <a:lstStyle/>
          <a:p>
            <a:pPr eaLnBrk="1" hangingPunct="1">
              <a:lnSpc>
                <a:spcPct val="150000"/>
              </a:lnSpc>
              <a:buNone/>
            </a:pPr>
            <a:r>
              <a:rPr sz="2200" dirty="0">
                <a:latin typeface="Times New Roman" panose="02020603050405020304" pitchFamily="18" charset="0"/>
                <a:cs typeface="Times New Roman" panose="02020603050405020304" pitchFamily="18" charset="0"/>
              </a:rPr>
              <a:t>Shearing of sheet metal between two cutting edges: </a:t>
            </a:r>
            <a:endParaRPr lang="en-US" sz="2200" dirty="0">
              <a:latin typeface="Times New Roman" panose="02020603050405020304" pitchFamily="18" charset="0"/>
              <a:cs typeface="Times New Roman" panose="02020603050405020304" pitchFamily="18" charset="0"/>
            </a:endParaRPr>
          </a:p>
          <a:p>
            <a:pPr eaLnBrk="1" hangingPunct="1">
              <a:lnSpc>
                <a:spcPct val="150000"/>
              </a:lnSpc>
              <a:buNone/>
            </a:pPr>
            <a:r>
              <a:rPr sz="2200" dirty="0">
                <a:latin typeface="Times New Roman" panose="02020603050405020304" pitchFamily="18" charset="0"/>
                <a:cs typeface="Times New Roman" panose="02020603050405020304" pitchFamily="18" charset="0"/>
              </a:rPr>
              <a:t>(3) </a:t>
            </a:r>
            <a:r>
              <a:rPr lang="en-US" sz="2200" dirty="0">
                <a:latin typeface="Times New Roman" panose="02020603050405020304" pitchFamily="18" charset="0"/>
                <a:cs typeface="Times New Roman" panose="02020603050405020304" pitchFamily="18" charset="0"/>
              </a:rPr>
              <a:t>P</a:t>
            </a:r>
            <a:r>
              <a:rPr sz="2200" dirty="0">
                <a:latin typeface="Times New Roman" panose="02020603050405020304" pitchFamily="18" charset="0"/>
                <a:cs typeface="Times New Roman" panose="02020603050405020304" pitchFamily="18" charset="0"/>
              </a:rPr>
              <a:t>unch compresses and penetrates into </a:t>
            </a:r>
            <a:r>
              <a:rPr lang="en-US" sz="2200" dirty="0">
                <a:latin typeface="Times New Roman" panose="02020603050405020304" pitchFamily="18" charset="0"/>
                <a:cs typeface="Times New Roman" panose="02020603050405020304" pitchFamily="18" charset="0"/>
              </a:rPr>
              <a:t>the </a:t>
            </a:r>
            <a:r>
              <a:rPr sz="2200" dirty="0">
                <a:latin typeface="Times New Roman" panose="02020603050405020304" pitchFamily="18" charset="0"/>
                <a:cs typeface="Times New Roman" panose="02020603050405020304" pitchFamily="18" charset="0"/>
              </a:rPr>
              <a:t>work</a:t>
            </a:r>
            <a:r>
              <a:rPr lang="en-US" sz="2200" dirty="0">
                <a:latin typeface="Times New Roman" panose="02020603050405020304" pitchFamily="18" charset="0"/>
                <a:cs typeface="Times New Roman" panose="02020603050405020304" pitchFamily="18" charset="0"/>
              </a:rPr>
              <a:t>,</a:t>
            </a:r>
            <a:r>
              <a:rPr sz="2200" dirty="0">
                <a:latin typeface="Times New Roman" panose="02020603050405020304" pitchFamily="18" charset="0"/>
                <a:cs typeface="Times New Roman" panose="02020603050405020304" pitchFamily="18" charset="0"/>
              </a:rPr>
              <a:t> causing a smooth cut surface; </a:t>
            </a:r>
          </a:p>
          <a:p>
            <a:pPr eaLnBrk="1" hangingPunct="1">
              <a:lnSpc>
                <a:spcPct val="150000"/>
              </a:lnSpc>
              <a:buNone/>
            </a:pPr>
            <a:r>
              <a:rPr sz="2200" dirty="0">
                <a:latin typeface="Times New Roman" panose="02020603050405020304" pitchFamily="18" charset="0"/>
                <a:cs typeface="Times New Roman" panose="02020603050405020304" pitchFamily="18" charset="0"/>
              </a:rPr>
              <a:t>(4) </a:t>
            </a:r>
            <a:r>
              <a:rPr lang="en-US" sz="2200" dirty="0">
                <a:latin typeface="Times New Roman" panose="02020603050405020304" pitchFamily="18" charset="0"/>
                <a:cs typeface="Times New Roman" panose="02020603050405020304" pitchFamily="18" charset="0"/>
              </a:rPr>
              <a:t>Fracture</a:t>
            </a:r>
            <a:r>
              <a:rPr sz="2200" dirty="0">
                <a:latin typeface="Times New Roman" panose="02020603050405020304" pitchFamily="18" charset="0"/>
                <a:cs typeface="Times New Roman" panose="02020603050405020304" pitchFamily="18" charset="0"/>
              </a:rPr>
              <a:t> is initiated at the opposing cutting edges</a:t>
            </a:r>
            <a:r>
              <a:rPr lang="en-US" sz="2200" dirty="0">
                <a:latin typeface="Times New Roman" panose="02020603050405020304" pitchFamily="18" charset="0"/>
                <a:cs typeface="Times New Roman" panose="02020603050405020304" pitchFamily="18" charset="0"/>
              </a:rPr>
              <a:t>,</a:t>
            </a:r>
            <a:r>
              <a:rPr sz="2200" dirty="0">
                <a:latin typeface="Times New Roman" panose="02020603050405020304" pitchFamily="18" charset="0"/>
                <a:cs typeface="Times New Roman" panose="02020603050405020304" pitchFamily="18" charset="0"/>
              </a:rPr>
              <a:t> which </a:t>
            </a:r>
            <a:r>
              <a:rPr lang="en-US" sz="2200" dirty="0">
                <a:latin typeface="Times New Roman" panose="02020603050405020304" pitchFamily="18" charset="0"/>
                <a:cs typeface="Times New Roman" panose="02020603050405020304" pitchFamily="18" charset="0"/>
              </a:rPr>
              <a:t>separate</a:t>
            </a:r>
            <a:r>
              <a:rPr sz="2200" dirty="0">
                <a:latin typeface="Times New Roman" panose="02020603050405020304" pitchFamily="18" charset="0"/>
                <a:cs typeface="Times New Roman" panose="02020603050405020304" pitchFamily="18" charset="0"/>
              </a:rPr>
              <a:t> the sheet.</a:t>
            </a:r>
          </a:p>
        </p:txBody>
      </p:sp>
      <p:pic>
        <p:nvPicPr>
          <p:cNvPr id="24580" name="Picture 6" descr="20"/>
          <p:cNvPicPr>
            <a:picLocks noChangeAspect="1"/>
          </p:cNvPicPr>
          <p:nvPr/>
        </p:nvPicPr>
        <p:blipFill>
          <a:blip r:embed="rId3"/>
          <a:stretch>
            <a:fillRect/>
          </a:stretch>
        </p:blipFill>
        <p:spPr>
          <a:xfrm>
            <a:off x="3505201" y="1447800"/>
            <a:ext cx="2543175" cy="3276600"/>
          </a:xfrm>
          <a:prstGeom prst="rect">
            <a:avLst/>
          </a:prstGeom>
          <a:noFill/>
          <a:ln w="9525">
            <a:noFill/>
          </a:ln>
        </p:spPr>
      </p:pic>
      <p:pic>
        <p:nvPicPr>
          <p:cNvPr id="18439" name="Picture 7" descr="20"/>
          <p:cNvPicPr>
            <a:picLocks noChangeAspect="1"/>
          </p:cNvPicPr>
          <p:nvPr/>
        </p:nvPicPr>
        <p:blipFill>
          <a:blip r:embed="rId4"/>
          <a:stretch>
            <a:fillRect/>
          </a:stretch>
        </p:blipFill>
        <p:spPr>
          <a:xfrm>
            <a:off x="6985000" y="1447800"/>
            <a:ext cx="2217738" cy="3276600"/>
          </a:xfrm>
          <a:prstGeom prst="rect">
            <a:avLst/>
          </a:prstGeom>
          <a:noFill/>
          <a:ln w="9525">
            <a:noFill/>
          </a:ln>
        </p:spPr>
      </p:pic>
      <p:sp>
        <p:nvSpPr>
          <p:cNvPr id="24582" name="Text Box 8"/>
          <p:cNvSpPr txBox="1"/>
          <p:nvPr/>
        </p:nvSpPr>
        <p:spPr>
          <a:xfrm>
            <a:off x="1828800" y="250371"/>
            <a:ext cx="7924800" cy="769441"/>
          </a:xfrm>
          <a:prstGeom prst="rect">
            <a:avLst/>
          </a:prstGeom>
          <a:noFill/>
          <a:ln w="9525">
            <a:noFill/>
          </a:ln>
        </p:spPr>
        <p:txBody>
          <a:bodyPr wrap="square">
            <a:spAutoFit/>
          </a:bodyPr>
          <a:lstStyle/>
          <a:p>
            <a:pPr>
              <a:spcBef>
                <a:spcPct val="50000"/>
              </a:spcBef>
            </a:pPr>
            <a:r>
              <a:rPr sz="4400" dirty="0">
                <a:solidFill>
                  <a:srgbClr val="006699"/>
                </a:solidFill>
                <a:latin typeface="Times New Roman" panose="02020603050405020304" pitchFamily="18" charset="0"/>
                <a:cs typeface="Times New Roman" panose="02020603050405020304" pitchFamily="18" charset="0"/>
              </a:rPr>
              <a:t>Sheet Metal Cutting</a:t>
            </a:r>
            <a:r>
              <a:rPr sz="4400" dirty="0">
                <a:latin typeface="Times New Roman" panose="02020603050405020304" pitchFamily="18" charset="0"/>
                <a:cs typeface="Times New Roman" panose="02020603050405020304" pitchFamily="18" charset="0"/>
              </a:rPr>
              <a:t> </a:t>
            </a:r>
            <a:r>
              <a:rPr sz="4400" b="1" dirty="0">
                <a:solidFill>
                  <a:srgbClr val="006699"/>
                </a:solidFill>
                <a:latin typeface="Times New Roman" panose="02020603050405020304" pitchFamily="18" charset="0"/>
                <a:cs typeface="Times New Roman" panose="02020603050405020304" pitchFamily="18" charset="0"/>
              </a:rPr>
              <a:t>- Shearing</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439"/>
                                        </p:tgtEl>
                                        <p:attrNameLst>
                                          <p:attrName>style.visibility</p:attrName>
                                        </p:attrNameLst>
                                      </p:cBhvr>
                                      <p:to>
                                        <p:strVal val="visible"/>
                                      </p:to>
                                    </p:set>
                                    <p:anim calcmode="lin" valueType="num">
                                      <p:cBhvr>
                                        <p:cTn id="7" dur="500" fill="hold"/>
                                        <p:tgtEl>
                                          <p:spTgt spid="18439"/>
                                        </p:tgtEl>
                                        <p:attrNameLst>
                                          <p:attrName>ppt_w</p:attrName>
                                        </p:attrNameLst>
                                      </p:cBhvr>
                                      <p:tavLst>
                                        <p:tav tm="0">
                                          <p:val>
                                            <p:fltVal val="0"/>
                                          </p:val>
                                        </p:tav>
                                        <p:tav tm="100000">
                                          <p:val>
                                            <p:strVal val="#ppt_w"/>
                                          </p:val>
                                        </p:tav>
                                      </p:tavLst>
                                    </p:anim>
                                    <p:anim calcmode="lin" valueType="num">
                                      <p:cBhvr>
                                        <p:cTn id="8" dur="500" fill="hold"/>
                                        <p:tgtEl>
                                          <p:spTgt spid="18439"/>
                                        </p:tgtEl>
                                        <p:attrNameLst>
                                          <p:attrName>ppt_h</p:attrName>
                                        </p:attrNameLst>
                                      </p:cBhvr>
                                      <p:tavLst>
                                        <p:tav tm="0">
                                          <p:val>
                                            <p:fltVal val="0"/>
                                          </p:val>
                                        </p:tav>
                                        <p:tav tm="100000">
                                          <p:val>
                                            <p:strVal val="#ppt_h"/>
                                          </p:val>
                                        </p:tav>
                                      </p:tavLst>
                                    </p:anim>
                                    <p:anim calcmode="lin" valueType="num">
                                      <p:cBhvr>
                                        <p:cTn id="9" dur="500" fill="hold"/>
                                        <p:tgtEl>
                                          <p:spTgt spid="18439"/>
                                        </p:tgtEl>
                                        <p:attrNameLst>
                                          <p:attrName>style.rotation</p:attrName>
                                        </p:attrNameLst>
                                      </p:cBhvr>
                                      <p:tavLst>
                                        <p:tav tm="0">
                                          <p:val>
                                            <p:fltVal val="360"/>
                                          </p:val>
                                        </p:tav>
                                        <p:tav tm="100000">
                                          <p:val>
                                            <p:fltVal val="0"/>
                                          </p:val>
                                        </p:tav>
                                      </p:tavLst>
                                    </p:anim>
                                    <p:animEffect transition="in" filter="fade">
                                      <p:cBhvr>
                                        <p:cTn id="10" dur="500"/>
                                        <p:tgtEl>
                                          <p:spTgt spid="18439"/>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anim calcmode="lin" valueType="num">
                                      <p:cBhvr>
                                        <p:cTn id="13" dur="500" fill="hold"/>
                                        <p:tgtEl>
                                          <p:spTgt spid="18435">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18435">
                                            <p:txEl>
                                              <p:pRg st="2" end="2"/>
                                            </p:txEl>
                                          </p:spTgt>
                                        </p:tgtEl>
                                        <p:attrNameLst>
                                          <p:attrName>ppt_h</p:attrName>
                                        </p:attrNameLst>
                                      </p:cBhvr>
                                      <p:tavLst>
                                        <p:tav tm="0">
                                          <p:val>
                                            <p:fltVal val="0"/>
                                          </p:val>
                                        </p:tav>
                                        <p:tav tm="100000">
                                          <p:val>
                                            <p:strVal val="#ppt_h"/>
                                          </p:val>
                                        </p:tav>
                                      </p:tavLst>
                                    </p:anim>
                                    <p:anim calcmode="lin" valueType="num">
                                      <p:cBhvr>
                                        <p:cTn id="15" dur="500" fill="hold"/>
                                        <p:tgtEl>
                                          <p:spTgt spid="18435">
                                            <p:txEl>
                                              <p:pRg st="2" end="2"/>
                                            </p:txEl>
                                          </p:spTgt>
                                        </p:tgtEl>
                                        <p:attrNameLst>
                                          <p:attrName>style.rotation</p:attrName>
                                        </p:attrNameLst>
                                      </p:cBhvr>
                                      <p:tavLst>
                                        <p:tav tm="0">
                                          <p:val>
                                            <p:fltVal val="360"/>
                                          </p:val>
                                        </p:tav>
                                        <p:tav tm="100000">
                                          <p:val>
                                            <p:fltVal val="0"/>
                                          </p:val>
                                        </p:tav>
                                      </p:tavLst>
                                    </p:anim>
                                    <p:animEffect transition="in" filter="fade">
                                      <p:cBhvr>
                                        <p:cTn id="16"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p:cNvSpPr>
          <p:nvPr>
            <p:ph type="title"/>
          </p:nvPr>
        </p:nvSpPr>
        <p:spPr>
          <a:xfrm>
            <a:off x="1066800" y="223044"/>
            <a:ext cx="9448037" cy="830997"/>
          </a:xfrm>
          <a:ln/>
        </p:spPr>
        <p:txBody>
          <a:bodyPr vert="horz" wrap="square" lIns="91440" tIns="45720" rIns="91440" bIns="45720" anchor="b" anchorCtr="0">
            <a:spAutoFit/>
          </a:bodyPr>
          <a:lstStyle/>
          <a:p>
            <a:pPr eaLnBrk="1" hangingPunct="1"/>
            <a:r>
              <a:rPr dirty="0"/>
              <a:t>Shearing</a:t>
            </a:r>
          </a:p>
        </p:txBody>
      </p:sp>
      <p:sp>
        <p:nvSpPr>
          <p:cNvPr id="2" name="Rectangle 3"/>
          <p:cNvSpPr>
            <a:spLocks noGrp="1"/>
          </p:cNvSpPr>
          <p:nvPr>
            <p:ph idx="1"/>
          </p:nvPr>
        </p:nvSpPr>
        <p:spPr>
          <a:xfrm>
            <a:off x="266700" y="1382713"/>
            <a:ext cx="6667500" cy="1695144"/>
          </a:xfrm>
          <a:ln/>
        </p:spPr>
        <p:txBody>
          <a:bodyPr vert="horz" wrap="square" lIns="91440" tIns="45720" rIns="91440" bIns="45720" anchor="t" anchorCtr="0">
            <a:spAutoFit/>
          </a:bodyPr>
          <a:lstStyle/>
          <a:p>
            <a:pPr marL="285750" indent="-285750" eaLnBrk="1" hangingPunct="1">
              <a:lnSpc>
                <a:spcPct val="150000"/>
              </a:lnSpc>
              <a:buFont typeface="Arial" panose="020B0604020202020204" pitchFamily="34" charset="0"/>
              <a:buChar char="•"/>
            </a:pPr>
            <a:r>
              <a:rPr sz="2400" dirty="0">
                <a:latin typeface="Times New Roman" panose="02020603050405020304" pitchFamily="18" charset="0"/>
                <a:cs typeface="Times New Roman" panose="02020603050405020304" pitchFamily="18" charset="0"/>
              </a:rPr>
              <a:t>Sheet metal cutting operation along a straight line between two cutting edges</a:t>
            </a:r>
          </a:p>
          <a:p>
            <a:pPr marL="285750" indent="-285750" eaLnBrk="1" hangingPunct="1">
              <a:lnSpc>
                <a:spcPct val="150000"/>
              </a:lnSpc>
              <a:buFont typeface="Arial" panose="020B0604020202020204" pitchFamily="34" charset="0"/>
              <a:buChar char="•"/>
            </a:pPr>
            <a:r>
              <a:rPr sz="2400" dirty="0">
                <a:latin typeface="Times New Roman" panose="02020603050405020304" pitchFamily="18" charset="0"/>
                <a:cs typeface="Times New Roman" panose="02020603050405020304" pitchFamily="18" charset="0"/>
              </a:rPr>
              <a:t>Typically used to cut large sheets</a:t>
            </a:r>
            <a:endParaRPr sz="2400" dirty="0"/>
          </a:p>
        </p:txBody>
      </p:sp>
      <p:pic>
        <p:nvPicPr>
          <p:cNvPr id="26629" name="Picture 5" descr="w0277c"/>
          <p:cNvPicPr>
            <a:picLocks noChangeAspect="1"/>
          </p:cNvPicPr>
          <p:nvPr/>
        </p:nvPicPr>
        <p:blipFill>
          <a:blip r:embed="rId3"/>
          <a:stretch>
            <a:fillRect/>
          </a:stretch>
        </p:blipFill>
        <p:spPr>
          <a:xfrm>
            <a:off x="6705600" y="1219200"/>
            <a:ext cx="4648200" cy="2536825"/>
          </a:xfrm>
          <a:prstGeom prst="rect">
            <a:avLst/>
          </a:prstGeom>
          <a:noFill/>
          <a:ln w="9525">
            <a:noFill/>
          </a:ln>
        </p:spPr>
      </p:pic>
      <p:sp>
        <p:nvSpPr>
          <p:cNvPr id="25606" name="Rectangle 2"/>
          <p:cNvSpPr/>
          <p:nvPr/>
        </p:nvSpPr>
        <p:spPr>
          <a:xfrm>
            <a:off x="266700" y="3428301"/>
            <a:ext cx="5410200" cy="2795958"/>
          </a:xfrm>
          <a:prstGeom prst="rect">
            <a:avLst/>
          </a:prstGeom>
          <a:noFill/>
          <a:ln w="9525">
            <a:noFill/>
          </a:ln>
        </p:spPr>
        <p:txBody>
          <a:bodyPr wrap="square">
            <a:spAutoFit/>
          </a:bodyPr>
          <a:lstStyle/>
          <a:p>
            <a:pPr marL="342900" indent="-342900" algn="just">
              <a:lnSpc>
                <a:spcPct val="150000"/>
              </a:lnSpc>
              <a:buFont typeface="Arial" panose="020B0604020202020204" pitchFamily="34" charset="0"/>
              <a:buChar char="•"/>
            </a:pPr>
            <a:r>
              <a:rPr sz="2400" dirty="0">
                <a:solidFill>
                  <a:srgbClr val="7030A0"/>
                </a:solidFill>
                <a:latin typeface="Times New Roman" panose="02020603050405020304" pitchFamily="18" charset="0"/>
                <a:cs typeface="Times New Roman" panose="02020603050405020304" pitchFamily="18" charset="0"/>
              </a:rPr>
              <a:t>Engagement of </a:t>
            </a:r>
            <a:r>
              <a:rPr lang="en-US" sz="2400" dirty="0">
                <a:solidFill>
                  <a:srgbClr val="7030A0"/>
                </a:solidFill>
                <a:latin typeface="Times New Roman" panose="02020603050405020304" pitchFamily="18" charset="0"/>
                <a:cs typeface="Times New Roman" panose="02020603050405020304" pitchFamily="18" charset="0"/>
              </a:rPr>
              <a:t>the </a:t>
            </a:r>
            <a:r>
              <a:rPr sz="2400" dirty="0">
                <a:solidFill>
                  <a:srgbClr val="7030A0"/>
                </a:solidFill>
                <a:latin typeface="Times New Roman" panose="02020603050405020304" pitchFamily="18" charset="0"/>
                <a:cs typeface="Times New Roman" panose="02020603050405020304" pitchFamily="18" charset="0"/>
              </a:rPr>
              <a:t>entire blade into cutting </a:t>
            </a:r>
            <a:r>
              <a:rPr lang="en-US" sz="2400" dirty="0">
                <a:solidFill>
                  <a:srgbClr val="7030A0"/>
                </a:solidFill>
                <a:latin typeface="Times New Roman" panose="02020603050405020304" pitchFamily="18" charset="0"/>
                <a:cs typeface="Times New Roman" panose="02020603050405020304" pitchFamily="18" charset="0"/>
              </a:rPr>
              <a:t>requires</a:t>
            </a:r>
            <a:r>
              <a:rPr sz="2400" dirty="0">
                <a:solidFill>
                  <a:srgbClr val="7030A0"/>
                </a:solidFill>
                <a:latin typeface="Times New Roman" panose="02020603050405020304" pitchFamily="18" charset="0"/>
                <a:cs typeface="Times New Roman" panose="02020603050405020304" pitchFamily="18" charset="0"/>
              </a:rPr>
              <a:t> higher forces. </a:t>
            </a:r>
            <a:endParaRPr lang="en-US" sz="2400" dirty="0">
              <a:solidFill>
                <a:srgbClr val="7030A0"/>
              </a:solidFill>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sz="2400" dirty="0">
                <a:solidFill>
                  <a:srgbClr val="7030A0"/>
                </a:solidFill>
                <a:latin typeface="Times New Roman" panose="02020603050405020304" pitchFamily="18" charset="0"/>
                <a:cs typeface="Times New Roman" panose="02020603050405020304" pitchFamily="18" charset="0"/>
              </a:rPr>
              <a:t>Therefore, </a:t>
            </a:r>
            <a:r>
              <a:rPr lang="en-US" sz="2400" dirty="0">
                <a:solidFill>
                  <a:srgbClr val="7030A0"/>
                </a:solidFill>
                <a:latin typeface="Times New Roman" panose="02020603050405020304" pitchFamily="18" charset="0"/>
                <a:cs typeface="Times New Roman" panose="02020603050405020304" pitchFamily="18" charset="0"/>
              </a:rPr>
              <a:t>an </a:t>
            </a:r>
            <a:r>
              <a:rPr sz="2400" dirty="0">
                <a:solidFill>
                  <a:srgbClr val="7030A0"/>
                </a:solidFill>
                <a:latin typeface="Times New Roman" panose="02020603050405020304" pitchFamily="18" charset="0"/>
                <a:cs typeface="Times New Roman" panose="02020603050405020304" pitchFamily="18" charset="0"/>
              </a:rPr>
              <a:t>inclined blade is used to reduce force and to improve </a:t>
            </a:r>
            <a:r>
              <a:rPr lang="en-US" sz="2400" dirty="0">
                <a:solidFill>
                  <a:srgbClr val="7030A0"/>
                </a:solidFill>
                <a:latin typeface="Times New Roman" panose="02020603050405020304" pitchFamily="18" charset="0"/>
                <a:cs typeface="Times New Roman" panose="02020603050405020304" pitchFamily="18" charset="0"/>
              </a:rPr>
              <a:t>the cut-edge</a:t>
            </a:r>
            <a:r>
              <a:rPr sz="2400" dirty="0">
                <a:latin typeface="Times New Roman" panose="02020603050405020304" pitchFamily="18" charset="0"/>
                <a:cs typeface="Times New Roman" panose="02020603050405020304" pitchFamily="18" charset="0"/>
              </a:rPr>
              <a:t>.</a:t>
            </a:r>
            <a:endParaRPr lang="tr-TR" altLang="x-none"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D47CF1-14FC-A236-7211-F0262E1B718F}"/>
              </a:ext>
            </a:extLst>
          </p:cNvPr>
          <p:cNvSpPr txBox="1"/>
          <p:nvPr/>
        </p:nvSpPr>
        <p:spPr>
          <a:xfrm>
            <a:off x="5981700" y="3812819"/>
            <a:ext cx="6096000" cy="1015663"/>
          </a:xfrm>
          <a:prstGeom prst="rect">
            <a:avLst/>
          </a:prstGeom>
          <a:noFill/>
        </p:spPr>
        <p:txBody>
          <a:bodyPr wrap="square">
            <a:spAutoFit/>
          </a:bodyPr>
          <a:lstStyle/>
          <a:p>
            <a:pPr algn="just" eaLnBrk="1" hangingPunct="1">
              <a:buNone/>
            </a:pPr>
            <a:r>
              <a:rPr lang="en-US" sz="2000" dirty="0">
                <a:latin typeface="Times New Roman" panose="02020603050405020304" pitchFamily="18" charset="0"/>
                <a:cs typeface="Times New Roman" panose="02020603050405020304" pitchFamily="18" charset="0"/>
              </a:rPr>
              <a:t>Shearing operation: (a) side view of the shearing operation; (b) front view of power shears equipped with an inclined upper cutting blade.</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anim calcmode="lin" valueType="num">
                                      <p:cBhvr>
                                        <p:cTn id="7" dur="500" fill="hold"/>
                                        <p:tgtEl>
                                          <p:spTgt spid="26629"/>
                                        </p:tgtEl>
                                        <p:attrNameLst>
                                          <p:attrName>ppt_w</p:attrName>
                                        </p:attrNameLst>
                                      </p:cBhvr>
                                      <p:tavLst>
                                        <p:tav tm="0">
                                          <p:val>
                                            <p:fltVal val="0"/>
                                          </p:val>
                                        </p:tav>
                                        <p:tav tm="100000">
                                          <p:val>
                                            <p:strVal val="#ppt_w"/>
                                          </p:val>
                                        </p:tav>
                                      </p:tavLst>
                                    </p:anim>
                                    <p:anim calcmode="lin" valueType="num">
                                      <p:cBhvr>
                                        <p:cTn id="8" dur="500" fill="hold"/>
                                        <p:tgtEl>
                                          <p:spTgt spid="26629"/>
                                        </p:tgtEl>
                                        <p:attrNameLst>
                                          <p:attrName>ppt_h</p:attrName>
                                        </p:attrNameLst>
                                      </p:cBhvr>
                                      <p:tavLst>
                                        <p:tav tm="0">
                                          <p:val>
                                            <p:fltVal val="0"/>
                                          </p:val>
                                        </p:tav>
                                        <p:tav tm="100000">
                                          <p:val>
                                            <p:strVal val="#ppt_h"/>
                                          </p:val>
                                        </p:tav>
                                      </p:tavLst>
                                    </p:anim>
                                    <p:anim calcmode="lin" valueType="num">
                                      <p:cBhvr>
                                        <p:cTn id="9" dur="500" fill="hold"/>
                                        <p:tgtEl>
                                          <p:spTgt spid="26629"/>
                                        </p:tgtEl>
                                        <p:attrNameLst>
                                          <p:attrName>style.rotation</p:attrName>
                                        </p:attrNameLst>
                                      </p:cBhvr>
                                      <p:tavLst>
                                        <p:tav tm="0">
                                          <p:val>
                                            <p:fltVal val="360"/>
                                          </p:val>
                                        </p:tav>
                                        <p:tav tm="100000">
                                          <p:val>
                                            <p:fltVal val="0"/>
                                          </p:val>
                                        </p:tav>
                                      </p:tavLst>
                                    </p:anim>
                                    <p:animEffect transition="in" filter="fade">
                                      <p:cBhvr>
                                        <p:cTn id="10"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p:cNvSpPr>
          <p:nvPr>
            <p:ph type="title"/>
          </p:nvPr>
        </p:nvSpPr>
        <p:spPr>
          <a:xfrm>
            <a:off x="685800" y="25359"/>
            <a:ext cx="9448037" cy="830997"/>
          </a:xfrm>
          <a:ln/>
        </p:spPr>
        <p:txBody>
          <a:bodyPr vert="horz" wrap="square" lIns="91440" tIns="45720" rIns="91440" bIns="45720" anchor="b" anchorCtr="0">
            <a:spAutoFit/>
          </a:bodyPr>
          <a:lstStyle/>
          <a:p>
            <a:pPr eaLnBrk="1" hangingPunct="1"/>
            <a:r>
              <a:rPr dirty="0"/>
              <a:t>Blanking and Punching</a:t>
            </a:r>
          </a:p>
        </p:txBody>
      </p:sp>
      <p:sp>
        <p:nvSpPr>
          <p:cNvPr id="27652" name="Rectangle 3"/>
          <p:cNvSpPr>
            <a:spLocks noGrp="1"/>
          </p:cNvSpPr>
          <p:nvPr>
            <p:ph idx="1"/>
          </p:nvPr>
        </p:nvSpPr>
        <p:spPr>
          <a:xfrm>
            <a:off x="304800" y="1295401"/>
            <a:ext cx="11811000" cy="1144929"/>
          </a:xfrm>
          <a:ln/>
        </p:spPr>
        <p:txBody>
          <a:bodyPr vert="horz" wrap="square" lIns="91440" tIns="45720" rIns="91440" bIns="45720" anchor="t" anchorCtr="0">
            <a:spAutoFit/>
          </a:bodyPr>
          <a:lstStyle/>
          <a:p>
            <a:pPr eaLnBrk="1" hangingPunct="1">
              <a:lnSpc>
                <a:spcPct val="90000"/>
              </a:lnSpc>
              <a:buNone/>
            </a:pPr>
            <a:r>
              <a:rPr sz="2400" b="1" dirty="0">
                <a:solidFill>
                  <a:srgbClr val="0070C0"/>
                </a:solidFill>
                <a:latin typeface="Times New Roman" panose="02020603050405020304" pitchFamily="18" charset="0"/>
                <a:cs typeface="Times New Roman" panose="02020603050405020304" pitchFamily="18" charset="0"/>
              </a:rPr>
              <a:t>Blanking</a:t>
            </a:r>
            <a:r>
              <a:rPr sz="2400" dirty="0">
                <a:latin typeface="Times New Roman" panose="02020603050405020304" pitchFamily="18" charset="0"/>
                <a:cs typeface="Times New Roman" panose="02020603050405020304" pitchFamily="18" charset="0"/>
              </a:rPr>
              <a:t> - sheet metal cutting to separate </a:t>
            </a:r>
            <a:r>
              <a:rPr lang="en-US" sz="2400" dirty="0">
                <a:latin typeface="Times New Roman" panose="02020603050405020304" pitchFamily="18" charset="0"/>
                <a:cs typeface="Times New Roman" panose="02020603050405020304" pitchFamily="18" charset="0"/>
              </a:rPr>
              <a:t>a </a:t>
            </a:r>
            <a:r>
              <a:rPr sz="2400" dirty="0">
                <a:latin typeface="Times New Roman" panose="02020603050405020304" pitchFamily="18" charset="0"/>
                <a:cs typeface="Times New Roman" panose="02020603050405020304" pitchFamily="18" charset="0"/>
              </a:rPr>
              <a:t>piece (called a </a:t>
            </a:r>
            <a:r>
              <a:rPr sz="2400" i="1" dirty="0">
                <a:latin typeface="Times New Roman" panose="02020603050405020304" pitchFamily="18" charset="0"/>
                <a:cs typeface="Times New Roman" panose="02020603050405020304" pitchFamily="18" charset="0"/>
              </a:rPr>
              <a:t>blank</a:t>
            </a:r>
            <a:r>
              <a:rPr sz="2400" dirty="0">
                <a:latin typeface="Times New Roman" panose="02020603050405020304" pitchFamily="18" charset="0"/>
                <a:cs typeface="Times New Roman" panose="02020603050405020304" pitchFamily="18" charset="0"/>
              </a:rPr>
              <a:t>) from </a:t>
            </a:r>
            <a:r>
              <a:rPr lang="en-US" sz="2400"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surrounding stock</a:t>
            </a:r>
            <a:endParaRPr lang="en-US" sz="2400" dirty="0">
              <a:latin typeface="Times New Roman" panose="02020603050405020304" pitchFamily="18" charset="0"/>
              <a:cs typeface="Times New Roman" panose="02020603050405020304" pitchFamily="18" charset="0"/>
            </a:endParaRPr>
          </a:p>
          <a:p>
            <a:pPr eaLnBrk="1" hangingPunct="1">
              <a:lnSpc>
                <a:spcPct val="90000"/>
              </a:lnSpc>
              <a:buNone/>
            </a:pPr>
            <a:endParaRPr sz="2400" dirty="0">
              <a:latin typeface="Times New Roman" panose="02020603050405020304" pitchFamily="18" charset="0"/>
              <a:cs typeface="Times New Roman" panose="02020603050405020304" pitchFamily="18" charset="0"/>
            </a:endParaRPr>
          </a:p>
          <a:p>
            <a:pPr eaLnBrk="1" hangingPunct="1">
              <a:lnSpc>
                <a:spcPct val="90000"/>
              </a:lnSpc>
              <a:buNone/>
            </a:pPr>
            <a:endParaRPr sz="2800" dirty="0">
              <a:latin typeface="Times New Roman" panose="02020603050405020304" pitchFamily="18" charset="0"/>
              <a:cs typeface="Times New Roman" panose="02020603050405020304" pitchFamily="18" charset="0"/>
            </a:endParaRPr>
          </a:p>
        </p:txBody>
      </p:sp>
      <p:pic>
        <p:nvPicPr>
          <p:cNvPr id="27653" name="Picture 4" descr="w0278c"/>
          <p:cNvPicPr>
            <a:picLocks noChangeAspect="1"/>
          </p:cNvPicPr>
          <p:nvPr/>
        </p:nvPicPr>
        <p:blipFill>
          <a:blip r:embed="rId2"/>
          <a:stretch>
            <a:fillRect/>
          </a:stretch>
        </p:blipFill>
        <p:spPr>
          <a:xfrm>
            <a:off x="609601" y="1923358"/>
            <a:ext cx="7086599" cy="3661012"/>
          </a:xfrm>
          <a:prstGeom prst="rect">
            <a:avLst/>
          </a:prstGeom>
          <a:noFill/>
          <a:ln w="9525">
            <a:noFill/>
          </a:ln>
        </p:spPr>
      </p:pic>
      <p:sp>
        <p:nvSpPr>
          <p:cNvPr id="3" name="TextBox 2">
            <a:extLst>
              <a:ext uri="{FF2B5EF4-FFF2-40B4-BE49-F238E27FC236}">
                <a16:creationId xmlns:a16="http://schemas.microsoft.com/office/drawing/2014/main" id="{A0B7372F-C557-E30C-741B-B9745FAD5878}"/>
              </a:ext>
            </a:extLst>
          </p:cNvPr>
          <p:cNvSpPr txBox="1"/>
          <p:nvPr/>
        </p:nvSpPr>
        <p:spPr>
          <a:xfrm>
            <a:off x="1333500" y="5551713"/>
            <a:ext cx="5638800" cy="757130"/>
          </a:xfrm>
          <a:prstGeom prst="rect">
            <a:avLst/>
          </a:prstGeom>
          <a:noFill/>
        </p:spPr>
        <p:txBody>
          <a:bodyPr wrap="square">
            <a:spAutoFit/>
          </a:bodyPr>
          <a:lstStyle/>
          <a:p>
            <a:pPr algn="ctr" eaLnBrk="1" hangingPunct="1">
              <a:lnSpc>
                <a:spcPct val="90000"/>
              </a:lnSpc>
              <a:buNone/>
            </a:pPr>
            <a:endParaRPr lang="en-US" sz="2400" dirty="0">
              <a:latin typeface="Times New Roman" panose="02020603050405020304" pitchFamily="18" charset="0"/>
              <a:cs typeface="Times New Roman" panose="02020603050405020304" pitchFamily="18" charset="0"/>
            </a:endParaRPr>
          </a:p>
          <a:p>
            <a:pPr algn="ctr" eaLnBrk="1" hangingPunct="1">
              <a:lnSpc>
                <a:spcPct val="90000"/>
              </a:lnSpc>
              <a:buNone/>
            </a:pPr>
            <a:r>
              <a:rPr lang="en-US" sz="2400" dirty="0">
                <a:latin typeface="Times New Roman" panose="02020603050405020304" pitchFamily="18" charset="0"/>
                <a:cs typeface="Times New Roman" panose="02020603050405020304" pitchFamily="18" charset="0"/>
              </a:rPr>
              <a:t>(a) Blanking and (b) punching.</a:t>
            </a:r>
          </a:p>
        </p:txBody>
      </p:sp>
      <p:sp>
        <p:nvSpPr>
          <p:cNvPr id="6" name="TextBox 5">
            <a:extLst>
              <a:ext uri="{FF2B5EF4-FFF2-40B4-BE49-F238E27FC236}">
                <a16:creationId xmlns:a16="http://schemas.microsoft.com/office/drawing/2014/main" id="{67F0A1D4-F518-4156-DF73-B4DF25D4ECC9}"/>
              </a:ext>
            </a:extLst>
          </p:cNvPr>
          <p:cNvSpPr txBox="1"/>
          <p:nvPr/>
        </p:nvSpPr>
        <p:spPr>
          <a:xfrm>
            <a:off x="7788729" y="1923358"/>
            <a:ext cx="4076700" cy="3977820"/>
          </a:xfrm>
          <a:prstGeom prst="rect">
            <a:avLst/>
          </a:prstGeom>
          <a:noFill/>
        </p:spPr>
        <p:txBody>
          <a:bodyPr wrap="square">
            <a:spAutoFit/>
          </a:bodyPr>
          <a:lstStyle/>
          <a:p>
            <a:pPr algn="just" rtl="0" eaLnBrk="0" fontAlgn="base" hangingPunct="0">
              <a:lnSpc>
                <a:spcPct val="150000"/>
              </a:lnSpc>
              <a:spcBef>
                <a:spcPct val="20000"/>
              </a:spcBef>
              <a:spcAft>
                <a:spcPct val="0"/>
              </a:spcAft>
              <a:buClr>
                <a:srgbClr val="FF0066"/>
              </a:buClr>
              <a:defRPr/>
            </a:pPr>
            <a:r>
              <a:rPr lang="en-US" sz="2400" b="1" dirty="0">
                <a:latin typeface="Times New Roman" panose="02020603050405020304" pitchFamily="18" charset="0"/>
                <a:cs typeface="Times New Roman" panose="02020603050405020304" pitchFamily="18" charset="0"/>
              </a:rPr>
              <a:t>Punching</a:t>
            </a:r>
            <a:r>
              <a:rPr lang="en-US" sz="2400" dirty="0">
                <a:latin typeface="Times New Roman" panose="02020603050405020304" pitchFamily="18" charset="0"/>
                <a:cs typeface="Times New Roman" panose="02020603050405020304" pitchFamily="18" charset="0"/>
              </a:rPr>
              <a:t> is a metal fabricating process that removes a scrap slug from the metal workpiece each time a punch enters the punching die. </a:t>
            </a:r>
          </a:p>
          <a:p>
            <a:pPr algn="just" rtl="0" eaLnBrk="0" fontAlgn="base" hangingPunct="0">
              <a:lnSpc>
                <a:spcPct val="150000"/>
              </a:lnSpc>
              <a:spcBef>
                <a:spcPct val="20000"/>
              </a:spcBef>
              <a:spcAft>
                <a:spcPct val="0"/>
              </a:spcAft>
              <a:buClr>
                <a:srgbClr val="FF0066"/>
              </a:buClr>
              <a:defRPr/>
            </a:pPr>
            <a:r>
              <a:rPr lang="en-US" sz="2400" dirty="0">
                <a:latin typeface="Times New Roman" panose="02020603050405020304" pitchFamily="18" charset="0"/>
                <a:cs typeface="Times New Roman" panose="02020603050405020304" pitchFamily="18" charset="0"/>
              </a:rPr>
              <a:t>This process leaves a hole in the metal workpiece</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502031" y="139732"/>
            <a:ext cx="9448037" cy="830997"/>
          </a:xfrm>
          <a:ln/>
        </p:spPr>
        <p:txBody>
          <a:bodyPr vert="horz" wrap="square" lIns="91440" tIns="45720" rIns="91440" bIns="45720" anchor="b" anchorCtr="0">
            <a:spAutoFit/>
          </a:bodyPr>
          <a:lstStyle/>
          <a:p>
            <a:pPr eaLnBrk="1" hangingPunct="1"/>
            <a:r>
              <a:rPr dirty="0"/>
              <a:t>Punching and Piercing</a:t>
            </a:r>
          </a:p>
        </p:txBody>
      </p:sp>
      <p:sp>
        <p:nvSpPr>
          <p:cNvPr id="28677" name="Rectangle 7"/>
          <p:cNvSpPr/>
          <p:nvPr/>
        </p:nvSpPr>
        <p:spPr>
          <a:xfrm>
            <a:off x="7748588" y="4392253"/>
            <a:ext cx="1752600" cy="584200"/>
          </a:xfrm>
          <a:prstGeom prst="rect">
            <a:avLst/>
          </a:prstGeom>
          <a:noFill/>
          <a:ln w="9525">
            <a:noFill/>
          </a:ln>
        </p:spPr>
        <p:txBody>
          <a:bodyPr>
            <a:spAutoFit/>
          </a:bodyPr>
          <a:lstStyle/>
          <a:p>
            <a:r>
              <a:rPr sz="3200" dirty="0">
                <a:latin typeface="Arial Narrow" panose="020B0606020202030204" pitchFamily="34" charset="0"/>
              </a:rPr>
              <a:t>Piercing</a:t>
            </a:r>
            <a:r>
              <a:rPr dirty="0">
                <a:latin typeface="Arial Narrow" panose="020B0606020202030204" pitchFamily="34" charset="0"/>
              </a:rPr>
              <a:t> </a:t>
            </a:r>
          </a:p>
        </p:txBody>
      </p:sp>
      <p:sp>
        <p:nvSpPr>
          <p:cNvPr id="28678" name="Rectangle 8"/>
          <p:cNvSpPr/>
          <p:nvPr/>
        </p:nvSpPr>
        <p:spPr>
          <a:xfrm>
            <a:off x="2362200" y="4368800"/>
            <a:ext cx="2209800" cy="584200"/>
          </a:xfrm>
          <a:prstGeom prst="rect">
            <a:avLst/>
          </a:prstGeom>
          <a:noFill/>
          <a:ln w="9525">
            <a:noFill/>
          </a:ln>
        </p:spPr>
        <p:txBody>
          <a:bodyPr>
            <a:spAutoFit/>
          </a:bodyPr>
          <a:lstStyle/>
          <a:p>
            <a:r>
              <a:rPr sz="3200" dirty="0">
                <a:latin typeface="Arial Narrow" panose="020B0606020202030204" pitchFamily="34" charset="0"/>
              </a:rPr>
              <a:t>Punching</a:t>
            </a:r>
            <a:r>
              <a:rPr dirty="0">
                <a:latin typeface="Arial Narrow" panose="020B0606020202030204" pitchFamily="34" charset="0"/>
              </a:rPr>
              <a:t> </a:t>
            </a:r>
          </a:p>
        </p:txBody>
      </p:sp>
      <p:pic>
        <p:nvPicPr>
          <p:cNvPr id="28679" name="Picture 4" descr="w0278c"/>
          <p:cNvPicPr>
            <a:picLocks noChangeAspect="1"/>
          </p:cNvPicPr>
          <p:nvPr/>
        </p:nvPicPr>
        <p:blipFill>
          <a:blip r:embed="rId3"/>
          <a:srcRect l="63187" b="9711"/>
          <a:stretch>
            <a:fillRect/>
          </a:stretch>
        </p:blipFill>
        <p:spPr>
          <a:xfrm>
            <a:off x="1145267" y="1317101"/>
            <a:ext cx="2407104" cy="3051699"/>
          </a:xfrm>
          <a:prstGeom prst="rect">
            <a:avLst/>
          </a:prstGeom>
          <a:noFill/>
          <a:ln w="9525">
            <a:noFill/>
          </a:ln>
        </p:spPr>
      </p:pic>
      <p:pic>
        <p:nvPicPr>
          <p:cNvPr id="28680" name="Picture 4" descr="w0278c"/>
          <p:cNvPicPr>
            <a:picLocks noChangeAspect="1"/>
          </p:cNvPicPr>
          <p:nvPr/>
        </p:nvPicPr>
        <p:blipFill>
          <a:blip r:embed="rId3"/>
          <a:srcRect l="63187" b="48676"/>
          <a:stretch>
            <a:fillRect/>
          </a:stretch>
        </p:blipFill>
        <p:spPr>
          <a:xfrm>
            <a:off x="6752091" y="1823874"/>
            <a:ext cx="2076450" cy="1495425"/>
          </a:xfrm>
          <a:prstGeom prst="rect">
            <a:avLst/>
          </a:prstGeom>
          <a:noFill/>
          <a:ln w="9525">
            <a:noFill/>
          </a:ln>
        </p:spPr>
      </p:pic>
      <p:sp>
        <p:nvSpPr>
          <p:cNvPr id="28681" name="TextBox 1"/>
          <p:cNvSpPr txBox="1"/>
          <p:nvPr/>
        </p:nvSpPr>
        <p:spPr>
          <a:xfrm>
            <a:off x="6026150" y="3992563"/>
            <a:ext cx="2565400" cy="369332"/>
          </a:xfrm>
          <a:prstGeom prst="rect">
            <a:avLst/>
          </a:prstGeom>
          <a:solidFill>
            <a:schemeClr val="bg1"/>
          </a:solidFill>
          <a:ln w="9525">
            <a:noFill/>
          </a:ln>
        </p:spPr>
        <p:txBody>
          <a:bodyPr>
            <a:spAutoFit/>
          </a:bodyPr>
          <a:lstStyle/>
          <a:p>
            <a:r>
              <a:rPr dirty="0">
                <a:latin typeface="Arial Narrow" panose="020B0606020202030204" pitchFamily="34" charset="0"/>
              </a:rPr>
              <a:t>Bur</a:t>
            </a:r>
            <a:endParaRPr lang="tr-TR" altLang="x-none" dirty="0">
              <a:latin typeface="Arial Narrow" panose="020B0606020202030204" pitchFamily="34" charset="0"/>
            </a:endParaRPr>
          </a:p>
        </p:txBody>
      </p:sp>
      <p:sp>
        <p:nvSpPr>
          <p:cNvPr id="28682" name="TextBox 4"/>
          <p:cNvSpPr txBox="1"/>
          <p:nvPr/>
        </p:nvSpPr>
        <p:spPr>
          <a:xfrm>
            <a:off x="6934201" y="3408363"/>
            <a:ext cx="1628775" cy="584200"/>
          </a:xfrm>
          <a:prstGeom prst="rect">
            <a:avLst/>
          </a:prstGeom>
          <a:noFill/>
          <a:ln w="9525">
            <a:noFill/>
          </a:ln>
        </p:spPr>
        <p:txBody>
          <a:bodyPr>
            <a:spAutoFit/>
          </a:bodyPr>
          <a:lstStyle/>
          <a:p>
            <a:r>
              <a:rPr sz="1600" dirty="0">
                <a:latin typeface="Arial Narrow" panose="020B0606020202030204" pitchFamily="34" charset="0"/>
              </a:rPr>
              <a:t>….</a:t>
            </a:r>
          </a:p>
          <a:p>
            <a:r>
              <a:rPr sz="1600" dirty="0">
                <a:solidFill>
                  <a:srgbClr val="FF0000"/>
                </a:solidFill>
                <a:latin typeface="Arial Narrow" panose="020B0606020202030204" pitchFamily="34" charset="0"/>
              </a:rPr>
              <a:t>……..</a:t>
            </a:r>
            <a:endParaRPr lang="tr-TR" altLang="x-none" sz="1600" dirty="0">
              <a:solidFill>
                <a:srgbClr val="FF0000"/>
              </a:solidFill>
              <a:latin typeface="Arial Narrow" panose="020B0606020202030204" pitchFamily="34" charset="0"/>
            </a:endParaRPr>
          </a:p>
        </p:txBody>
      </p:sp>
      <p:cxnSp>
        <p:nvCxnSpPr>
          <p:cNvPr id="28683" name="Straight Arrow Connector 6"/>
          <p:cNvCxnSpPr>
            <a:cxnSpLocks/>
          </p:cNvCxnSpPr>
          <p:nvPr/>
        </p:nvCxnSpPr>
        <p:spPr>
          <a:xfrm flipV="1">
            <a:off x="9121776" y="3173249"/>
            <a:ext cx="234950" cy="292100"/>
          </a:xfrm>
          <a:prstGeom prst="straightConnector1">
            <a:avLst/>
          </a:prstGeom>
          <a:ln w="9525" cap="flat" cmpd="sng">
            <a:solidFill>
              <a:schemeClr val="tx1"/>
            </a:solidFill>
            <a:prstDash val="solid"/>
            <a:miter/>
            <a:headEnd type="none" w="med" len="med"/>
            <a:tailEnd type="arrow" w="med" len="med"/>
          </a:ln>
        </p:spPr>
      </p:cxnSp>
      <p:pic>
        <p:nvPicPr>
          <p:cNvPr id="28684" name="Picture 5" descr="Pierce.PNG"/>
          <p:cNvPicPr>
            <a:picLocks noChangeAspect="1"/>
          </p:cNvPicPr>
          <p:nvPr/>
        </p:nvPicPr>
        <p:blipFill>
          <a:blip r:embed="rId4"/>
          <a:stretch>
            <a:fillRect/>
          </a:stretch>
        </p:blipFill>
        <p:spPr>
          <a:xfrm>
            <a:off x="9465129" y="1068841"/>
            <a:ext cx="1316038" cy="5445125"/>
          </a:xfrm>
          <a:prstGeom prst="rect">
            <a:avLst/>
          </a:prstGeom>
          <a:noFill/>
          <a:ln w="9525">
            <a:noFill/>
          </a:ln>
        </p:spPr>
      </p:pic>
      <p:pic>
        <p:nvPicPr>
          <p:cNvPr id="28685" name="Content Placeholder 4"/>
          <p:cNvPicPr>
            <a:picLocks noChangeAspect="1"/>
          </p:cNvPicPr>
          <p:nvPr/>
        </p:nvPicPr>
        <p:blipFill>
          <a:blip r:embed="rId5"/>
          <a:srcRect r="76923" b="12796"/>
          <a:stretch>
            <a:fillRect/>
          </a:stretch>
        </p:blipFill>
        <p:spPr>
          <a:xfrm>
            <a:off x="4111171" y="1766864"/>
            <a:ext cx="1914979" cy="3573487"/>
          </a:xfrm>
          <a:prstGeom prst="rect">
            <a:avLst/>
          </a:prstGeom>
          <a:noFill/>
          <a:ln w="9525">
            <a:noFill/>
          </a:ln>
        </p:spPr>
      </p:pic>
      <p:sp>
        <p:nvSpPr>
          <p:cNvPr id="28686" name="TextBox 1"/>
          <p:cNvSpPr txBox="1"/>
          <p:nvPr/>
        </p:nvSpPr>
        <p:spPr>
          <a:xfrm>
            <a:off x="4283302" y="1493685"/>
            <a:ext cx="2351087" cy="400050"/>
          </a:xfrm>
          <a:prstGeom prst="rect">
            <a:avLst/>
          </a:prstGeom>
          <a:noFill/>
          <a:ln w="9525">
            <a:noFill/>
          </a:ln>
        </p:spPr>
        <p:txBody>
          <a:bodyPr>
            <a:spAutoFit/>
          </a:bodyPr>
          <a:lstStyle/>
          <a:p>
            <a:r>
              <a:rPr sz="2000" b="1" dirty="0">
                <a:latin typeface="Arial Narrow" panose="020B0606020202030204" pitchFamily="34" charset="0"/>
              </a:rPr>
              <a:t>Punching tool</a:t>
            </a:r>
            <a:endParaRPr lang="tr-TR" altLang="x-none" sz="2000" b="1" dirty="0">
              <a:latin typeface="Arial Narrow" panose="020B0606020202030204" pitchFamily="34" charset="0"/>
            </a:endParaRPr>
          </a:p>
        </p:txBody>
      </p:sp>
      <p:sp>
        <p:nvSpPr>
          <p:cNvPr id="28687" name="TextBox 14"/>
          <p:cNvSpPr txBox="1"/>
          <p:nvPr/>
        </p:nvSpPr>
        <p:spPr>
          <a:xfrm>
            <a:off x="8226879" y="3577154"/>
            <a:ext cx="2351087" cy="400050"/>
          </a:xfrm>
          <a:prstGeom prst="rect">
            <a:avLst/>
          </a:prstGeom>
          <a:noFill/>
          <a:ln w="9525">
            <a:noFill/>
          </a:ln>
        </p:spPr>
        <p:txBody>
          <a:bodyPr>
            <a:spAutoFit/>
          </a:bodyPr>
          <a:lstStyle/>
          <a:p>
            <a:r>
              <a:rPr sz="2000" b="1" dirty="0">
                <a:latin typeface="Arial Narrow" panose="020B0606020202030204" pitchFamily="34" charset="0"/>
              </a:rPr>
              <a:t>Piercing tool</a:t>
            </a:r>
            <a:endParaRPr lang="tr-TR" altLang="x-none" sz="2000" b="1" dirty="0">
              <a:latin typeface="Arial Narrow" panose="020B0606020202030204" pitchFamily="34" charset="0"/>
            </a:endParaRPr>
          </a:p>
        </p:txBody>
      </p:sp>
      <p:sp>
        <p:nvSpPr>
          <p:cNvPr id="28688" name="TextBox 4"/>
          <p:cNvSpPr txBox="1"/>
          <p:nvPr/>
        </p:nvSpPr>
        <p:spPr>
          <a:xfrm>
            <a:off x="2341560" y="5328389"/>
            <a:ext cx="3311527" cy="369332"/>
          </a:xfrm>
          <a:prstGeom prst="rect">
            <a:avLst/>
          </a:prstGeom>
          <a:noFill/>
          <a:ln w="9525">
            <a:noFill/>
          </a:ln>
        </p:spPr>
        <p:txBody>
          <a:bodyPr wrap="square">
            <a:spAutoFit/>
          </a:bodyPr>
          <a:lstStyle/>
          <a:p>
            <a:r>
              <a:rPr dirty="0">
                <a:solidFill>
                  <a:srgbClr val="FF0000"/>
                </a:solidFill>
                <a:latin typeface="Arial Narrow" panose="020B0606020202030204" pitchFamily="34" charset="0"/>
              </a:rPr>
              <a:t>Slug is cut and </a:t>
            </a:r>
            <a:r>
              <a:rPr lang="en-US" dirty="0">
                <a:solidFill>
                  <a:srgbClr val="FF0000"/>
                </a:solidFill>
                <a:latin typeface="Arial Narrow" panose="020B0606020202030204" pitchFamily="34" charset="0"/>
              </a:rPr>
              <a:t>the </a:t>
            </a:r>
            <a:r>
              <a:rPr dirty="0">
                <a:solidFill>
                  <a:srgbClr val="FF0000"/>
                </a:solidFill>
                <a:latin typeface="Arial Narrow" panose="020B0606020202030204" pitchFamily="34" charset="0"/>
              </a:rPr>
              <a:t>bur is </a:t>
            </a:r>
            <a:r>
              <a:rPr lang="en-US" dirty="0">
                <a:solidFill>
                  <a:srgbClr val="FF0000"/>
                </a:solidFill>
                <a:latin typeface="Arial Narrow" panose="020B0606020202030204" pitchFamily="34" charset="0"/>
              </a:rPr>
              <a:t>minimal</a:t>
            </a:r>
            <a:r>
              <a:rPr dirty="0">
                <a:solidFill>
                  <a:srgbClr val="FF0000"/>
                </a:solidFill>
                <a:latin typeface="Arial Narrow" panose="020B0606020202030204" pitchFamily="34" charset="0"/>
              </a:rPr>
              <a:t> </a:t>
            </a:r>
            <a:endParaRPr lang="tr-TR" altLang="x-none" dirty="0">
              <a:solidFill>
                <a:srgbClr val="FF0000"/>
              </a:solidFill>
              <a:latin typeface="Arial Narrow" panose="020B0606020202030204" pitchFamily="34" charset="0"/>
            </a:endParaRPr>
          </a:p>
        </p:txBody>
      </p:sp>
      <p:sp>
        <p:nvSpPr>
          <p:cNvPr id="28689" name="TextBox 16"/>
          <p:cNvSpPr txBox="1"/>
          <p:nvPr/>
        </p:nvSpPr>
        <p:spPr>
          <a:xfrm>
            <a:off x="7242629" y="5265880"/>
            <a:ext cx="2338387" cy="369332"/>
          </a:xfrm>
          <a:prstGeom prst="rect">
            <a:avLst/>
          </a:prstGeom>
          <a:noFill/>
          <a:ln w="9525">
            <a:noFill/>
          </a:ln>
        </p:spPr>
        <p:txBody>
          <a:bodyPr>
            <a:spAutoFit/>
          </a:bodyPr>
          <a:lstStyle/>
          <a:p>
            <a:r>
              <a:rPr dirty="0">
                <a:solidFill>
                  <a:srgbClr val="FF0000"/>
                </a:solidFill>
                <a:latin typeface="Arial Narrow" panose="020B0606020202030204" pitchFamily="34" charset="0"/>
              </a:rPr>
              <a:t>No slug is cut, only bur</a:t>
            </a:r>
            <a:endParaRPr lang="tr-TR" altLang="x-none" dirty="0">
              <a:solidFill>
                <a:srgbClr val="FF0000"/>
              </a:solidFill>
              <a:latin typeface="Arial Narrow" panose="020B0606020202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594F5F-7650-CDDC-2ADC-9D13354F68BB}"/>
              </a:ext>
            </a:extLst>
          </p:cNvPr>
          <p:cNvSpPr>
            <a:spLocks noGrp="1"/>
          </p:cNvSpPr>
          <p:nvPr>
            <p:ph type="body" idx="1"/>
          </p:nvPr>
        </p:nvSpPr>
        <p:spPr>
          <a:xfrm>
            <a:off x="457200" y="304800"/>
            <a:ext cx="10522102" cy="677108"/>
          </a:xfrm>
        </p:spPr>
        <p:txBody>
          <a:bodyPr/>
          <a:lstStyle/>
          <a:p>
            <a:r>
              <a:rPr lang="en-US" sz="4400" dirty="0">
                <a:latin typeface="Times New Roman" panose="02020603050405020304" pitchFamily="18" charset="0"/>
                <a:cs typeface="Times New Roman" panose="02020603050405020304" pitchFamily="18" charset="0"/>
              </a:rPr>
              <a:t>Types of Sheet Metal Bending</a:t>
            </a:r>
          </a:p>
        </p:txBody>
      </p:sp>
      <p:grpSp>
        <p:nvGrpSpPr>
          <p:cNvPr id="16" name="Group 15">
            <a:extLst>
              <a:ext uri="{FF2B5EF4-FFF2-40B4-BE49-F238E27FC236}">
                <a16:creationId xmlns:a16="http://schemas.microsoft.com/office/drawing/2014/main" id="{CCD19951-75E4-64B9-C8CB-BD2A1849FA10}"/>
              </a:ext>
            </a:extLst>
          </p:cNvPr>
          <p:cNvGrpSpPr/>
          <p:nvPr/>
        </p:nvGrpSpPr>
        <p:grpSpPr>
          <a:xfrm>
            <a:off x="6934200" y="4016675"/>
            <a:ext cx="4876800" cy="2922321"/>
            <a:chOff x="7543800" y="2854388"/>
            <a:chExt cx="4015524" cy="2033975"/>
          </a:xfrm>
        </p:grpSpPr>
        <p:pic>
          <p:nvPicPr>
            <p:cNvPr id="5" name="object 5"/>
            <p:cNvPicPr/>
            <p:nvPr/>
          </p:nvPicPr>
          <p:blipFill>
            <a:blip r:embed="rId2" cstate="print"/>
            <a:srcRect l="42952"/>
            <a:stretch>
              <a:fillRect/>
            </a:stretch>
          </p:blipFill>
          <p:spPr>
            <a:xfrm>
              <a:off x="7543800" y="2854388"/>
              <a:ext cx="4015524" cy="1541359"/>
            </a:xfrm>
            <a:prstGeom prst="rect">
              <a:avLst/>
            </a:prstGeom>
          </p:spPr>
        </p:pic>
        <p:sp>
          <p:nvSpPr>
            <p:cNvPr id="7" name="object 7"/>
            <p:cNvSpPr txBox="1"/>
            <p:nvPr/>
          </p:nvSpPr>
          <p:spPr>
            <a:xfrm>
              <a:off x="8843315" y="4506207"/>
              <a:ext cx="2013268" cy="382156"/>
            </a:xfrm>
            <a:prstGeom prst="rect">
              <a:avLst/>
            </a:prstGeom>
          </p:spPr>
          <p:txBody>
            <a:bodyPr vert="horz" wrap="square" lIns="0" tIns="12700" rIns="0" bIns="0" rtlCol="0">
              <a:spAutoFit/>
            </a:bodyPr>
            <a:lstStyle/>
            <a:p>
              <a:pPr marL="12700">
                <a:spcBef>
                  <a:spcPts val="100"/>
                </a:spcBef>
              </a:pPr>
              <a:r>
                <a:rPr sz="2400" dirty="0">
                  <a:latin typeface="Microsoft Sans Serif"/>
                  <a:cs typeface="Microsoft Sans Serif"/>
                </a:rPr>
                <a:t>Edge</a:t>
              </a:r>
              <a:r>
                <a:rPr sz="2400" spc="15" dirty="0">
                  <a:latin typeface="Microsoft Sans Serif"/>
                  <a:cs typeface="Microsoft Sans Serif"/>
                </a:rPr>
                <a:t> </a:t>
              </a:r>
              <a:r>
                <a:rPr sz="2400" spc="-10" dirty="0">
                  <a:latin typeface="Microsoft Sans Serif"/>
                  <a:cs typeface="Microsoft Sans Serif"/>
                </a:rPr>
                <a:t>bending</a:t>
              </a:r>
              <a:endParaRPr sz="2400" dirty="0">
                <a:latin typeface="Microsoft Sans Serif"/>
                <a:cs typeface="Microsoft Sans Serif"/>
              </a:endParaRPr>
            </a:p>
          </p:txBody>
        </p:sp>
      </p:grpSp>
      <p:grpSp>
        <p:nvGrpSpPr>
          <p:cNvPr id="15" name="Group 14">
            <a:extLst>
              <a:ext uri="{FF2B5EF4-FFF2-40B4-BE49-F238E27FC236}">
                <a16:creationId xmlns:a16="http://schemas.microsoft.com/office/drawing/2014/main" id="{3AFC14DA-E058-8517-2F50-13C08A5C0327}"/>
              </a:ext>
            </a:extLst>
          </p:cNvPr>
          <p:cNvGrpSpPr/>
          <p:nvPr/>
        </p:nvGrpSpPr>
        <p:grpSpPr>
          <a:xfrm>
            <a:off x="7677587" y="1140612"/>
            <a:ext cx="4114800" cy="2949850"/>
            <a:chOff x="8573961" y="696331"/>
            <a:chExt cx="2855954" cy="2089684"/>
          </a:xfrm>
        </p:grpSpPr>
        <p:sp>
          <p:nvSpPr>
            <p:cNvPr id="6" name="object 6"/>
            <p:cNvSpPr txBox="1"/>
            <p:nvPr/>
          </p:nvSpPr>
          <p:spPr>
            <a:xfrm>
              <a:off x="9538865" y="2403859"/>
              <a:ext cx="1462768" cy="382156"/>
            </a:xfrm>
            <a:prstGeom prst="rect">
              <a:avLst/>
            </a:prstGeom>
          </p:spPr>
          <p:txBody>
            <a:bodyPr vert="horz" wrap="square" lIns="0" tIns="12700" rIns="0" bIns="0" rtlCol="0">
              <a:spAutoFit/>
            </a:bodyPr>
            <a:lstStyle/>
            <a:p>
              <a:pPr marL="12700">
                <a:spcBef>
                  <a:spcPts val="100"/>
                </a:spcBef>
              </a:pPr>
              <a:r>
                <a:rPr sz="2400" spc="-60" dirty="0">
                  <a:latin typeface="Microsoft Sans Serif"/>
                  <a:cs typeface="Microsoft Sans Serif"/>
                </a:rPr>
                <a:t>V-</a:t>
              </a:r>
              <a:r>
                <a:rPr sz="2400" spc="-10" dirty="0">
                  <a:latin typeface="Microsoft Sans Serif"/>
                  <a:cs typeface="Microsoft Sans Serif"/>
                </a:rPr>
                <a:t>bending</a:t>
              </a:r>
              <a:endParaRPr sz="2400" dirty="0">
                <a:latin typeface="Microsoft Sans Serif"/>
                <a:cs typeface="Microsoft Sans Serif"/>
              </a:endParaRPr>
            </a:p>
          </p:txBody>
        </p:sp>
        <p:pic>
          <p:nvPicPr>
            <p:cNvPr id="13" name="object 5">
              <a:extLst>
                <a:ext uri="{FF2B5EF4-FFF2-40B4-BE49-F238E27FC236}">
                  <a16:creationId xmlns:a16="http://schemas.microsoft.com/office/drawing/2014/main" id="{1C7FCBB7-62AD-5F5D-2189-79FDC98144ED}"/>
                </a:ext>
              </a:extLst>
            </p:cNvPr>
            <p:cNvPicPr/>
            <p:nvPr/>
          </p:nvPicPr>
          <p:blipFill>
            <a:blip r:embed="rId2" cstate="print"/>
            <a:srcRect r="58826"/>
            <a:stretch>
              <a:fillRect/>
            </a:stretch>
          </p:blipFill>
          <p:spPr>
            <a:xfrm>
              <a:off x="8573961" y="696331"/>
              <a:ext cx="2855954" cy="1674836"/>
            </a:xfrm>
            <a:prstGeom prst="rect">
              <a:avLst/>
            </a:prstGeom>
          </p:spPr>
        </p:pic>
      </p:grpSp>
      <p:sp>
        <p:nvSpPr>
          <p:cNvPr id="8" name="TextBox 7">
            <a:extLst>
              <a:ext uri="{FF2B5EF4-FFF2-40B4-BE49-F238E27FC236}">
                <a16:creationId xmlns:a16="http://schemas.microsoft.com/office/drawing/2014/main" id="{AAA63D7F-77A1-1AE8-315A-AF53E41ACC0C}"/>
              </a:ext>
            </a:extLst>
          </p:cNvPr>
          <p:cNvSpPr txBox="1"/>
          <p:nvPr/>
        </p:nvSpPr>
        <p:spPr>
          <a:xfrm>
            <a:off x="228600" y="1354593"/>
            <a:ext cx="7315200" cy="661207"/>
          </a:xfrm>
          <a:prstGeom prst="rect">
            <a:avLst/>
          </a:prstGeom>
          <a:noFill/>
        </p:spPr>
        <p:txBody>
          <a:bodyPr wrap="square">
            <a:spAutoFit/>
          </a:bodyPr>
          <a:lstStyle/>
          <a:p>
            <a:pPr marL="457200" indent="-457200" eaLnBrk="1" hangingPunct="1">
              <a:lnSpc>
                <a:spcPct val="150000"/>
              </a:lnSpc>
              <a:buFont typeface="Arial" panose="020B0604020202020204" pitchFamily="34" charset="0"/>
              <a:buChar char="•"/>
            </a:pPr>
            <a:r>
              <a:rPr lang="en-US" sz="2800" b="1" dirty="0">
                <a:solidFill>
                  <a:srgbClr val="7030A0"/>
                </a:solidFill>
                <a:latin typeface="Times New Roman" panose="02020603050405020304" pitchFamily="18" charset="0"/>
                <a:cs typeface="Times New Roman" panose="02020603050405020304" pitchFamily="18" charset="0"/>
              </a:rPr>
              <a:t>V‑bending </a:t>
            </a:r>
            <a:r>
              <a:rPr lang="en-US" sz="2800" dirty="0">
                <a:latin typeface="Times New Roman" panose="02020603050405020304" pitchFamily="18" charset="0"/>
                <a:cs typeface="Times New Roman" panose="02020603050405020304" pitchFamily="18" charset="0"/>
              </a:rPr>
              <a:t>- performed with a V‑shaped die</a:t>
            </a:r>
          </a:p>
        </p:txBody>
      </p:sp>
      <p:sp>
        <p:nvSpPr>
          <p:cNvPr id="9" name="Rectangle 3">
            <a:extLst>
              <a:ext uri="{FF2B5EF4-FFF2-40B4-BE49-F238E27FC236}">
                <a16:creationId xmlns:a16="http://schemas.microsoft.com/office/drawing/2014/main" id="{63C39845-2E60-A844-1BE9-9016FF6F559F}"/>
              </a:ext>
            </a:extLst>
          </p:cNvPr>
          <p:cNvSpPr txBox="1">
            <a:spLocks/>
          </p:cNvSpPr>
          <p:nvPr/>
        </p:nvSpPr>
        <p:spPr>
          <a:xfrm>
            <a:off x="762000" y="2081640"/>
            <a:ext cx="6553200" cy="1953868"/>
          </a:xfrm>
          <a:prstGeom prst="rect">
            <a:avLst/>
          </a:prstGeom>
          <a:ln/>
        </p:spPr>
        <p:txBody>
          <a:bodyPr vert="horz" wrap="square" lIns="91440" tIns="45720" rIns="91440" bIns="45720" anchor="t" anchorCtr="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lnSpc>
                <a:spcPct val="150000"/>
              </a:lnSpc>
              <a:buFont typeface="Wingdings" panose="05000000000000000000" pitchFamily="2" charset="2"/>
              <a:buChar char="ü"/>
            </a:pPr>
            <a:r>
              <a:rPr lang="en-US" sz="2800" kern="0" dirty="0">
                <a:latin typeface="Times New Roman" panose="02020603050405020304" pitchFamily="18" charset="0"/>
                <a:cs typeface="Times New Roman" panose="02020603050405020304" pitchFamily="18" charset="0"/>
              </a:rPr>
              <a:t>For low production</a:t>
            </a:r>
          </a:p>
          <a:p>
            <a:pPr marL="457200" indent="-457200">
              <a:lnSpc>
                <a:spcPct val="150000"/>
              </a:lnSpc>
              <a:buFont typeface="Wingdings" panose="05000000000000000000" pitchFamily="2" charset="2"/>
              <a:buChar char="ü"/>
            </a:pPr>
            <a:r>
              <a:rPr lang="en-US" sz="2800" kern="0" dirty="0">
                <a:latin typeface="Times New Roman" panose="02020603050405020304" pitchFamily="18" charset="0"/>
                <a:cs typeface="Times New Roman" panose="02020603050405020304" pitchFamily="18" charset="0"/>
              </a:rPr>
              <a:t>Performed on a </a:t>
            </a:r>
            <a:r>
              <a:rPr lang="en-US" sz="2800" b="1" i="1" kern="0" dirty="0">
                <a:solidFill>
                  <a:srgbClr val="7030A0"/>
                </a:solidFill>
                <a:latin typeface="Times New Roman" panose="02020603050405020304" pitchFamily="18" charset="0"/>
                <a:cs typeface="Times New Roman" panose="02020603050405020304" pitchFamily="18" charset="0"/>
              </a:rPr>
              <a:t>brake press</a:t>
            </a:r>
            <a:endParaRPr lang="en-US" sz="2800" b="1" kern="0" dirty="0">
              <a:solidFill>
                <a:srgbClr val="7030A0"/>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ü"/>
            </a:pPr>
            <a:r>
              <a:rPr lang="en-US" sz="2800" kern="0" dirty="0">
                <a:solidFill>
                  <a:srgbClr val="0070C0"/>
                </a:solidFill>
                <a:latin typeface="Times New Roman" panose="02020603050405020304" pitchFamily="18" charset="0"/>
                <a:cs typeface="Times New Roman" panose="02020603050405020304" pitchFamily="18" charset="0"/>
              </a:rPr>
              <a:t>V-dies are simple and inexpensive </a:t>
            </a:r>
          </a:p>
        </p:txBody>
      </p:sp>
      <p:sp>
        <p:nvSpPr>
          <p:cNvPr id="11" name="TextBox 10">
            <a:extLst>
              <a:ext uri="{FF2B5EF4-FFF2-40B4-BE49-F238E27FC236}">
                <a16:creationId xmlns:a16="http://schemas.microsoft.com/office/drawing/2014/main" id="{8B0F3E7D-737C-9C2A-C3CA-1D06966B821F}"/>
              </a:ext>
            </a:extLst>
          </p:cNvPr>
          <p:cNvSpPr txBox="1"/>
          <p:nvPr/>
        </p:nvSpPr>
        <p:spPr>
          <a:xfrm>
            <a:off x="250372" y="4016675"/>
            <a:ext cx="7075714" cy="661207"/>
          </a:xfrm>
          <a:prstGeom prst="rect">
            <a:avLst/>
          </a:prstGeom>
          <a:noFill/>
        </p:spPr>
        <p:txBody>
          <a:bodyPr wrap="square">
            <a:spAutoFit/>
          </a:bodyPr>
          <a:lstStyle/>
          <a:p>
            <a:pPr marL="457200" indent="-457200" eaLnBrk="1" hangingPunct="1">
              <a:lnSpc>
                <a:spcPct val="150000"/>
              </a:lnSpc>
              <a:buFont typeface="Arial" panose="020B0604020202020204" pitchFamily="34" charset="0"/>
              <a:buChar char="•"/>
            </a:pPr>
            <a:r>
              <a:rPr lang="en-US" sz="2800" b="1" dirty="0">
                <a:solidFill>
                  <a:srgbClr val="7030A0"/>
                </a:solidFill>
                <a:latin typeface="Times New Roman" panose="02020603050405020304" pitchFamily="18" charset="0"/>
                <a:cs typeface="Times New Roman" panose="02020603050405020304" pitchFamily="18" charset="0"/>
              </a:rPr>
              <a:t>Edge bending </a:t>
            </a:r>
            <a:r>
              <a:rPr lang="en-US" sz="2800" dirty="0">
                <a:latin typeface="Times New Roman" panose="02020603050405020304" pitchFamily="18" charset="0"/>
                <a:cs typeface="Times New Roman" panose="02020603050405020304" pitchFamily="18" charset="0"/>
              </a:rPr>
              <a:t>- performed with a wiping die</a:t>
            </a:r>
          </a:p>
        </p:txBody>
      </p:sp>
      <p:sp>
        <p:nvSpPr>
          <p:cNvPr id="12" name="Rectangle 3">
            <a:extLst>
              <a:ext uri="{FF2B5EF4-FFF2-40B4-BE49-F238E27FC236}">
                <a16:creationId xmlns:a16="http://schemas.microsoft.com/office/drawing/2014/main" id="{4BDADED1-5722-4C0D-11F9-F602E79DDA81}"/>
              </a:ext>
            </a:extLst>
          </p:cNvPr>
          <p:cNvSpPr txBox="1">
            <a:spLocks/>
          </p:cNvSpPr>
          <p:nvPr/>
        </p:nvSpPr>
        <p:spPr>
          <a:xfrm>
            <a:off x="762000" y="4789183"/>
            <a:ext cx="6400800" cy="1953868"/>
          </a:xfrm>
          <a:prstGeom prst="rect">
            <a:avLst/>
          </a:prstGeom>
          <a:ln/>
        </p:spPr>
        <p:txBody>
          <a:bodyPr vert="horz" wrap="square" lIns="91440" tIns="45720" rIns="91440" bIns="45720" anchor="t" anchorCtr="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lnSpc>
                <a:spcPct val="150000"/>
              </a:lnSpc>
              <a:buFont typeface="Wingdings" panose="05000000000000000000" pitchFamily="2" charset="2"/>
              <a:buChar char="ü"/>
            </a:pPr>
            <a:r>
              <a:rPr lang="en-US" sz="2800" kern="0" dirty="0">
                <a:latin typeface="Times New Roman" panose="02020603050405020304" pitchFamily="18" charset="0"/>
                <a:cs typeface="Times New Roman" panose="02020603050405020304" pitchFamily="18" charset="0"/>
              </a:rPr>
              <a:t>For high production</a:t>
            </a:r>
          </a:p>
          <a:p>
            <a:pPr marL="457200" indent="-457200">
              <a:lnSpc>
                <a:spcPct val="150000"/>
              </a:lnSpc>
              <a:buFont typeface="Wingdings" panose="05000000000000000000" pitchFamily="2" charset="2"/>
              <a:buChar char="ü"/>
            </a:pPr>
            <a:r>
              <a:rPr lang="en-US" sz="2800" kern="0" dirty="0">
                <a:latin typeface="Times New Roman" panose="02020603050405020304" pitchFamily="18" charset="0"/>
                <a:cs typeface="Times New Roman" panose="02020603050405020304" pitchFamily="18" charset="0"/>
              </a:rPr>
              <a:t>Pressure pad required</a:t>
            </a:r>
          </a:p>
          <a:p>
            <a:pPr marL="457200" indent="-457200">
              <a:lnSpc>
                <a:spcPct val="150000"/>
              </a:lnSpc>
              <a:buFont typeface="Wingdings" panose="05000000000000000000" pitchFamily="2" charset="2"/>
              <a:buChar char="ü"/>
            </a:pPr>
            <a:r>
              <a:rPr lang="en-US" sz="2800" kern="0" dirty="0">
                <a:solidFill>
                  <a:srgbClr val="FF0000"/>
                </a:solidFill>
                <a:latin typeface="Times New Roman" panose="02020603050405020304" pitchFamily="18" charset="0"/>
                <a:cs typeface="Times New Roman" panose="02020603050405020304" pitchFamily="18" charset="0"/>
              </a:rPr>
              <a:t>Dies are more complicated and costly</a:t>
            </a:r>
          </a:p>
        </p:txBody>
      </p:sp>
    </p:spTree>
    <p:extLst>
      <p:ext uri="{BB962C8B-B14F-4D97-AF65-F5344CB8AC3E}">
        <p14:creationId xmlns:p14="http://schemas.microsoft.com/office/powerpoint/2010/main" val="3768443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p:cNvSpPr>
          <p:nvPr>
            <p:ph type="title"/>
          </p:nvPr>
        </p:nvSpPr>
        <p:spPr>
          <a:xfrm>
            <a:off x="685800" y="228600"/>
            <a:ext cx="9448037" cy="830997"/>
          </a:xfrm>
          <a:ln/>
        </p:spPr>
        <p:txBody>
          <a:bodyPr vert="horz" wrap="square" lIns="91440" tIns="45720" rIns="91440" bIns="45720" anchor="b" anchorCtr="0">
            <a:spAutoFit/>
          </a:bodyPr>
          <a:lstStyle/>
          <a:p>
            <a:pPr eaLnBrk="1" hangingPunct="1"/>
            <a:r>
              <a:rPr dirty="0"/>
              <a:t>Stretching during Bending</a:t>
            </a:r>
          </a:p>
        </p:txBody>
      </p:sp>
      <p:sp>
        <p:nvSpPr>
          <p:cNvPr id="80899" name="Rectangle 3"/>
          <p:cNvSpPr>
            <a:spLocks noGrp="1"/>
          </p:cNvSpPr>
          <p:nvPr>
            <p:ph idx="1"/>
          </p:nvPr>
        </p:nvSpPr>
        <p:spPr>
          <a:xfrm>
            <a:off x="381000" y="1600200"/>
            <a:ext cx="11353800" cy="2970685"/>
          </a:xfrm>
          <a:ln/>
        </p:spPr>
        <p:txBody>
          <a:bodyPr vert="horz" wrap="square" lIns="91440" tIns="45720" rIns="91440" bIns="45720" anchor="t" anchorCtr="0">
            <a:spAutoFit/>
          </a:bodyPr>
          <a:lstStyle/>
          <a:p>
            <a:pPr marL="457200" indent="-457200" eaLnBrk="1" hangingPunct="1">
              <a:lnSpc>
                <a:spcPct val="150000"/>
              </a:lnSpc>
              <a:buFont typeface="Arial" panose="020B0604020202020204" pitchFamily="34" charset="0"/>
              <a:buChar char="•"/>
            </a:pPr>
            <a:r>
              <a:rPr sz="3200" dirty="0">
                <a:solidFill>
                  <a:srgbClr val="0070C0"/>
                </a:solidFill>
                <a:latin typeface="Times New Roman" panose="02020603050405020304" pitchFamily="18" charset="0"/>
                <a:cs typeface="Times New Roman" panose="02020603050405020304" pitchFamily="18" charset="0"/>
              </a:rPr>
              <a:t>If </a:t>
            </a:r>
            <a:r>
              <a:rPr lang="en-US" sz="3200" dirty="0">
                <a:solidFill>
                  <a:srgbClr val="0070C0"/>
                </a:solidFill>
                <a:latin typeface="Times New Roman" panose="02020603050405020304" pitchFamily="18" charset="0"/>
                <a:cs typeface="Times New Roman" panose="02020603050405020304" pitchFamily="18" charset="0"/>
              </a:rPr>
              <a:t>the </a:t>
            </a:r>
            <a:r>
              <a:rPr sz="3200" dirty="0">
                <a:solidFill>
                  <a:srgbClr val="0070C0"/>
                </a:solidFill>
                <a:latin typeface="Times New Roman" panose="02020603050405020304" pitchFamily="18" charset="0"/>
                <a:cs typeface="Times New Roman" panose="02020603050405020304" pitchFamily="18" charset="0"/>
              </a:rPr>
              <a:t>bend radius is small relative to </a:t>
            </a:r>
            <a:r>
              <a:rPr lang="en-US" sz="3200" dirty="0">
                <a:solidFill>
                  <a:srgbClr val="0070C0"/>
                </a:solidFill>
                <a:latin typeface="Times New Roman" panose="02020603050405020304" pitchFamily="18" charset="0"/>
                <a:cs typeface="Times New Roman" panose="02020603050405020304" pitchFamily="18" charset="0"/>
              </a:rPr>
              <a:t>the </a:t>
            </a:r>
            <a:r>
              <a:rPr sz="3200" dirty="0">
                <a:solidFill>
                  <a:srgbClr val="0070C0"/>
                </a:solidFill>
                <a:latin typeface="Times New Roman" panose="02020603050405020304" pitchFamily="18" charset="0"/>
                <a:cs typeface="Times New Roman" panose="02020603050405020304" pitchFamily="18" charset="0"/>
              </a:rPr>
              <a:t>stock thickness</a:t>
            </a:r>
            <a:r>
              <a:rPr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the </a:t>
            </a:r>
            <a:r>
              <a:rPr sz="3200" dirty="0">
                <a:latin typeface="Times New Roman" panose="02020603050405020304" pitchFamily="18" charset="0"/>
                <a:cs typeface="Times New Roman" panose="02020603050405020304" pitchFamily="18" charset="0"/>
              </a:rPr>
              <a:t>metal tends to stretch during bending </a:t>
            </a:r>
          </a:p>
          <a:p>
            <a:pPr marL="457200" indent="-457200" eaLnBrk="1" hangingPunct="1">
              <a:lnSpc>
                <a:spcPct val="150000"/>
              </a:lnSpc>
              <a:buFont typeface="Arial" panose="020B0604020202020204" pitchFamily="34" charset="0"/>
              <a:buChar char="•"/>
            </a:pPr>
            <a:r>
              <a:rPr sz="3200" dirty="0">
                <a:latin typeface="Times New Roman" panose="02020603050405020304" pitchFamily="18" charset="0"/>
                <a:cs typeface="Times New Roman" panose="02020603050405020304" pitchFamily="18" charset="0"/>
              </a:rPr>
              <a:t>Important to estimate </a:t>
            </a:r>
            <a:r>
              <a:rPr lang="en-US" sz="3200" dirty="0">
                <a:latin typeface="Times New Roman" panose="02020603050405020304" pitchFamily="18" charset="0"/>
                <a:cs typeface="Times New Roman" panose="02020603050405020304" pitchFamily="18" charset="0"/>
              </a:rPr>
              <a:t>the </a:t>
            </a:r>
            <a:r>
              <a:rPr sz="3200" dirty="0">
                <a:latin typeface="Times New Roman" panose="02020603050405020304" pitchFamily="18" charset="0"/>
                <a:cs typeface="Times New Roman" panose="02020603050405020304" pitchFamily="18" charset="0"/>
              </a:rPr>
              <a:t>amount of stretching, so that </a:t>
            </a:r>
            <a:r>
              <a:rPr lang="en-US" sz="3200" dirty="0">
                <a:latin typeface="Times New Roman" panose="02020603050405020304" pitchFamily="18" charset="0"/>
                <a:cs typeface="Times New Roman" panose="02020603050405020304" pitchFamily="18" charset="0"/>
              </a:rPr>
              <a:t>the </a:t>
            </a:r>
            <a:r>
              <a:rPr sz="3200" dirty="0">
                <a:latin typeface="Times New Roman" panose="02020603050405020304" pitchFamily="18" charset="0"/>
                <a:cs typeface="Times New Roman" panose="02020603050405020304" pitchFamily="18" charset="0"/>
              </a:rPr>
              <a:t>final part length can be obtained as </a:t>
            </a:r>
            <a:r>
              <a:rPr lang="en-US" sz="3200" dirty="0">
                <a:latin typeface="Times New Roman" panose="02020603050405020304" pitchFamily="18" charset="0"/>
                <a:cs typeface="Times New Roman" panose="02020603050405020304" pitchFamily="18" charset="0"/>
              </a:rPr>
              <a:t>the </a:t>
            </a:r>
            <a:r>
              <a:rPr sz="3200" dirty="0">
                <a:latin typeface="Times New Roman" panose="02020603050405020304" pitchFamily="18" charset="0"/>
                <a:cs typeface="Times New Roman" panose="02020603050405020304" pitchFamily="18" charset="0"/>
              </a:rPr>
              <a:t>specified dimension </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0899">
                                            <p:txEl>
                                              <p:pRg st="1" end="1"/>
                                            </p:txEl>
                                          </p:spTgt>
                                        </p:tgtEl>
                                        <p:attrNameLst>
                                          <p:attrName>style.visibility</p:attrName>
                                        </p:attrNameLst>
                                      </p:cBhvr>
                                      <p:to>
                                        <p:strVal val="visible"/>
                                      </p:to>
                                    </p:set>
                                    <p:animEffect transition="in" filter="dissolve">
                                      <p:cBhvr>
                                        <p:cTn id="7" dur="500"/>
                                        <p:tgtEl>
                                          <p:spTgt spid="808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p:cNvSpPr>
          <p:nvPr>
            <p:ph type="title"/>
          </p:nvPr>
        </p:nvSpPr>
        <p:spPr>
          <a:xfrm>
            <a:off x="685800" y="195943"/>
            <a:ext cx="9448037" cy="830997"/>
          </a:xfrm>
          <a:ln/>
        </p:spPr>
        <p:txBody>
          <a:bodyPr vert="horz" wrap="square" lIns="91440" tIns="45720" rIns="91440" bIns="45720" anchor="b" anchorCtr="0">
            <a:spAutoFit/>
          </a:bodyPr>
          <a:lstStyle/>
          <a:p>
            <a:pPr eaLnBrk="1" hangingPunct="1"/>
            <a:r>
              <a:rPr dirty="0">
                <a:sym typeface="Symbol" panose="05050102010706020507" pitchFamily="18" charset="2"/>
              </a:rPr>
              <a:t>Drawing </a:t>
            </a:r>
          </a:p>
        </p:txBody>
      </p:sp>
      <p:sp>
        <p:nvSpPr>
          <p:cNvPr id="38916" name="Rectangle 3"/>
          <p:cNvSpPr>
            <a:spLocks noGrp="1"/>
          </p:cNvSpPr>
          <p:nvPr>
            <p:ph idx="1"/>
          </p:nvPr>
        </p:nvSpPr>
        <p:spPr>
          <a:xfrm>
            <a:off x="228600" y="1143000"/>
            <a:ext cx="11734800" cy="4539191"/>
          </a:xfrm>
          <a:ln/>
        </p:spPr>
        <p:txBody>
          <a:bodyPr vert="horz" wrap="square" lIns="91440" tIns="45720" rIns="91440" bIns="45720" anchor="t" anchorCtr="0">
            <a:spAutoFit/>
          </a:bodyPr>
          <a:lstStyle/>
          <a:p>
            <a:pPr marL="457200" indent="-457200" eaLnBrk="1" hangingPunct="1">
              <a:lnSpc>
                <a:spcPct val="150000"/>
              </a:lnSpc>
              <a:buFont typeface="Arial" panose="020B0604020202020204" pitchFamily="34" charset="0"/>
              <a:buChar char="•"/>
            </a:pPr>
            <a:r>
              <a:rPr sz="2800" dirty="0">
                <a:latin typeface="Times New Roman" panose="02020603050405020304" pitchFamily="18" charset="0"/>
                <a:cs typeface="Times New Roman" panose="02020603050405020304" pitchFamily="18" charset="0"/>
                <a:sym typeface="Symbol" panose="05050102010706020507" pitchFamily="18" charset="2"/>
              </a:rPr>
              <a:t>Sheet metal forming to make cup‑shaped, box‑shaped, or other complex‑curved, hollow‑shaped parts </a:t>
            </a:r>
          </a:p>
          <a:p>
            <a:pPr marL="457200" indent="-457200" eaLnBrk="1" hangingPunct="1">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Symbol" panose="05050102010706020507" pitchFamily="18" charset="2"/>
              </a:rPr>
              <a:t>The sheet</a:t>
            </a:r>
            <a:r>
              <a:rPr sz="2800" dirty="0">
                <a:latin typeface="Times New Roman" panose="02020603050405020304" pitchFamily="18" charset="0"/>
                <a:cs typeface="Times New Roman" panose="02020603050405020304" pitchFamily="18" charset="0"/>
                <a:sym typeface="Symbol" panose="05050102010706020507" pitchFamily="18" charset="2"/>
              </a:rPr>
              <a:t> metal blank is positioned over </a:t>
            </a:r>
            <a:r>
              <a:rPr lang="en-US" sz="2800" dirty="0">
                <a:latin typeface="Times New Roman" panose="02020603050405020304" pitchFamily="18" charset="0"/>
                <a:cs typeface="Times New Roman" panose="02020603050405020304" pitchFamily="18" charset="0"/>
                <a:sym typeface="Symbol" panose="05050102010706020507" pitchFamily="18" charset="2"/>
              </a:rPr>
              <a:t>the </a:t>
            </a:r>
            <a:r>
              <a:rPr sz="2800" dirty="0">
                <a:latin typeface="Times New Roman" panose="02020603050405020304" pitchFamily="18" charset="0"/>
                <a:cs typeface="Times New Roman" panose="02020603050405020304" pitchFamily="18" charset="0"/>
                <a:sym typeface="Symbol" panose="05050102010706020507" pitchFamily="18" charset="2"/>
              </a:rPr>
              <a:t>die cavity</a:t>
            </a:r>
            <a:r>
              <a:rPr lang="en-US" sz="2800" dirty="0">
                <a:latin typeface="Times New Roman" panose="02020603050405020304" pitchFamily="18" charset="0"/>
                <a:cs typeface="Times New Roman" panose="02020603050405020304" pitchFamily="18" charset="0"/>
                <a:sym typeface="Symbol" panose="05050102010706020507" pitchFamily="18" charset="2"/>
              </a:rPr>
              <a:t>,</a:t>
            </a:r>
            <a:r>
              <a:rPr sz="2800" dirty="0">
                <a:latin typeface="Times New Roman" panose="02020603050405020304" pitchFamily="18" charset="0"/>
                <a:cs typeface="Times New Roman" panose="02020603050405020304" pitchFamily="18" charset="0"/>
                <a:sym typeface="Symbol" panose="05050102010706020507" pitchFamily="18" charset="2"/>
              </a:rPr>
              <a:t> and then </a:t>
            </a:r>
            <a:r>
              <a:rPr lang="en-US" sz="2800" dirty="0">
                <a:latin typeface="Times New Roman" panose="02020603050405020304" pitchFamily="18" charset="0"/>
                <a:cs typeface="Times New Roman" panose="02020603050405020304" pitchFamily="18" charset="0"/>
                <a:sym typeface="Symbol" panose="05050102010706020507" pitchFamily="18" charset="2"/>
              </a:rPr>
              <a:t>the </a:t>
            </a:r>
            <a:r>
              <a:rPr sz="2800" dirty="0">
                <a:latin typeface="Times New Roman" panose="02020603050405020304" pitchFamily="18" charset="0"/>
                <a:cs typeface="Times New Roman" panose="02020603050405020304" pitchFamily="18" charset="0"/>
                <a:sym typeface="Symbol" panose="05050102010706020507" pitchFamily="18" charset="2"/>
              </a:rPr>
              <a:t>punch pushes </a:t>
            </a:r>
            <a:r>
              <a:rPr lang="en-US" sz="2800" dirty="0">
                <a:latin typeface="Times New Roman" panose="02020603050405020304" pitchFamily="18" charset="0"/>
                <a:cs typeface="Times New Roman" panose="02020603050405020304" pitchFamily="18" charset="0"/>
                <a:sym typeface="Symbol" panose="05050102010706020507" pitchFamily="18" charset="2"/>
              </a:rPr>
              <a:t>the </a:t>
            </a:r>
            <a:r>
              <a:rPr sz="2800" dirty="0">
                <a:latin typeface="Times New Roman" panose="02020603050405020304" pitchFamily="18" charset="0"/>
                <a:cs typeface="Times New Roman" panose="02020603050405020304" pitchFamily="18" charset="0"/>
                <a:sym typeface="Symbol" panose="05050102010706020507" pitchFamily="18" charset="2"/>
              </a:rPr>
              <a:t>metal into </a:t>
            </a:r>
            <a:r>
              <a:rPr lang="en-US" sz="2800" dirty="0">
                <a:latin typeface="Times New Roman" panose="02020603050405020304" pitchFamily="18" charset="0"/>
                <a:cs typeface="Times New Roman" panose="02020603050405020304" pitchFamily="18" charset="0"/>
                <a:sym typeface="Symbol" panose="05050102010706020507" pitchFamily="18" charset="2"/>
              </a:rPr>
              <a:t>the </a:t>
            </a:r>
            <a:r>
              <a:rPr sz="2800" dirty="0">
                <a:latin typeface="Times New Roman" panose="02020603050405020304" pitchFamily="18" charset="0"/>
                <a:cs typeface="Times New Roman" panose="02020603050405020304" pitchFamily="18" charset="0"/>
                <a:sym typeface="Symbol" panose="05050102010706020507" pitchFamily="18" charset="2"/>
              </a:rPr>
              <a:t>opening</a:t>
            </a:r>
            <a:endParaRPr lang="en-US" sz="2800" dirty="0">
              <a:latin typeface="Times New Roman" panose="02020603050405020304" pitchFamily="18" charset="0"/>
              <a:cs typeface="Times New Roman" panose="02020603050405020304" pitchFamily="18" charset="0"/>
              <a:sym typeface="Symbol" panose="05050102010706020507" pitchFamily="18" charset="2"/>
            </a:endParaRPr>
          </a:p>
          <a:p>
            <a:pPr marL="457200" indent="-457200" eaLnBrk="1" hangingPunct="1">
              <a:lnSpc>
                <a:spcPct val="150000"/>
              </a:lnSpc>
              <a:buFont typeface="Arial" panose="020B0604020202020204" pitchFamily="34" charset="0"/>
              <a:buChar char="•"/>
            </a:pPr>
            <a:endParaRPr sz="2800" dirty="0">
              <a:latin typeface="Times New Roman" panose="02020603050405020304" pitchFamily="18" charset="0"/>
              <a:cs typeface="Times New Roman" panose="02020603050405020304" pitchFamily="18" charset="0"/>
              <a:sym typeface="Symbol" panose="05050102010706020507" pitchFamily="18" charset="2"/>
            </a:endParaRPr>
          </a:p>
          <a:p>
            <a:pPr eaLnBrk="1" hangingPunct="1">
              <a:lnSpc>
                <a:spcPct val="150000"/>
              </a:lnSpc>
            </a:pPr>
            <a:r>
              <a:rPr sz="2800" dirty="0">
                <a:solidFill>
                  <a:srgbClr val="7030A0"/>
                </a:solidFill>
                <a:latin typeface="Times New Roman" panose="02020603050405020304" pitchFamily="18" charset="0"/>
                <a:cs typeface="Times New Roman" panose="02020603050405020304" pitchFamily="18" charset="0"/>
                <a:sym typeface="Symbol" panose="05050102010706020507" pitchFamily="18" charset="2"/>
              </a:rPr>
              <a:t>Products</a:t>
            </a:r>
            <a:r>
              <a:rPr sz="2800" dirty="0">
                <a:latin typeface="Times New Roman" panose="02020603050405020304" pitchFamily="18" charset="0"/>
                <a:cs typeface="Times New Roman" panose="02020603050405020304" pitchFamily="18" charset="0"/>
                <a:sym typeface="Symbol" panose="05050102010706020507" pitchFamily="18" charset="2"/>
              </a:rPr>
              <a:t>: beverage cans, ammunition shells, automobile body panels </a:t>
            </a:r>
          </a:p>
          <a:p>
            <a:pPr marL="457200" indent="-457200" eaLnBrk="1" hangingPunct="1">
              <a:lnSpc>
                <a:spcPct val="150000"/>
              </a:lnSpc>
              <a:buFont typeface="Arial" panose="020B0604020202020204" pitchFamily="34" charset="0"/>
              <a:buChar char="•"/>
            </a:pPr>
            <a:r>
              <a:rPr sz="2800" dirty="0">
                <a:latin typeface="Times New Roman" panose="02020603050405020304" pitchFamily="18" charset="0"/>
                <a:cs typeface="Times New Roman" panose="02020603050405020304" pitchFamily="18" charset="0"/>
                <a:sym typeface="Symbol" panose="05050102010706020507" pitchFamily="18" charset="2"/>
              </a:rPr>
              <a:t>Also known as </a:t>
            </a:r>
            <a:r>
              <a:rPr sz="2800" b="1"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deep drawing</a:t>
            </a:r>
            <a:r>
              <a:rPr sz="2800" b="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sz="2800" dirty="0">
                <a:latin typeface="Times New Roman" panose="02020603050405020304" pitchFamily="18" charset="0"/>
                <a:cs typeface="Times New Roman" panose="02020603050405020304" pitchFamily="18" charset="0"/>
                <a:sym typeface="Symbol" panose="05050102010706020507" pitchFamily="18" charset="2"/>
              </a:rPr>
              <a:t>(to distinguish it from wire and bar drawing)</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animEffect transition="in" filter="barn(inVertical)">
                                      <p:cBhvr>
                                        <p:cTn id="7" dur="500"/>
                                        <p:tgtEl>
                                          <p:spTgt spid="389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8916">
                                            <p:txEl>
                                              <p:pRg st="3" end="3"/>
                                            </p:txEl>
                                          </p:spTgt>
                                        </p:tgtEl>
                                        <p:attrNameLst>
                                          <p:attrName>style.visibility</p:attrName>
                                        </p:attrNameLst>
                                      </p:cBhvr>
                                      <p:to>
                                        <p:strVal val="visible"/>
                                      </p:to>
                                    </p:set>
                                    <p:animEffect transition="in" filter="barn(inVertical)">
                                      <p:cBhvr>
                                        <p:cTn id="12" dur="500"/>
                                        <p:tgtEl>
                                          <p:spTgt spid="3891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8916">
                                            <p:txEl>
                                              <p:pRg st="4" end="4"/>
                                            </p:txEl>
                                          </p:spTgt>
                                        </p:tgtEl>
                                        <p:attrNameLst>
                                          <p:attrName>style.visibility</p:attrName>
                                        </p:attrNameLst>
                                      </p:cBhvr>
                                      <p:to>
                                        <p:strVal val="visible"/>
                                      </p:to>
                                    </p:set>
                                    <p:animEffect transition="in" filter="barn(inVertical)">
                                      <p:cBhvr>
                                        <p:cTn id="17" dur="500"/>
                                        <p:tgtEl>
                                          <p:spTgt spid="389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p:cNvSpPr>
          <p:nvPr>
            <p:ph idx="1"/>
          </p:nvPr>
        </p:nvSpPr>
        <p:spPr>
          <a:xfrm>
            <a:off x="152400" y="3505200"/>
            <a:ext cx="4419600" cy="2795958"/>
          </a:xfrm>
          <a:ln/>
        </p:spPr>
        <p:txBody>
          <a:bodyPr vert="horz" wrap="square" lIns="91440" tIns="45720" rIns="91440" bIns="45720" anchor="t" anchorCtr="0">
            <a:spAutoFit/>
          </a:bodyPr>
          <a:lstStyle/>
          <a:p>
            <a:pPr marL="457200" indent="-457200">
              <a:lnSpc>
                <a:spcPct val="150000"/>
              </a:lnSpc>
            </a:pPr>
            <a:r>
              <a:rPr sz="2400" dirty="0">
                <a:latin typeface="Times New Roman" panose="02020603050405020304" pitchFamily="18" charset="0"/>
                <a:cs typeface="Times New Roman" panose="02020603050405020304" pitchFamily="18" charset="0"/>
                <a:sym typeface="Symbol" panose="05050102010706020507" pitchFamily="18" charset="2"/>
              </a:rPr>
              <a:t>	(a)  Drawing of</a:t>
            </a:r>
            <a:r>
              <a:rPr lang="en-US" sz="2400" dirty="0">
                <a:latin typeface="Times New Roman" panose="02020603050405020304" pitchFamily="18" charset="0"/>
                <a:cs typeface="Times New Roman" panose="02020603050405020304" pitchFamily="18" charset="0"/>
                <a:sym typeface="Symbol" panose="05050102010706020507" pitchFamily="18" charset="2"/>
              </a:rPr>
              <a:t> </a:t>
            </a:r>
            <a:r>
              <a:rPr sz="2400" dirty="0">
                <a:latin typeface="Times New Roman" panose="02020603050405020304" pitchFamily="18" charset="0"/>
                <a:cs typeface="Times New Roman" panose="02020603050405020304" pitchFamily="18" charset="0"/>
                <a:sym typeface="Symbol" panose="05050102010706020507" pitchFamily="18" charset="2"/>
              </a:rPr>
              <a:t>cup‑shaped part: (1) before punch contacts work, (2) near end of stroke; (b) work-part: (1) starting blank, (2) drawn part.</a:t>
            </a:r>
          </a:p>
        </p:txBody>
      </p:sp>
      <p:pic>
        <p:nvPicPr>
          <p:cNvPr id="39940" name="Picture 5" descr="w0293c"/>
          <p:cNvPicPr>
            <a:picLocks noChangeAspect="1"/>
          </p:cNvPicPr>
          <p:nvPr/>
        </p:nvPicPr>
        <p:blipFill>
          <a:blip r:embed="rId2"/>
          <a:stretch>
            <a:fillRect/>
          </a:stretch>
        </p:blipFill>
        <p:spPr>
          <a:xfrm>
            <a:off x="4763296" y="923361"/>
            <a:ext cx="5561012" cy="5534025"/>
          </a:xfrm>
          <a:prstGeom prst="rect">
            <a:avLst/>
          </a:prstGeom>
          <a:noFill/>
          <a:ln w="9525">
            <a:noFill/>
          </a:ln>
        </p:spPr>
      </p:pic>
      <p:sp>
        <p:nvSpPr>
          <p:cNvPr id="39941" name="Text Box 6"/>
          <p:cNvSpPr txBox="1"/>
          <p:nvPr/>
        </p:nvSpPr>
        <p:spPr>
          <a:xfrm>
            <a:off x="685800" y="92364"/>
            <a:ext cx="4191000" cy="830997"/>
          </a:xfrm>
          <a:prstGeom prst="rect">
            <a:avLst/>
          </a:prstGeom>
          <a:noFill/>
          <a:ln w="9525">
            <a:noFill/>
          </a:ln>
        </p:spPr>
        <p:txBody>
          <a:bodyPr>
            <a:spAutoFit/>
          </a:bodyPr>
          <a:lstStyle/>
          <a:p>
            <a:pPr>
              <a:spcBef>
                <a:spcPct val="50000"/>
              </a:spcBef>
            </a:pPr>
            <a:r>
              <a:rPr sz="4800" dirty="0">
                <a:solidFill>
                  <a:srgbClr val="006699"/>
                </a:solidFill>
                <a:latin typeface="Times New Roman" panose="02020603050405020304" pitchFamily="18" charset="0"/>
                <a:cs typeface="Times New Roman" panose="02020603050405020304" pitchFamily="18" charset="0"/>
              </a:rPr>
              <a:t>Drawing</a:t>
            </a:r>
          </a:p>
        </p:txBody>
      </p:sp>
      <p:sp>
        <p:nvSpPr>
          <p:cNvPr id="39942" name="Rectangle 3"/>
          <p:cNvSpPr txBox="1"/>
          <p:nvPr/>
        </p:nvSpPr>
        <p:spPr>
          <a:xfrm>
            <a:off x="457200" y="1524000"/>
            <a:ext cx="4191000" cy="1076325"/>
          </a:xfrm>
          <a:prstGeom prst="rect">
            <a:avLst/>
          </a:prstGeom>
          <a:noFill/>
          <a:ln w="9525">
            <a:noFill/>
          </a:ln>
        </p:spPr>
        <p:txBody>
          <a:bodyPr/>
          <a:lstStyle/>
          <a:p>
            <a:pPr marL="457200" indent="-457200">
              <a:lnSpc>
                <a:spcPct val="150000"/>
              </a:lnSpc>
              <a:spcBef>
                <a:spcPct val="20000"/>
              </a:spcBef>
              <a:buClr>
                <a:srgbClr val="FF0066"/>
              </a:buClr>
              <a:buFont typeface="Wingdings" panose="05000000000000000000" pitchFamily="2" charset="2"/>
            </a:pPr>
            <a:r>
              <a:rPr sz="2000" dirty="0">
                <a:latin typeface="Times New Roman" panose="02020603050405020304" pitchFamily="18" charset="0"/>
                <a:cs typeface="Times New Roman" panose="02020603050405020304" pitchFamily="18" charset="0"/>
                <a:sym typeface="Symbol" panose="05050102010706020507" pitchFamily="18" charset="2"/>
              </a:rPr>
              <a:t>	</a:t>
            </a:r>
            <a:r>
              <a:rPr sz="20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Difference between wire drawing &amp; deep drawing?</a:t>
            </a: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7">
            <a:extLst>
              <a:ext uri="{FF2B5EF4-FFF2-40B4-BE49-F238E27FC236}">
                <a16:creationId xmlns:a16="http://schemas.microsoft.com/office/drawing/2014/main" id="{E76FD0CB-EFFC-EE89-1516-10A90AE51846}"/>
              </a:ext>
            </a:extLst>
          </p:cNvPr>
          <p:cNvSpPr txBox="1">
            <a:spLocks noGrp="1"/>
          </p:cNvSpPr>
          <p:nvPr>
            <p:ph type="body" idx="1"/>
          </p:nvPr>
        </p:nvSpPr>
        <p:spPr>
          <a:xfrm>
            <a:off x="228600" y="1143000"/>
            <a:ext cx="8458200" cy="5364545"/>
          </a:xfrm>
          <a:prstGeom prst="rect">
            <a:avLst/>
          </a:prstGeom>
        </p:spPr>
        <p:txBody>
          <a:bodyPr vert="horz" wrap="square" lIns="0" tIns="12700" rIns="0" bIns="0" rtlCol="0">
            <a:spAutoFit/>
          </a:bodyPr>
          <a:lstStyle/>
          <a:p>
            <a:pPr marL="298450" marR="508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Stage I</a:t>
            </a:r>
            <a:r>
              <a:rPr lang="en-US">
                <a:latin typeface="Times New Roman" panose="02020603050405020304" pitchFamily="18" charset="0"/>
                <a:cs typeface="Times New Roman" panose="02020603050405020304" pitchFamily="18" charset="0"/>
              </a:rPr>
              <a:t>: As</a:t>
            </a:r>
            <a:r>
              <a:rPr lang="en-US" spc="-1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the</a:t>
            </a:r>
            <a:r>
              <a:rPr lang="en-US" spc="-1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punch</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pushes</a:t>
            </a:r>
            <a:r>
              <a:rPr lang="en-US" spc="1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the</a:t>
            </a:r>
            <a:r>
              <a:rPr lang="en-US" spc="-1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sheet,</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it</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is</a:t>
            </a:r>
            <a:r>
              <a:rPr lang="en-US" spc="-1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subjected to</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a </a:t>
            </a:r>
            <a:r>
              <a:rPr lang="en-US" u="sng">
                <a:solidFill>
                  <a:srgbClr val="660066"/>
                </a:solidFill>
                <a:uFill>
                  <a:solidFill>
                    <a:srgbClr val="660066"/>
                  </a:solidFill>
                </a:uFill>
                <a:latin typeface="Times New Roman" panose="02020603050405020304" pitchFamily="18" charset="0"/>
                <a:cs typeface="Times New Roman" panose="02020603050405020304" pitchFamily="18" charset="0"/>
              </a:rPr>
              <a:t>bending</a:t>
            </a:r>
            <a:r>
              <a:rPr lang="en-US" u="sng" spc="10">
                <a:solidFill>
                  <a:srgbClr val="660066"/>
                </a:solidFill>
                <a:uFill>
                  <a:solidFill>
                    <a:srgbClr val="660066"/>
                  </a:solidFill>
                </a:uFill>
                <a:latin typeface="Times New Roman" panose="02020603050405020304" pitchFamily="18" charset="0"/>
                <a:cs typeface="Times New Roman" panose="02020603050405020304" pitchFamily="18" charset="0"/>
              </a:rPr>
              <a:t> </a:t>
            </a:r>
            <a:r>
              <a:rPr lang="en-US" u="sng">
                <a:solidFill>
                  <a:srgbClr val="660066"/>
                </a:solidFill>
                <a:uFill>
                  <a:solidFill>
                    <a:srgbClr val="660066"/>
                  </a:solidFill>
                </a:uFill>
                <a:latin typeface="Times New Roman" panose="02020603050405020304" pitchFamily="18" charset="0"/>
                <a:cs typeface="Times New Roman" panose="02020603050405020304" pitchFamily="18" charset="0"/>
              </a:rPr>
              <a:t>operation</a:t>
            </a:r>
            <a:r>
              <a:rPr lang="en-US">
                <a:latin typeface="Times New Roman" panose="02020603050405020304" pitchFamily="18" charset="0"/>
                <a:cs typeface="Times New Roman" panose="02020603050405020304" pitchFamily="18" charset="0"/>
              </a:rPr>
              <a:t>.</a:t>
            </a:r>
            <a:r>
              <a:rPr lang="en-US" spc="1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Bending</a:t>
            </a:r>
            <a:r>
              <a:rPr lang="en-US" spc="10">
                <a:latin typeface="Times New Roman" panose="02020603050405020304" pitchFamily="18" charset="0"/>
                <a:cs typeface="Times New Roman" panose="02020603050405020304" pitchFamily="18" charset="0"/>
              </a:rPr>
              <a:t> </a:t>
            </a:r>
            <a:r>
              <a:rPr lang="en-US" spc="-25">
                <a:latin typeface="Times New Roman" panose="02020603050405020304" pitchFamily="18" charset="0"/>
                <a:cs typeface="Times New Roman" panose="02020603050405020304" pitchFamily="18" charset="0"/>
              </a:rPr>
              <a:t>of the </a:t>
            </a:r>
            <a:r>
              <a:rPr lang="en-US">
                <a:latin typeface="Times New Roman" panose="02020603050405020304" pitchFamily="18" charset="0"/>
                <a:cs typeface="Times New Roman" panose="02020603050405020304" pitchFamily="18" charset="0"/>
              </a:rPr>
              <a:t>sheet</a:t>
            </a:r>
            <a:r>
              <a:rPr lang="en-US" spc="-1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occurs</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over</a:t>
            </a:r>
            <a:r>
              <a:rPr lang="en-US" spc="-1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the</a:t>
            </a:r>
            <a:r>
              <a:rPr lang="en-US" spc="-2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punch</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corner and</a:t>
            </a:r>
            <a:r>
              <a:rPr lang="en-US" spc="-5">
                <a:latin typeface="Times New Roman" panose="02020603050405020304" pitchFamily="18" charset="0"/>
                <a:cs typeface="Times New Roman" panose="02020603050405020304" pitchFamily="18" charset="0"/>
              </a:rPr>
              <a:t> the </a:t>
            </a:r>
            <a:r>
              <a:rPr lang="en-US">
                <a:latin typeface="Times New Roman" panose="02020603050405020304" pitchFamily="18" charset="0"/>
                <a:cs typeface="Times New Roman" panose="02020603050405020304" pitchFamily="18" charset="0"/>
              </a:rPr>
              <a:t>die</a:t>
            </a:r>
            <a:r>
              <a:rPr lang="en-US" spc="-5">
                <a:latin typeface="Times New Roman" panose="02020603050405020304" pitchFamily="18" charset="0"/>
                <a:cs typeface="Times New Roman" panose="02020603050405020304" pitchFamily="18" charset="0"/>
              </a:rPr>
              <a:t> </a:t>
            </a:r>
            <a:r>
              <a:rPr lang="en-US" spc="-10">
                <a:latin typeface="Times New Roman" panose="02020603050405020304" pitchFamily="18" charset="0"/>
                <a:cs typeface="Times New Roman" panose="02020603050405020304" pitchFamily="18" charset="0"/>
              </a:rPr>
              <a:t>corner.</a:t>
            </a:r>
            <a:r>
              <a:rPr lang="en-US" spc="-4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The</a:t>
            </a:r>
            <a:r>
              <a:rPr lang="en-US" spc="-2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outside</a:t>
            </a:r>
            <a:r>
              <a:rPr lang="en-US" spc="-5">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perimeter of</a:t>
            </a:r>
            <a:r>
              <a:rPr lang="en-US" spc="-1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the</a:t>
            </a:r>
            <a:r>
              <a:rPr lang="en-US" spc="-20">
                <a:latin typeface="Times New Roman" panose="02020603050405020304" pitchFamily="18" charset="0"/>
                <a:cs typeface="Times New Roman" panose="02020603050405020304" pitchFamily="18" charset="0"/>
              </a:rPr>
              <a:t> </a:t>
            </a:r>
            <a:r>
              <a:rPr lang="en-US" spc="-10">
                <a:latin typeface="Times New Roman" panose="02020603050405020304" pitchFamily="18" charset="0"/>
                <a:cs typeface="Times New Roman" panose="02020603050405020304" pitchFamily="18" charset="0"/>
              </a:rPr>
              <a:t>blank </a:t>
            </a:r>
            <a:r>
              <a:rPr lang="en-US">
                <a:latin typeface="Times New Roman" panose="02020603050405020304" pitchFamily="18" charset="0"/>
                <a:cs typeface="Times New Roman" panose="02020603050405020304" pitchFamily="18" charset="0"/>
              </a:rPr>
              <a:t>moves</a:t>
            </a:r>
            <a:r>
              <a:rPr lang="en-US" spc="-3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slightly</a:t>
            </a:r>
            <a:r>
              <a:rPr lang="en-US" spc="-2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inwards</a:t>
            </a:r>
            <a:r>
              <a:rPr lang="en-US" spc="3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toward the</a:t>
            </a:r>
            <a:r>
              <a:rPr lang="en-US" spc="-3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cup</a:t>
            </a:r>
            <a:r>
              <a:rPr lang="en-US" spc="-20">
                <a:latin typeface="Times New Roman" panose="02020603050405020304" pitchFamily="18" charset="0"/>
                <a:cs typeface="Times New Roman" panose="02020603050405020304" pitchFamily="18" charset="0"/>
              </a:rPr>
              <a:t> </a:t>
            </a:r>
            <a:r>
              <a:rPr lang="en-US" spc="-10">
                <a:latin typeface="Times New Roman" panose="02020603050405020304" pitchFamily="18" charset="0"/>
                <a:cs typeface="Times New Roman" panose="02020603050405020304" pitchFamily="18" charset="0"/>
              </a:rPr>
              <a:t>center</a:t>
            </a:r>
          </a:p>
          <a:p>
            <a:pPr marL="298450" marR="5080" indent="-285750">
              <a:lnSpc>
                <a:spcPct val="150000"/>
              </a:lnSpc>
              <a:buFont typeface="Arial" panose="020B0604020202020204" pitchFamily="34" charset="0"/>
              <a:buChar char="•"/>
            </a:pPr>
            <a:endParaRPr lang="en-US" spc="-10">
              <a:latin typeface="Times New Roman" panose="02020603050405020304" pitchFamily="18" charset="0"/>
              <a:cs typeface="Times New Roman" panose="02020603050405020304" pitchFamily="18" charset="0"/>
            </a:endParaRPr>
          </a:p>
          <a:p>
            <a:pPr marL="298450" marR="5080" indent="-285750">
              <a:lnSpc>
                <a:spcPct val="150000"/>
              </a:lnSpc>
              <a:buFont typeface="Arial" panose="020B0604020202020204" pitchFamily="34" charset="0"/>
              <a:buChar char="•"/>
            </a:pPr>
            <a:r>
              <a:rPr lang="en-US" b="1">
                <a:solidFill>
                  <a:srgbClr val="000000"/>
                </a:solidFill>
                <a:latin typeface="Times New Roman" panose="02020603050405020304" pitchFamily="18" charset="0"/>
                <a:cs typeface="Times New Roman" panose="02020603050405020304" pitchFamily="18" charset="0"/>
              </a:rPr>
              <a:t>Stage II</a:t>
            </a:r>
            <a:r>
              <a:rPr lang="en-US">
                <a:solidFill>
                  <a:srgbClr val="000000"/>
                </a:solidFill>
                <a:latin typeface="Times New Roman" panose="02020603050405020304" pitchFamily="18" charset="0"/>
                <a:cs typeface="Times New Roman" panose="02020603050405020304" pitchFamily="18" charset="0"/>
              </a:rPr>
              <a:t>: In</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this</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stage,</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the</a:t>
            </a:r>
            <a:r>
              <a:rPr lang="en-US" spc="-1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sheet</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region</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that</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was</a:t>
            </a:r>
            <a:r>
              <a:rPr lang="en-US" spc="3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bent</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over</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the</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die corner will</a:t>
            </a:r>
            <a:r>
              <a:rPr lang="en-US" spc="3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be</a:t>
            </a:r>
            <a:r>
              <a:rPr lang="en-US" spc="10">
                <a:solidFill>
                  <a:srgbClr val="000000"/>
                </a:solidFill>
                <a:latin typeface="Times New Roman" panose="02020603050405020304" pitchFamily="18" charset="0"/>
                <a:cs typeface="Times New Roman" panose="02020603050405020304" pitchFamily="18" charset="0"/>
              </a:rPr>
              <a:t> </a:t>
            </a:r>
            <a:r>
              <a:rPr lang="en-US" u="sng" spc="-10">
                <a:solidFill>
                  <a:srgbClr val="660066"/>
                </a:solidFill>
                <a:uFill>
                  <a:solidFill>
                    <a:srgbClr val="660066"/>
                  </a:solidFill>
                </a:uFill>
                <a:latin typeface="Times New Roman" panose="02020603050405020304" pitchFamily="18" charset="0"/>
                <a:cs typeface="Times New Roman" panose="02020603050405020304" pitchFamily="18" charset="0"/>
              </a:rPr>
              <a:t>straightened</a:t>
            </a:r>
            <a:r>
              <a:rPr lang="en-US" spc="-10">
                <a:solidFill>
                  <a:srgbClr val="660066"/>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in</a:t>
            </a:r>
            <a:r>
              <a:rPr lang="en-US" spc="-3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the</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clearance region</a:t>
            </a:r>
            <a:r>
              <a:rPr lang="en-US" spc="-1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at</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this</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stage,</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so</a:t>
            </a:r>
            <a:r>
              <a:rPr lang="en-US" spc="-2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that</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it</a:t>
            </a:r>
            <a:r>
              <a:rPr lang="en-US" spc="-2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will</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become</a:t>
            </a:r>
            <a:r>
              <a:rPr lang="en-US" spc="-10">
                <a:solidFill>
                  <a:srgbClr val="000000"/>
                </a:solidFill>
                <a:latin typeface="Times New Roman" panose="02020603050405020304" pitchFamily="18" charset="0"/>
                <a:cs typeface="Times New Roman" panose="02020603050405020304" pitchFamily="18" charset="0"/>
              </a:rPr>
              <a:t> a </a:t>
            </a:r>
            <a:r>
              <a:rPr lang="en-US">
                <a:solidFill>
                  <a:srgbClr val="000000"/>
                </a:solidFill>
                <a:latin typeface="Times New Roman" panose="02020603050405020304" pitchFamily="18" charset="0"/>
                <a:cs typeface="Times New Roman" panose="02020603050405020304" pitchFamily="18" charset="0"/>
              </a:rPr>
              <a:t>cup</a:t>
            </a:r>
            <a:r>
              <a:rPr lang="en-US" spc="-1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wall</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region. In</a:t>
            </a:r>
            <a:r>
              <a:rPr lang="en-US" spc="-3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order </a:t>
            </a:r>
            <a:r>
              <a:rPr lang="en-US" spc="-25">
                <a:solidFill>
                  <a:srgbClr val="000000"/>
                </a:solidFill>
                <a:latin typeface="Times New Roman" panose="02020603050405020304" pitchFamily="18" charset="0"/>
                <a:cs typeface="Times New Roman" panose="02020603050405020304" pitchFamily="18" charset="0"/>
              </a:rPr>
              <a:t>to </a:t>
            </a:r>
            <a:r>
              <a:rPr lang="en-US">
                <a:solidFill>
                  <a:srgbClr val="000000"/>
                </a:solidFill>
                <a:latin typeface="Times New Roman" panose="02020603050405020304" pitchFamily="18" charset="0"/>
                <a:cs typeface="Times New Roman" panose="02020603050405020304" pitchFamily="18" charset="0"/>
              </a:rPr>
              <a:t>compensate</a:t>
            </a:r>
            <a:r>
              <a:rPr lang="en-US" spc="-10">
                <a:solidFill>
                  <a:srgbClr val="000000"/>
                </a:solidFill>
                <a:latin typeface="Times New Roman" panose="02020603050405020304" pitchFamily="18" charset="0"/>
                <a:cs typeface="Times New Roman" panose="02020603050405020304" pitchFamily="18" charset="0"/>
              </a:rPr>
              <a:t> for </a:t>
            </a:r>
            <a:r>
              <a:rPr lang="en-US">
                <a:solidFill>
                  <a:srgbClr val="000000"/>
                </a:solidFill>
                <a:latin typeface="Times New Roman" panose="02020603050405020304" pitchFamily="18" charset="0"/>
                <a:cs typeface="Times New Roman" panose="02020603050405020304" pitchFamily="18" charset="0"/>
              </a:rPr>
              <a:t>the</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presence</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of</a:t>
            </a:r>
            <a:r>
              <a:rPr lang="en-US" spc="-25">
                <a:solidFill>
                  <a:srgbClr val="000000"/>
                </a:solidFill>
                <a:latin typeface="Times New Roman" panose="02020603050405020304" pitchFamily="18" charset="0"/>
                <a:cs typeface="Times New Roman" panose="02020603050405020304" pitchFamily="18" charset="0"/>
              </a:rPr>
              <a:t> the </a:t>
            </a:r>
            <a:r>
              <a:rPr lang="en-US">
                <a:solidFill>
                  <a:srgbClr val="000000"/>
                </a:solidFill>
                <a:latin typeface="Times New Roman" panose="02020603050405020304" pitchFamily="18" charset="0"/>
                <a:cs typeface="Times New Roman" panose="02020603050405020304" pitchFamily="18" charset="0"/>
              </a:rPr>
              <a:t>sheet in</a:t>
            </a:r>
            <a:r>
              <a:rPr lang="en-US" spc="-25">
                <a:solidFill>
                  <a:srgbClr val="000000"/>
                </a:solidFill>
                <a:latin typeface="Times New Roman" panose="02020603050405020304" pitchFamily="18" charset="0"/>
                <a:cs typeface="Times New Roman" panose="02020603050405020304" pitchFamily="18" charset="0"/>
              </a:rPr>
              <a:t> the </a:t>
            </a:r>
            <a:r>
              <a:rPr lang="en-US">
                <a:solidFill>
                  <a:srgbClr val="000000"/>
                </a:solidFill>
                <a:latin typeface="Times New Roman" panose="02020603050405020304" pitchFamily="18" charset="0"/>
                <a:cs typeface="Times New Roman" panose="02020603050405020304" pitchFamily="18" charset="0"/>
              </a:rPr>
              <a:t>cup</a:t>
            </a:r>
            <a:r>
              <a:rPr lang="en-US" spc="-2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wall,</a:t>
            </a:r>
            <a:r>
              <a:rPr lang="en-US" spc="3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more</a:t>
            </a:r>
            <a:r>
              <a:rPr lang="en-US" spc="-2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metal</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will</a:t>
            </a:r>
            <a:r>
              <a:rPr lang="en-US" spc="2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be</a:t>
            </a:r>
            <a:r>
              <a:rPr lang="en-US" spc="-2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pulled from</a:t>
            </a:r>
            <a:r>
              <a:rPr lang="en-US" spc="-25">
                <a:solidFill>
                  <a:srgbClr val="000000"/>
                </a:solidFill>
                <a:latin typeface="Times New Roman" panose="02020603050405020304" pitchFamily="18" charset="0"/>
                <a:cs typeface="Times New Roman" panose="02020603050405020304" pitchFamily="18" charset="0"/>
              </a:rPr>
              <a:t> the</a:t>
            </a:r>
            <a:r>
              <a:rPr lang="en-US" spc="50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sheet</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edge,</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i.e.,</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more</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metal</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moves</a:t>
            </a:r>
            <a:r>
              <a:rPr lang="en-US" spc="-10">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into</a:t>
            </a:r>
            <a:r>
              <a:rPr lang="en-US" spc="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the</a:t>
            </a:r>
            <a:r>
              <a:rPr lang="en-US" spc="-15">
                <a:solidFill>
                  <a:srgbClr val="000000"/>
                </a:solidFill>
                <a:latin typeface="Times New Roman" panose="02020603050405020304" pitchFamily="18" charset="0"/>
                <a:cs typeface="Times New Roman" panose="02020603050405020304" pitchFamily="18" charset="0"/>
              </a:rPr>
              <a:t> </a:t>
            </a:r>
            <a:r>
              <a:rPr lang="en-US">
                <a:solidFill>
                  <a:srgbClr val="000000"/>
                </a:solidFill>
                <a:latin typeface="Times New Roman" panose="02020603050405020304" pitchFamily="18" charset="0"/>
                <a:cs typeface="Times New Roman" panose="02020603050405020304" pitchFamily="18" charset="0"/>
              </a:rPr>
              <a:t>die</a:t>
            </a:r>
            <a:r>
              <a:rPr lang="en-US" spc="-15">
                <a:solidFill>
                  <a:srgbClr val="000000"/>
                </a:solidFill>
                <a:latin typeface="Times New Roman" panose="02020603050405020304" pitchFamily="18" charset="0"/>
                <a:cs typeface="Times New Roman" panose="02020603050405020304" pitchFamily="18" charset="0"/>
              </a:rPr>
              <a:t> </a:t>
            </a:r>
            <a:r>
              <a:rPr lang="en-US" spc="-10">
                <a:solidFill>
                  <a:srgbClr val="000000"/>
                </a:solidFill>
                <a:latin typeface="Times New Roman" panose="02020603050405020304" pitchFamily="18" charset="0"/>
                <a:cs typeface="Times New Roman" panose="02020603050405020304" pitchFamily="18" charset="0"/>
              </a:rPr>
              <a:t>opening.</a:t>
            </a:r>
          </a:p>
          <a:p>
            <a:pPr marL="298450" marR="5080" indent="-285750">
              <a:lnSpc>
                <a:spcPct val="150000"/>
              </a:lnSpc>
              <a:buFont typeface="Arial" panose="020B0604020202020204" pitchFamily="34" charset="0"/>
              <a:buChar char="•"/>
            </a:pPr>
            <a:endParaRPr lang="en-US" spc="-10">
              <a:solidFill>
                <a:srgbClr val="000000"/>
              </a:solidFill>
              <a:latin typeface="Times New Roman" panose="02020603050405020304" pitchFamily="18" charset="0"/>
              <a:cs typeface="Times New Roman" panose="02020603050405020304" pitchFamily="18" charset="0"/>
            </a:endParaRPr>
          </a:p>
          <a:p>
            <a:pPr marL="298450" marR="5080" indent="-285750">
              <a:lnSpc>
                <a:spcPct val="150000"/>
              </a:lnSpc>
              <a:buFont typeface="Arial" panose="020B0604020202020204" pitchFamily="34" charset="0"/>
              <a:buChar char="•"/>
            </a:pPr>
            <a:r>
              <a:rPr lang="en-US" b="1">
                <a:latin typeface="Times New Roman" panose="02020603050405020304" pitchFamily="18" charset="0"/>
                <a:cs typeface="Times New Roman" panose="02020603050405020304" pitchFamily="18" charset="0"/>
              </a:rPr>
              <a:t>Stage III</a:t>
            </a:r>
            <a:r>
              <a:rPr lang="en-US">
                <a:latin typeface="Times New Roman" panose="02020603050405020304" pitchFamily="18" charset="0"/>
                <a:cs typeface="Times New Roman" panose="02020603050405020304" pitchFamily="18" charset="0"/>
              </a:rPr>
              <a:t>: Friction between the sheet and the die, blank holder surfaces restrict the movement of the sheet into the die opening. The blank holding force also influences the movement. Lubricants or drawing compounds are generally used to reduce friction forces.</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752B65F-5A8F-C907-9B6E-A6A82E55AD80}"/>
              </a:ext>
            </a:extLst>
          </p:cNvPr>
          <p:cNvSpPr txBox="1"/>
          <p:nvPr/>
        </p:nvSpPr>
        <p:spPr>
          <a:xfrm>
            <a:off x="1066800" y="152400"/>
            <a:ext cx="6096000" cy="769441"/>
          </a:xfrm>
          <a:prstGeom prst="rect">
            <a:avLst/>
          </a:prstGeom>
          <a:noFill/>
        </p:spPr>
        <p:txBody>
          <a:bodyPr wrap="square">
            <a:spAutoFit/>
          </a:bodyPr>
          <a:lstStyle/>
          <a:p>
            <a:pPr marL="12700">
              <a:lnSpc>
                <a:spcPct val="100000"/>
              </a:lnSpc>
              <a:spcBef>
                <a:spcPts val="100"/>
              </a:spcBef>
            </a:pPr>
            <a:r>
              <a:rPr lang="en-US" sz="4400">
                <a:solidFill>
                  <a:srgbClr val="0000CC"/>
                </a:solidFill>
                <a:latin typeface="Times New Roman" panose="02020603050405020304" pitchFamily="18" charset="0"/>
                <a:cs typeface="Times New Roman" panose="02020603050405020304" pitchFamily="18" charset="0"/>
              </a:rPr>
              <a:t>Stages</a:t>
            </a:r>
            <a:r>
              <a:rPr lang="en-US" sz="4400" spc="-10">
                <a:solidFill>
                  <a:srgbClr val="0000CC"/>
                </a:solidFill>
                <a:latin typeface="Times New Roman" panose="02020603050405020304" pitchFamily="18" charset="0"/>
                <a:cs typeface="Times New Roman" panose="02020603050405020304" pitchFamily="18" charset="0"/>
              </a:rPr>
              <a:t> </a:t>
            </a:r>
            <a:r>
              <a:rPr lang="en-US" sz="4400">
                <a:solidFill>
                  <a:srgbClr val="0000CC"/>
                </a:solidFill>
                <a:latin typeface="Times New Roman" panose="02020603050405020304" pitchFamily="18" charset="0"/>
                <a:cs typeface="Times New Roman" panose="02020603050405020304" pitchFamily="18" charset="0"/>
              </a:rPr>
              <a:t>in</a:t>
            </a:r>
            <a:r>
              <a:rPr lang="en-US" sz="4400" spc="-5">
                <a:solidFill>
                  <a:srgbClr val="0000CC"/>
                </a:solidFill>
                <a:latin typeface="Times New Roman" panose="02020603050405020304" pitchFamily="18" charset="0"/>
                <a:cs typeface="Times New Roman" panose="02020603050405020304" pitchFamily="18" charset="0"/>
              </a:rPr>
              <a:t> D</a:t>
            </a:r>
            <a:r>
              <a:rPr lang="en-US" sz="4400">
                <a:solidFill>
                  <a:srgbClr val="0000CC"/>
                </a:solidFill>
                <a:latin typeface="Times New Roman" panose="02020603050405020304" pitchFamily="18" charset="0"/>
                <a:cs typeface="Times New Roman" panose="02020603050405020304" pitchFamily="18" charset="0"/>
              </a:rPr>
              <a:t>eep</a:t>
            </a:r>
            <a:r>
              <a:rPr lang="en-US" sz="4400" spc="-5">
                <a:solidFill>
                  <a:srgbClr val="0000CC"/>
                </a:solidFill>
                <a:latin typeface="Times New Roman" panose="02020603050405020304" pitchFamily="18" charset="0"/>
                <a:cs typeface="Times New Roman" panose="02020603050405020304" pitchFamily="18" charset="0"/>
              </a:rPr>
              <a:t> </a:t>
            </a:r>
            <a:r>
              <a:rPr lang="en-US" sz="4400" spc="-10">
                <a:solidFill>
                  <a:srgbClr val="0000CC"/>
                </a:solidFill>
                <a:latin typeface="Times New Roman" panose="02020603050405020304" pitchFamily="18" charset="0"/>
                <a:cs typeface="Times New Roman" panose="02020603050405020304" pitchFamily="18" charset="0"/>
              </a:rPr>
              <a:t>Drawing</a:t>
            </a:r>
            <a:endParaRPr lang="en-US" sz="4400" dirty="0">
              <a:latin typeface="Times New Roman" panose="02020603050405020304" pitchFamily="18" charset="0"/>
              <a:cs typeface="Times New Roman" panose="02020603050405020304" pitchFamily="18" charset="0"/>
            </a:endParaRPr>
          </a:p>
        </p:txBody>
      </p:sp>
      <p:pic>
        <p:nvPicPr>
          <p:cNvPr id="9" name="object 3">
            <a:extLst>
              <a:ext uri="{FF2B5EF4-FFF2-40B4-BE49-F238E27FC236}">
                <a16:creationId xmlns:a16="http://schemas.microsoft.com/office/drawing/2014/main" id="{64CECD64-30E6-3F96-C548-64DDFBBD6A8F}"/>
              </a:ext>
            </a:extLst>
          </p:cNvPr>
          <p:cNvPicPr/>
          <p:nvPr/>
        </p:nvPicPr>
        <p:blipFill>
          <a:blip r:embed="rId2" cstate="print"/>
          <a:srcRect r="37295"/>
          <a:stretch>
            <a:fillRect/>
          </a:stretch>
        </p:blipFill>
        <p:spPr>
          <a:xfrm>
            <a:off x="8792149" y="1247669"/>
            <a:ext cx="3323651" cy="2181331"/>
          </a:xfrm>
          <a:prstGeom prst="rect">
            <a:avLst/>
          </a:prstGeom>
        </p:spPr>
      </p:pic>
      <p:pic>
        <p:nvPicPr>
          <p:cNvPr id="10" name="object 3">
            <a:extLst>
              <a:ext uri="{FF2B5EF4-FFF2-40B4-BE49-F238E27FC236}">
                <a16:creationId xmlns:a16="http://schemas.microsoft.com/office/drawing/2014/main" id="{5B103C00-46D1-CFF5-1EA0-8544920C0FEB}"/>
              </a:ext>
            </a:extLst>
          </p:cNvPr>
          <p:cNvPicPr/>
          <p:nvPr/>
        </p:nvPicPr>
        <p:blipFill>
          <a:blip r:embed="rId2" cstate="print"/>
          <a:srcRect l="61311"/>
          <a:stretch>
            <a:fillRect/>
          </a:stretch>
        </p:blipFill>
        <p:spPr>
          <a:xfrm>
            <a:off x="9067800" y="3611701"/>
            <a:ext cx="2743200" cy="2895843"/>
          </a:xfrm>
          <a:prstGeom prst="rect">
            <a:avLst/>
          </a:prstGeom>
        </p:spPr>
      </p:pic>
      <p:sp>
        <p:nvSpPr>
          <p:cNvPr id="11" name="TextBox 10">
            <a:extLst>
              <a:ext uri="{FF2B5EF4-FFF2-40B4-BE49-F238E27FC236}">
                <a16:creationId xmlns:a16="http://schemas.microsoft.com/office/drawing/2014/main" id="{2A21E9A9-9D59-3056-BDB2-CB79847018BE}"/>
              </a:ext>
            </a:extLst>
          </p:cNvPr>
          <p:cNvSpPr txBox="1"/>
          <p:nvPr/>
        </p:nvSpPr>
        <p:spPr>
          <a:xfrm>
            <a:off x="9806274" y="6488668"/>
            <a:ext cx="12954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Stage III</a:t>
            </a:r>
          </a:p>
        </p:txBody>
      </p:sp>
      <p:sp>
        <p:nvSpPr>
          <p:cNvPr id="12" name="TextBox 11">
            <a:extLst>
              <a:ext uri="{FF2B5EF4-FFF2-40B4-BE49-F238E27FC236}">
                <a16:creationId xmlns:a16="http://schemas.microsoft.com/office/drawing/2014/main" id="{661D5392-F969-FA33-5702-713257AF04F5}"/>
              </a:ext>
            </a:extLst>
          </p:cNvPr>
          <p:cNvSpPr txBox="1"/>
          <p:nvPr/>
        </p:nvSpPr>
        <p:spPr>
          <a:xfrm>
            <a:off x="10591800" y="3579435"/>
            <a:ext cx="129540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Stage II</a:t>
            </a:r>
          </a:p>
        </p:txBody>
      </p:sp>
      <p:sp>
        <p:nvSpPr>
          <p:cNvPr id="13" name="TextBox 12">
            <a:extLst>
              <a:ext uri="{FF2B5EF4-FFF2-40B4-BE49-F238E27FC236}">
                <a16:creationId xmlns:a16="http://schemas.microsoft.com/office/drawing/2014/main" id="{D816FBEC-DDF1-E58D-F7B3-B9A6CE4CD575}"/>
              </a:ext>
            </a:extLst>
          </p:cNvPr>
          <p:cNvSpPr txBox="1"/>
          <p:nvPr/>
        </p:nvSpPr>
        <p:spPr>
          <a:xfrm>
            <a:off x="8931728" y="3579435"/>
            <a:ext cx="129540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Stage I</a:t>
            </a:r>
          </a:p>
        </p:txBody>
      </p:sp>
    </p:spTree>
    <p:extLst>
      <p:ext uri="{BB962C8B-B14F-4D97-AF65-F5344CB8AC3E}">
        <p14:creationId xmlns:p14="http://schemas.microsoft.com/office/powerpoint/2010/main" val="337694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7E2B87-D007-0AC2-D0F6-F4C5156E16B7}"/>
              </a:ext>
            </a:extLst>
          </p:cNvPr>
          <p:cNvSpPr>
            <a:spLocks noGrp="1"/>
          </p:cNvSpPr>
          <p:nvPr>
            <p:ph type="body" idx="1"/>
          </p:nvPr>
        </p:nvSpPr>
        <p:spPr>
          <a:xfrm>
            <a:off x="248270" y="1143000"/>
            <a:ext cx="8382000" cy="4953000"/>
          </a:xfrm>
        </p:spPr>
        <p:txBody>
          <a:bodyPr/>
          <a:lstStyle/>
          <a:p>
            <a:pPr marL="12700" marR="279400">
              <a:lnSpc>
                <a:spcPct val="150000"/>
              </a:lnSpc>
              <a:spcBef>
                <a:spcPts val="1080"/>
              </a:spcBef>
              <a:tabLst>
                <a:tab pos="392430" algn="l"/>
              </a:tabLst>
            </a:pPr>
            <a:r>
              <a:rPr lang="en-US" sz="2200" b="1" dirty="0">
                <a:latin typeface="Times New Roman" panose="02020603050405020304" pitchFamily="18" charset="0"/>
                <a:cs typeface="Times New Roman" panose="02020603050405020304" pitchFamily="18" charset="0"/>
              </a:rPr>
              <a:t>Stage IV</a:t>
            </a:r>
            <a:r>
              <a:rPr lang="en-US" sz="2200" dirty="0">
                <a:latin typeface="Times New Roman" panose="02020603050405020304" pitchFamily="18" charset="0"/>
                <a:cs typeface="Times New Roman" panose="02020603050405020304" pitchFamily="18" charset="0"/>
              </a:rPr>
              <a:t>: Other</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than</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friction,</a:t>
            </a:r>
            <a:r>
              <a:rPr lang="en-US" sz="2200" spc="5" dirty="0">
                <a:latin typeface="Times New Roman" panose="02020603050405020304" pitchFamily="18" charset="0"/>
                <a:cs typeface="Times New Roman" panose="02020603050405020304" pitchFamily="18" charset="0"/>
              </a:rPr>
              <a:t> </a:t>
            </a:r>
            <a:r>
              <a:rPr lang="en-US" sz="2200" u="sng" dirty="0">
                <a:solidFill>
                  <a:srgbClr val="660066"/>
                </a:solidFill>
                <a:uFill>
                  <a:solidFill>
                    <a:srgbClr val="660066"/>
                  </a:solidFill>
                </a:uFill>
                <a:latin typeface="Times New Roman" panose="02020603050405020304" pitchFamily="18" charset="0"/>
                <a:cs typeface="Times New Roman" panose="02020603050405020304" pitchFamily="18" charset="0"/>
              </a:rPr>
              <a:t>compression</a:t>
            </a:r>
            <a:r>
              <a:rPr lang="en-US" sz="2200" spc="5" dirty="0">
                <a:solidFill>
                  <a:srgbClr val="660066"/>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occurs</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at</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edge</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sheet.</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Since </a:t>
            </a:r>
            <a:r>
              <a:rPr lang="en-US" sz="2200" spc="-25" dirty="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perimeter</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reduced,</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sheet</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squeezed into</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die</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opening.</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Because </a:t>
            </a:r>
            <a:r>
              <a:rPr lang="en-US" sz="2200" spc="-10" dirty="0">
                <a:latin typeface="Times New Roman" panose="02020603050405020304" pitchFamily="18" charset="0"/>
                <a:cs typeface="Times New Roman" panose="02020603050405020304" pitchFamily="18" charset="0"/>
              </a:rPr>
              <a:t>volume </a:t>
            </a:r>
            <a:r>
              <a:rPr lang="en-US" sz="2200" dirty="0">
                <a:latin typeface="Times New Roman" panose="02020603050405020304" pitchFamily="18" charset="0"/>
                <a:cs typeface="Times New Roman" panose="02020603050405020304" pitchFamily="18" charset="0"/>
              </a:rPr>
              <a:t>remains</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constant,</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with</a:t>
            </a:r>
            <a:r>
              <a:rPr lang="en-US" sz="2200" spc="-5" dirty="0">
                <a:latin typeface="Times New Roman" panose="02020603050405020304" pitchFamily="18" charset="0"/>
                <a:cs typeface="Times New Roman" panose="02020603050405020304" pitchFamily="18" charset="0"/>
              </a:rPr>
              <a:t> a </a:t>
            </a:r>
            <a:r>
              <a:rPr lang="en-US" sz="2200" dirty="0">
                <a:latin typeface="Times New Roman" panose="02020603050405020304" pitchFamily="18" charset="0"/>
                <a:cs typeface="Times New Roman" panose="02020603050405020304" pitchFamily="18" charset="0"/>
              </a:rPr>
              <a:t>reduction</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4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perimeter,</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thickening</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occurs</a:t>
            </a:r>
            <a:r>
              <a:rPr lang="en-US" sz="2200" spc="-3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at</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3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edge.</a:t>
            </a:r>
            <a:endParaRPr lang="en-US" sz="2200" dirty="0">
              <a:latin typeface="Times New Roman" panose="02020603050405020304" pitchFamily="18" charset="0"/>
              <a:cs typeface="Times New Roman" panose="02020603050405020304" pitchFamily="18" charset="0"/>
            </a:endParaRPr>
          </a:p>
          <a:p>
            <a:pPr marL="12700" marR="5080">
              <a:lnSpc>
                <a:spcPct val="150000"/>
              </a:lnSpc>
              <a:spcBef>
                <a:spcPts val="1085"/>
              </a:spcBef>
            </a:pPr>
            <a:r>
              <a:rPr lang="en-US" sz="2200" dirty="0">
                <a:latin typeface="Times New Roman" panose="02020603050405020304" pitchFamily="18" charset="0"/>
                <a:cs typeface="Times New Roman" panose="02020603050405020304" pitchFamily="18" charset="0"/>
              </a:rPr>
              <a:t>In</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thin</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sheets, this</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reflected</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form</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wrinkling.</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This</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also</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occurs</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 the case</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5"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low </a:t>
            </a:r>
            <a:r>
              <a:rPr lang="en-US" sz="2200" dirty="0">
                <a:latin typeface="Times New Roman" panose="02020603050405020304" pitchFamily="18" charset="0"/>
                <a:cs typeface="Times New Roman" panose="02020603050405020304" pitchFamily="18" charset="0"/>
              </a:rPr>
              <a:t>blank</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holding</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force.</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If</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BHF</a:t>
            </a:r>
            <a:r>
              <a:rPr lang="en-US" sz="2200" spc="-25" dirty="0">
                <a:latin typeface="Times New Roman" panose="02020603050405020304" pitchFamily="18" charset="0"/>
                <a:cs typeface="Times New Roman" panose="02020603050405020304" pitchFamily="18" charset="0"/>
              </a:rPr>
              <a:t> is </a:t>
            </a:r>
            <a:r>
              <a:rPr lang="en-US" sz="2200" dirty="0">
                <a:latin typeface="Times New Roman" panose="02020603050405020304" pitchFamily="18" charset="0"/>
                <a:cs typeface="Times New Roman" panose="02020603050405020304" pitchFamily="18" charset="0"/>
              </a:rPr>
              <a:t>very</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small, wrinkling</a:t>
            </a:r>
            <a:r>
              <a:rPr lang="en-US" sz="2200" spc="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occurs.</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If</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it</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high,</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it</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prevents</a:t>
            </a:r>
            <a:r>
              <a:rPr lang="en-US" sz="2200" spc="-10"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sheet</a:t>
            </a:r>
            <a:r>
              <a:rPr lang="en-US" sz="2200" spc="-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from</a:t>
            </a:r>
            <a:r>
              <a:rPr lang="en-US" sz="2200" spc="-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flowing</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properly</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toward the</a:t>
            </a:r>
            <a:r>
              <a:rPr lang="en-US" sz="2200" spc="-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die</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hole,</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resulting</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3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stretching</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tearing</a:t>
            </a:r>
            <a:r>
              <a:rPr lang="en-US" sz="2200" spc="-15"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of the </a:t>
            </a:r>
            <a:r>
              <a:rPr lang="en-US" sz="2200" spc="-10" dirty="0">
                <a:latin typeface="Times New Roman" panose="02020603050405020304" pitchFamily="18" charset="0"/>
                <a:cs typeface="Times New Roman" panose="02020603050405020304" pitchFamily="18" charset="0"/>
              </a:rPr>
              <a:t>sheet.</a:t>
            </a: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080"/>
              </a:spcBef>
              <a:tabLst>
                <a:tab pos="337820" algn="l"/>
              </a:tabLst>
            </a:pPr>
            <a:r>
              <a:rPr lang="en-US" sz="2200" b="1" dirty="0">
                <a:latin typeface="Times New Roman" panose="02020603050405020304" pitchFamily="18" charset="0"/>
                <a:cs typeface="Times New Roman" panose="02020603050405020304" pitchFamily="18" charset="0"/>
              </a:rPr>
              <a:t>Stage V</a:t>
            </a:r>
            <a:r>
              <a:rPr lang="en-US" sz="2200" dirty="0">
                <a:latin typeface="Times New Roman" panose="02020603050405020304" pitchFamily="18" charset="0"/>
                <a:cs typeface="Times New Roman" panose="02020603050405020304" pitchFamily="18" charset="0"/>
              </a:rPr>
              <a:t>: The</a:t>
            </a:r>
            <a:r>
              <a:rPr lang="en-US" sz="2200" spc="-4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final</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cup</a:t>
            </a:r>
            <a:r>
              <a:rPr lang="en-US" sz="2200" spc="-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part</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will</a:t>
            </a:r>
            <a:r>
              <a:rPr lang="en-US" sz="2200" spc="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have</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some</a:t>
            </a:r>
            <a:r>
              <a:rPr lang="en-US" sz="2200" spc="-20" dirty="0">
                <a:latin typeface="Times New Roman" panose="02020603050405020304" pitchFamily="18" charset="0"/>
                <a:cs typeface="Times New Roman" panose="02020603050405020304" pitchFamily="18" charset="0"/>
              </a:rPr>
              <a:t> </a:t>
            </a:r>
            <a:r>
              <a:rPr lang="en-US" sz="2200" u="sng" dirty="0">
                <a:solidFill>
                  <a:srgbClr val="660066"/>
                </a:solidFill>
                <a:uFill>
                  <a:solidFill>
                    <a:srgbClr val="660066"/>
                  </a:solidFill>
                </a:uFill>
                <a:latin typeface="Times New Roman" panose="02020603050405020304" pitchFamily="18" charset="0"/>
                <a:cs typeface="Times New Roman" panose="02020603050405020304" pitchFamily="18" charset="0"/>
              </a:rPr>
              <a:t>thinning</a:t>
            </a:r>
            <a:r>
              <a:rPr lang="en-US" sz="2200" dirty="0">
                <a:solidFill>
                  <a:srgbClr val="660066"/>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30" dirty="0">
                <a:latin typeface="Times New Roman" panose="02020603050405020304" pitchFamily="18" charset="0"/>
                <a:cs typeface="Times New Roman" panose="02020603050405020304" pitchFamily="18" charset="0"/>
              </a:rPr>
              <a:t> the </a:t>
            </a:r>
            <a:r>
              <a:rPr lang="en-US" sz="2200" dirty="0">
                <a:latin typeface="Times New Roman" panose="02020603050405020304" pitchFamily="18" charset="0"/>
                <a:cs typeface="Times New Roman" panose="02020603050405020304" pitchFamily="18" charset="0"/>
              </a:rPr>
              <a:t>side</a:t>
            </a:r>
            <a:r>
              <a:rPr lang="en-US" sz="2200" spc="-1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wall.</a:t>
            </a: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2D796D8-CE54-D291-8C7F-0E7FD49A1CC4}"/>
              </a:ext>
            </a:extLst>
          </p:cNvPr>
          <p:cNvSpPr txBox="1"/>
          <p:nvPr/>
        </p:nvSpPr>
        <p:spPr>
          <a:xfrm>
            <a:off x="1066800" y="152400"/>
            <a:ext cx="6096000" cy="769441"/>
          </a:xfrm>
          <a:prstGeom prst="rect">
            <a:avLst/>
          </a:prstGeom>
          <a:noFill/>
        </p:spPr>
        <p:txBody>
          <a:bodyPr wrap="square">
            <a:spAutoFit/>
          </a:bodyPr>
          <a:lstStyle/>
          <a:p>
            <a:pPr marL="12700">
              <a:lnSpc>
                <a:spcPct val="100000"/>
              </a:lnSpc>
              <a:spcBef>
                <a:spcPts val="100"/>
              </a:spcBef>
            </a:pPr>
            <a:r>
              <a:rPr lang="en-US" sz="4400" dirty="0">
                <a:solidFill>
                  <a:srgbClr val="0000CC"/>
                </a:solidFill>
                <a:latin typeface="Times New Roman" panose="02020603050405020304" pitchFamily="18" charset="0"/>
                <a:cs typeface="Times New Roman" panose="02020603050405020304" pitchFamily="18" charset="0"/>
              </a:rPr>
              <a:t>Stages</a:t>
            </a:r>
            <a:r>
              <a:rPr lang="en-US" sz="4400" spc="-10" dirty="0">
                <a:solidFill>
                  <a:srgbClr val="0000CC"/>
                </a:solidFill>
                <a:latin typeface="Times New Roman" panose="02020603050405020304" pitchFamily="18" charset="0"/>
                <a:cs typeface="Times New Roman" panose="02020603050405020304" pitchFamily="18" charset="0"/>
              </a:rPr>
              <a:t> </a:t>
            </a:r>
            <a:r>
              <a:rPr lang="en-US" sz="4400" dirty="0">
                <a:solidFill>
                  <a:srgbClr val="0000CC"/>
                </a:solidFill>
                <a:latin typeface="Times New Roman" panose="02020603050405020304" pitchFamily="18" charset="0"/>
                <a:cs typeface="Times New Roman" panose="02020603050405020304" pitchFamily="18" charset="0"/>
              </a:rPr>
              <a:t>in</a:t>
            </a:r>
            <a:r>
              <a:rPr lang="en-US" sz="4400" spc="-5" dirty="0">
                <a:solidFill>
                  <a:srgbClr val="0000CC"/>
                </a:solidFill>
                <a:latin typeface="Times New Roman" panose="02020603050405020304" pitchFamily="18" charset="0"/>
                <a:cs typeface="Times New Roman" panose="02020603050405020304" pitchFamily="18" charset="0"/>
              </a:rPr>
              <a:t> D</a:t>
            </a:r>
            <a:r>
              <a:rPr lang="en-US" sz="4400" dirty="0">
                <a:solidFill>
                  <a:srgbClr val="0000CC"/>
                </a:solidFill>
                <a:latin typeface="Times New Roman" panose="02020603050405020304" pitchFamily="18" charset="0"/>
                <a:cs typeface="Times New Roman" panose="02020603050405020304" pitchFamily="18" charset="0"/>
              </a:rPr>
              <a:t>eep</a:t>
            </a:r>
            <a:r>
              <a:rPr lang="en-US" sz="4400" spc="-5" dirty="0">
                <a:solidFill>
                  <a:srgbClr val="0000CC"/>
                </a:solidFill>
                <a:latin typeface="Times New Roman" panose="02020603050405020304" pitchFamily="18" charset="0"/>
                <a:cs typeface="Times New Roman" panose="02020603050405020304" pitchFamily="18" charset="0"/>
              </a:rPr>
              <a:t> </a:t>
            </a:r>
            <a:r>
              <a:rPr lang="en-US" sz="4400" spc="-10" dirty="0">
                <a:solidFill>
                  <a:srgbClr val="0000CC"/>
                </a:solidFill>
                <a:latin typeface="Times New Roman" panose="02020603050405020304" pitchFamily="18" charset="0"/>
                <a:cs typeface="Times New Roman" panose="02020603050405020304" pitchFamily="18" charset="0"/>
              </a:rPr>
              <a:t>Drawing</a:t>
            </a:r>
            <a:endParaRPr lang="en-US" sz="4400" dirty="0">
              <a:latin typeface="Times New Roman" panose="02020603050405020304" pitchFamily="18" charset="0"/>
              <a:cs typeface="Times New Roman" panose="02020603050405020304" pitchFamily="18" charset="0"/>
            </a:endParaRPr>
          </a:p>
        </p:txBody>
      </p:sp>
      <p:pic>
        <p:nvPicPr>
          <p:cNvPr id="6" name="object 4">
            <a:extLst>
              <a:ext uri="{FF2B5EF4-FFF2-40B4-BE49-F238E27FC236}">
                <a16:creationId xmlns:a16="http://schemas.microsoft.com/office/drawing/2014/main" id="{24492535-C66B-E79B-9413-8CA454C4AD77}"/>
              </a:ext>
            </a:extLst>
          </p:cNvPr>
          <p:cNvPicPr/>
          <p:nvPr/>
        </p:nvPicPr>
        <p:blipFill>
          <a:blip r:embed="rId2" cstate="print"/>
          <a:srcRect r="39699"/>
          <a:stretch>
            <a:fillRect/>
          </a:stretch>
        </p:blipFill>
        <p:spPr>
          <a:xfrm>
            <a:off x="8990774" y="1219200"/>
            <a:ext cx="3201226" cy="2667000"/>
          </a:xfrm>
          <a:prstGeom prst="rect">
            <a:avLst/>
          </a:prstGeom>
        </p:spPr>
      </p:pic>
      <p:pic>
        <p:nvPicPr>
          <p:cNvPr id="8" name="object 4">
            <a:extLst>
              <a:ext uri="{FF2B5EF4-FFF2-40B4-BE49-F238E27FC236}">
                <a16:creationId xmlns:a16="http://schemas.microsoft.com/office/drawing/2014/main" id="{C6ED696D-3632-E321-A10E-9A8D5C91735E}"/>
              </a:ext>
            </a:extLst>
          </p:cNvPr>
          <p:cNvPicPr/>
          <p:nvPr/>
        </p:nvPicPr>
        <p:blipFill>
          <a:blip r:embed="rId2" cstate="print"/>
          <a:srcRect l="61497" t="21691"/>
          <a:stretch>
            <a:fillRect/>
          </a:stretch>
        </p:blipFill>
        <p:spPr>
          <a:xfrm>
            <a:off x="9315243" y="4266479"/>
            <a:ext cx="2552287" cy="2107732"/>
          </a:xfrm>
          <a:prstGeom prst="rect">
            <a:avLst/>
          </a:prstGeom>
        </p:spPr>
      </p:pic>
      <p:sp>
        <p:nvSpPr>
          <p:cNvPr id="9" name="TextBox 8">
            <a:extLst>
              <a:ext uri="{FF2B5EF4-FFF2-40B4-BE49-F238E27FC236}">
                <a16:creationId xmlns:a16="http://schemas.microsoft.com/office/drawing/2014/main" id="{6AB036E6-6FDD-480B-DA70-B0C8890E77D1}"/>
              </a:ext>
            </a:extLst>
          </p:cNvPr>
          <p:cNvSpPr txBox="1"/>
          <p:nvPr/>
        </p:nvSpPr>
        <p:spPr>
          <a:xfrm>
            <a:off x="9601200" y="4066424"/>
            <a:ext cx="12954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Stage IV</a:t>
            </a:r>
          </a:p>
        </p:txBody>
      </p:sp>
      <p:sp>
        <p:nvSpPr>
          <p:cNvPr id="10" name="TextBox 9">
            <a:extLst>
              <a:ext uri="{FF2B5EF4-FFF2-40B4-BE49-F238E27FC236}">
                <a16:creationId xmlns:a16="http://schemas.microsoft.com/office/drawing/2014/main" id="{8F0CC082-8F20-1EAE-6504-04CDD044A718}"/>
              </a:ext>
            </a:extLst>
          </p:cNvPr>
          <p:cNvSpPr txBox="1"/>
          <p:nvPr/>
        </p:nvSpPr>
        <p:spPr>
          <a:xfrm>
            <a:off x="10238014" y="6490547"/>
            <a:ext cx="129540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Stage V</a:t>
            </a:r>
          </a:p>
        </p:txBody>
      </p:sp>
    </p:spTree>
    <p:extLst>
      <p:ext uri="{BB962C8B-B14F-4D97-AF65-F5344CB8AC3E}">
        <p14:creationId xmlns:p14="http://schemas.microsoft.com/office/powerpoint/2010/main" val="975313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3533</TotalTime>
  <Words>897</Words>
  <Application>Microsoft Office PowerPoint</Application>
  <PresentationFormat>Widescreen</PresentationFormat>
  <Paragraphs>86</Paragraphs>
  <Slides>14</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Arial</vt:lpstr>
      <vt:lpstr>Arial Narrow</vt:lpstr>
      <vt:lpstr>Calibri</vt:lpstr>
      <vt:lpstr>Microsoft Sans Serif</vt:lpstr>
      <vt:lpstr>Symbol</vt:lpstr>
      <vt:lpstr>Times New Roman</vt:lpstr>
      <vt:lpstr>Wingdings</vt:lpstr>
      <vt:lpstr>Office Theme</vt:lpstr>
      <vt:lpstr>Sheet Metal Forming Process</vt:lpstr>
      <vt:lpstr>Sheet Metal Forming Operations</vt:lpstr>
      <vt:lpstr>Sheet Metal Cutting - Shearing</vt:lpstr>
      <vt:lpstr>PowerPoint Presentation</vt:lpstr>
      <vt:lpstr>Shearing</vt:lpstr>
      <vt:lpstr>Blanking and Punching</vt:lpstr>
      <vt:lpstr>Punching and Piercing</vt:lpstr>
      <vt:lpstr>PowerPoint Presentation</vt:lpstr>
      <vt:lpstr>Stretching during Bending</vt:lpstr>
      <vt:lpstr>Drawing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 Metal Arc Welding  (GMAW / MIG) Submerged Welding</dc:title>
  <dc:creator>Dr. Ashok Kumar Sharma [MU - Jaipur]</dc:creator>
  <cp:lastModifiedBy>Dr. Dhaneshwar Mishra [MU - Jaipur]</cp:lastModifiedBy>
  <cp:revision>45</cp:revision>
  <dcterms:created xsi:type="dcterms:W3CDTF">2020-04-30T11:37:54Z</dcterms:created>
  <dcterms:modified xsi:type="dcterms:W3CDTF">2025-08-31T08:24:59Z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2020-04-24T00:00:00Z</vt:filetime>
  </property>
  <property fmtid="{D5CDD505-2E9C-101B-9397-08002B2CF9AE}" pid="3" name="Creator">
    <vt:lpwstr>Microsoft® PowerPoint® 2016</vt:lpwstr>
  </property>
  <property fmtid="{D5CDD505-2E9C-101B-9397-08002B2CF9AE}" pid="4" name="LastSaved">
    <vt:filetime>2020-04-30T00:00:00Z</vt:filetime>
  </property>
</Properties>
</file>