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13.jpg" ContentType="image/jpeg"/>
  <Override PartName="/ppt/media/image14.jp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17.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97" r:id="rId3"/>
    <p:sldId id="312" r:id="rId4"/>
    <p:sldId id="313" r:id="rId5"/>
    <p:sldId id="317" r:id="rId6"/>
    <p:sldId id="298" r:id="rId7"/>
    <p:sldId id="299" r:id="rId8"/>
    <p:sldId id="300" r:id="rId9"/>
    <p:sldId id="314" r:id="rId10"/>
    <p:sldId id="315" r:id="rId11"/>
    <p:sldId id="311" r:id="rId12"/>
    <p:sldId id="306" r:id="rId13"/>
    <p:sldId id="308" r:id="rId14"/>
    <p:sldId id="316" r:id="rId15"/>
    <p:sldId id="318" r:id="rId16"/>
    <p:sldId id="266" r:id="rId17"/>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955" autoAdjust="0"/>
  </p:normalViewPr>
  <p:slideViewPr>
    <p:cSldViewPr>
      <p:cViewPr varScale="1">
        <p:scale>
          <a:sx n="63" d="100"/>
          <a:sy n="63" d="100"/>
        </p:scale>
        <p:origin x="708" y="4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CBB4936-67D7-410A-98A3-74B2FDB9C987}" type="datetimeFigureOut">
              <a:rPr lang="en-IN" smtClean="0"/>
              <a:t>05-08-2026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E5860D2-00FC-4F1E-8FA4-8D375C9A45F9}" type="slidenum">
              <a:rPr lang="en-IN" smtClean="0"/>
              <a:t>‹#›</a:t>
            </a:fld>
            <a:endParaRPr lang="en-IN"/>
          </a:p>
        </p:txBody>
      </p:sp>
    </p:spTree>
    <p:extLst>
      <p:ext uri="{BB962C8B-B14F-4D97-AF65-F5344CB8AC3E}">
        <p14:creationId xmlns:p14="http://schemas.microsoft.com/office/powerpoint/2010/main" val="702495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EF0DA5CF-6FD0-4279-A323-EE4FB38AAB99}" type="slidenum">
              <a:rPr lang="en-US" smtClean="0"/>
              <a:pPr/>
              <a:t>2</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6654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E37E9-7294-5FC2-19A6-99425A3AEA1B}"/>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F216AE9E-5FCB-3920-2436-015C3E26C57F}"/>
              </a:ext>
            </a:extLst>
          </p:cNvPr>
          <p:cNvSpPr>
            <a:spLocks noGrp="1" noChangeArrowheads="1"/>
          </p:cNvSpPr>
          <p:nvPr>
            <p:ph type="sldNum" sz="quarter" idx="5"/>
          </p:nvPr>
        </p:nvSpPr>
        <p:spPr>
          <a:noFill/>
        </p:spPr>
        <p:txBody>
          <a:bodyPr/>
          <a:lstStyle/>
          <a:p>
            <a:fld id="{EF0DA5CF-6FD0-4279-A323-EE4FB38AAB99}" type="slidenum">
              <a:rPr lang="en-US" smtClean="0"/>
              <a:pPr/>
              <a:t>3</a:t>
            </a:fld>
            <a:endParaRPr lang="en-US"/>
          </a:p>
        </p:txBody>
      </p:sp>
      <p:sp>
        <p:nvSpPr>
          <p:cNvPr id="31747" name="Rectangle 2">
            <a:extLst>
              <a:ext uri="{FF2B5EF4-FFF2-40B4-BE49-F238E27FC236}">
                <a16:creationId xmlns:a16="http://schemas.microsoft.com/office/drawing/2014/main" id="{EDA75217-6672-6C13-3D9B-40AEBEB6326C}"/>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CF3130DE-0CD5-206D-1EE6-9DF2737CDC75}"/>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156341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3D730-EDA8-E905-28B7-0A1438AA41B0}"/>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204914B8-7030-9300-7CC7-BD1D510A5902}"/>
              </a:ext>
            </a:extLst>
          </p:cNvPr>
          <p:cNvSpPr>
            <a:spLocks noGrp="1" noChangeArrowheads="1"/>
          </p:cNvSpPr>
          <p:nvPr>
            <p:ph type="sldNum" sz="quarter" idx="5"/>
          </p:nvPr>
        </p:nvSpPr>
        <p:spPr>
          <a:noFill/>
        </p:spPr>
        <p:txBody>
          <a:bodyPr/>
          <a:lstStyle/>
          <a:p>
            <a:fld id="{EF0DA5CF-6FD0-4279-A323-EE4FB38AAB99}" type="slidenum">
              <a:rPr lang="en-US" smtClean="0"/>
              <a:pPr/>
              <a:t>4</a:t>
            </a:fld>
            <a:endParaRPr lang="en-US"/>
          </a:p>
        </p:txBody>
      </p:sp>
      <p:sp>
        <p:nvSpPr>
          <p:cNvPr id="31747" name="Rectangle 2">
            <a:extLst>
              <a:ext uri="{FF2B5EF4-FFF2-40B4-BE49-F238E27FC236}">
                <a16:creationId xmlns:a16="http://schemas.microsoft.com/office/drawing/2014/main" id="{A4250B94-CAF5-CD42-BC0D-00E726BD2B07}"/>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2DF01CC2-8180-5DE1-D6A4-102A7F2CC255}"/>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86096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651CB9F0-8C10-4820-96DA-890962B830D1}" type="slidenum">
              <a:rPr lang="en-US" smtClean="0"/>
              <a:pPr/>
              <a:t>6</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299851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CE0DFA4A-2FC6-4676-85FF-6BDC9C3D8CD4}" type="slidenum">
              <a:rPr lang="en-US" smtClean="0"/>
              <a:pPr/>
              <a:t>7</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04150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01F1EB93-3FAC-4614-A5FB-67B3C77A795A}" type="slidenum">
              <a:rPr lang="en-US" smtClean="0"/>
              <a:pPr/>
              <a:t>8</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04280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11B1C676-AFB2-4797-A7A1-815F68B2B1D6}" type="slidenum">
              <a:rPr lang="en-US" smtClean="0"/>
              <a:pPr/>
              <a:t>12</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72429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E7CB8802-9721-4134-BFA4-C045C9EDFE4A}" type="slidenum">
              <a:rPr lang="en-US" smtClean="0"/>
              <a:pPr/>
              <a:t>13</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76972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1523" y="1082039"/>
            <a:ext cx="9839325" cy="0"/>
          </a:xfrm>
          <a:custGeom>
            <a:avLst/>
            <a:gdLst/>
            <a:ahLst/>
            <a:cxnLst/>
            <a:rect l="l" t="t" r="r" b="b"/>
            <a:pathLst>
              <a:path w="9839325">
                <a:moveTo>
                  <a:pt x="0" y="0"/>
                </a:moveTo>
                <a:lnTo>
                  <a:pt x="9838944" y="0"/>
                </a:lnTo>
              </a:path>
            </a:pathLst>
          </a:custGeom>
          <a:ln w="45720">
            <a:solidFill>
              <a:srgbClr val="E36C09"/>
            </a:solidFill>
          </a:ln>
        </p:spPr>
        <p:txBody>
          <a:bodyPr wrap="square" lIns="0" tIns="0" rIns="0" bIns="0" rtlCol="0"/>
          <a:lstStyle/>
          <a:p>
            <a:endParaRPr/>
          </a:p>
        </p:txBody>
      </p:sp>
      <p:sp>
        <p:nvSpPr>
          <p:cNvPr id="20" name="bk object 20"/>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18" name="bk object 18"/>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19" name="bk object 19"/>
          <p:cNvSpPr/>
          <p:nvPr/>
        </p:nvSpPr>
        <p:spPr>
          <a:xfrm>
            <a:off x="1523" y="1082039"/>
            <a:ext cx="9839325" cy="0"/>
          </a:xfrm>
          <a:custGeom>
            <a:avLst/>
            <a:gdLst/>
            <a:ahLst/>
            <a:cxnLst/>
            <a:rect l="l" t="t" r="r" b="b"/>
            <a:pathLst>
              <a:path w="9839325">
                <a:moveTo>
                  <a:pt x="0" y="0"/>
                </a:moveTo>
                <a:lnTo>
                  <a:pt x="9838944" y="0"/>
                </a:lnTo>
              </a:path>
            </a:pathLst>
          </a:custGeom>
          <a:ln w="45720">
            <a:solidFill>
              <a:srgbClr val="E36C09"/>
            </a:solidFill>
          </a:ln>
        </p:spPr>
        <p:txBody>
          <a:bodyPr wrap="square" lIns="0" tIns="0" rIns="0" bIns="0" rtlCol="0"/>
          <a:lstStyle/>
          <a:p>
            <a:endParaRPr/>
          </a:p>
        </p:txBody>
      </p:sp>
      <p:sp>
        <p:nvSpPr>
          <p:cNvPr id="20" name="bk object 20"/>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2" cstate="print"/>
            <a:stretch>
              <a:fillRect/>
            </a:stretch>
          </a:blipFill>
        </p:spPr>
        <p:txBody>
          <a:bodyPr wrap="square" lIns="0" tIns="0" rIns="0" bIns="0" rtlCol="0"/>
          <a:lstStyle/>
          <a:p>
            <a:endParaRPr/>
          </a:p>
        </p:txBody>
      </p:sp>
      <p:sp>
        <p:nvSpPr>
          <p:cNvPr id="17" name="bk object 17"/>
          <p:cNvSpPr/>
          <p:nvPr/>
        </p:nvSpPr>
        <p:spPr>
          <a:xfrm>
            <a:off x="9663683" y="1082039"/>
            <a:ext cx="177165" cy="0"/>
          </a:xfrm>
          <a:custGeom>
            <a:avLst/>
            <a:gdLst/>
            <a:ahLst/>
            <a:cxnLst/>
            <a:rect l="l" t="t" r="r" b="b"/>
            <a:pathLst>
              <a:path w="177165">
                <a:moveTo>
                  <a:pt x="0" y="0"/>
                </a:moveTo>
                <a:lnTo>
                  <a:pt x="176783" y="0"/>
                </a:lnTo>
              </a:path>
            </a:pathLst>
          </a:custGeom>
          <a:ln w="45720">
            <a:solidFill>
              <a:srgbClr val="E36C09"/>
            </a:solidFill>
          </a:ln>
        </p:spPr>
        <p:txBody>
          <a:bodyPr wrap="square" lIns="0" tIns="0" rIns="0" bIns="0" rtlCol="0"/>
          <a:lstStyle/>
          <a:p>
            <a:endParaRPr/>
          </a:p>
        </p:txBody>
      </p:sp>
      <p:sp>
        <p:nvSpPr>
          <p:cNvPr id="18" name="bk object 18"/>
          <p:cNvSpPr/>
          <p:nvPr/>
        </p:nvSpPr>
        <p:spPr>
          <a:xfrm>
            <a:off x="1523" y="1082039"/>
            <a:ext cx="2529840" cy="0"/>
          </a:xfrm>
          <a:custGeom>
            <a:avLst/>
            <a:gdLst/>
            <a:ahLst/>
            <a:cxnLst/>
            <a:rect l="l" t="t" r="r" b="b"/>
            <a:pathLst>
              <a:path w="2529840">
                <a:moveTo>
                  <a:pt x="0" y="0"/>
                </a:moveTo>
                <a:lnTo>
                  <a:pt x="2529840" y="0"/>
                </a:lnTo>
              </a:path>
            </a:pathLst>
          </a:custGeom>
          <a:ln w="45720">
            <a:solidFill>
              <a:srgbClr val="E36C09"/>
            </a:solidFill>
          </a:ln>
        </p:spPr>
        <p:txBody>
          <a:bodyPr wrap="square" lIns="0" tIns="0" rIns="0" bIns="0" rtlCol="0"/>
          <a:lstStyle/>
          <a:p>
            <a:endParaRPr/>
          </a:p>
        </p:txBody>
      </p:sp>
      <p:sp>
        <p:nvSpPr>
          <p:cNvPr id="19" name="bk object 19"/>
          <p:cNvSpPr/>
          <p:nvPr/>
        </p:nvSpPr>
        <p:spPr>
          <a:xfrm>
            <a:off x="-3047" y="1036294"/>
            <a:ext cx="9885934" cy="135534"/>
          </a:xfrm>
          <a:prstGeom prst="rect">
            <a:avLst/>
          </a:prstGeom>
          <a:blipFill>
            <a:blip r:embed="rId3" cstate="print"/>
            <a:stretch>
              <a:fillRect/>
            </a:stretch>
          </a:blipFill>
        </p:spPr>
        <p:txBody>
          <a:bodyPr wrap="square" lIns="0" tIns="0" rIns="0" bIns="0" rtlCol="0"/>
          <a:lstStyle/>
          <a:p>
            <a:endParaRPr/>
          </a:p>
        </p:txBody>
      </p:sp>
      <p:sp>
        <p:nvSpPr>
          <p:cNvPr id="20" name="bk object 20"/>
          <p:cNvSpPr/>
          <p:nvPr/>
        </p:nvSpPr>
        <p:spPr>
          <a:xfrm>
            <a:off x="11140440" y="3047"/>
            <a:ext cx="1051559" cy="1100327"/>
          </a:xfrm>
          <a:prstGeom prst="rect">
            <a:avLst/>
          </a:prstGeom>
          <a:blipFill>
            <a:blip r:embed="rId4" cstate="print"/>
            <a:stretch>
              <a:fillRect/>
            </a:stretch>
          </a:blipFill>
        </p:spPr>
        <p:txBody>
          <a:bodyPr wrap="square" lIns="0" tIns="0" rIns="0" bIns="0" rtlCol="0"/>
          <a:lstStyle/>
          <a:p>
            <a:endParaRPr/>
          </a:p>
        </p:txBody>
      </p:sp>
      <p:sp>
        <p:nvSpPr>
          <p:cNvPr id="21" name="bk object 21"/>
          <p:cNvSpPr/>
          <p:nvPr/>
        </p:nvSpPr>
        <p:spPr>
          <a:xfrm>
            <a:off x="9663683" y="1082039"/>
            <a:ext cx="177165" cy="0"/>
          </a:xfrm>
          <a:custGeom>
            <a:avLst/>
            <a:gdLst/>
            <a:ahLst/>
            <a:cxnLst/>
            <a:rect l="l" t="t" r="r" b="b"/>
            <a:pathLst>
              <a:path w="177165">
                <a:moveTo>
                  <a:pt x="0" y="0"/>
                </a:moveTo>
                <a:lnTo>
                  <a:pt x="176783" y="0"/>
                </a:lnTo>
              </a:path>
            </a:pathLst>
          </a:custGeom>
          <a:ln w="45720">
            <a:solidFill>
              <a:srgbClr val="E36C09"/>
            </a:solidFill>
          </a:ln>
        </p:spPr>
        <p:txBody>
          <a:bodyPr wrap="square" lIns="0" tIns="0" rIns="0" bIns="0" rtlCol="0"/>
          <a:lstStyle/>
          <a:p>
            <a:endParaRPr/>
          </a:p>
        </p:txBody>
      </p:sp>
      <p:sp>
        <p:nvSpPr>
          <p:cNvPr id="22" name="bk object 22"/>
          <p:cNvSpPr/>
          <p:nvPr/>
        </p:nvSpPr>
        <p:spPr>
          <a:xfrm>
            <a:off x="1523" y="1082039"/>
            <a:ext cx="2529840" cy="0"/>
          </a:xfrm>
          <a:custGeom>
            <a:avLst/>
            <a:gdLst/>
            <a:ahLst/>
            <a:cxnLst/>
            <a:rect l="l" t="t" r="r" b="b"/>
            <a:pathLst>
              <a:path w="2529840">
                <a:moveTo>
                  <a:pt x="0" y="0"/>
                </a:moveTo>
                <a:lnTo>
                  <a:pt x="2529840" y="0"/>
                </a:lnTo>
              </a:path>
            </a:pathLst>
          </a:custGeom>
          <a:ln w="45720">
            <a:solidFill>
              <a:srgbClr val="E36C09"/>
            </a:solidFill>
          </a:ln>
        </p:spPr>
        <p:txBody>
          <a:bodyPr wrap="square" lIns="0" tIns="0" rIns="0" bIns="0" rtlCol="0"/>
          <a:lstStyle/>
          <a:p>
            <a:endParaRPr/>
          </a:p>
        </p:txBody>
      </p:sp>
      <p:sp>
        <p:nvSpPr>
          <p:cNvPr id="23" name="bk object 23"/>
          <p:cNvSpPr/>
          <p:nvPr/>
        </p:nvSpPr>
        <p:spPr>
          <a:xfrm>
            <a:off x="1523" y="1059180"/>
            <a:ext cx="9839325" cy="45720"/>
          </a:xfrm>
          <a:custGeom>
            <a:avLst/>
            <a:gdLst/>
            <a:ahLst/>
            <a:cxnLst/>
            <a:rect l="l" t="t" r="r" b="b"/>
            <a:pathLst>
              <a:path w="9839325" h="45719">
                <a:moveTo>
                  <a:pt x="0" y="45720"/>
                </a:moveTo>
                <a:lnTo>
                  <a:pt x="9838944" y="45720"/>
                </a:lnTo>
                <a:lnTo>
                  <a:pt x="9838944" y="0"/>
                </a:lnTo>
                <a:lnTo>
                  <a:pt x="0" y="0"/>
                </a:lnTo>
                <a:lnTo>
                  <a:pt x="0" y="45720"/>
                </a:lnTo>
                <a:close/>
              </a:path>
            </a:pathLst>
          </a:custGeom>
          <a:ln w="9144">
            <a:solidFill>
              <a:srgbClr val="FF6600"/>
            </a:solidFill>
          </a:ln>
        </p:spPr>
        <p:txBody>
          <a:bodyPr wrap="square" lIns="0" tIns="0" rIns="0" bIns="0" rtlCol="0"/>
          <a:lstStyle/>
          <a:p>
            <a:endParaRPr/>
          </a:p>
        </p:txBody>
      </p:sp>
      <p:sp>
        <p:nvSpPr>
          <p:cNvPr id="24" name="bk object 24"/>
          <p:cNvSpPr/>
          <p:nvPr/>
        </p:nvSpPr>
        <p:spPr>
          <a:xfrm>
            <a:off x="2465832" y="457200"/>
            <a:ext cx="7258684" cy="3726053"/>
          </a:xfrm>
          <a:prstGeom prst="rect">
            <a:avLst/>
          </a:prstGeom>
          <a:blipFill>
            <a:blip r:embed="rId5" cstate="print"/>
            <a:stretch>
              <a:fillRect/>
            </a:stretch>
          </a:blipFill>
        </p:spPr>
        <p:txBody>
          <a:bodyPr wrap="square" lIns="0" tIns="0" rIns="0" bIns="0" rtlCol="0"/>
          <a:lstStyle/>
          <a:p>
            <a:endParaRPr/>
          </a:p>
        </p:txBody>
      </p:sp>
      <p:sp>
        <p:nvSpPr>
          <p:cNvPr id="25" name="bk object 25"/>
          <p:cNvSpPr/>
          <p:nvPr/>
        </p:nvSpPr>
        <p:spPr>
          <a:xfrm>
            <a:off x="2531364" y="504444"/>
            <a:ext cx="7132320" cy="3599815"/>
          </a:xfrm>
          <a:custGeom>
            <a:avLst/>
            <a:gdLst/>
            <a:ahLst/>
            <a:cxnLst/>
            <a:rect l="l" t="t" r="r" b="b"/>
            <a:pathLst>
              <a:path w="7132320" h="3599815">
                <a:moveTo>
                  <a:pt x="0" y="3599687"/>
                </a:moveTo>
                <a:lnTo>
                  <a:pt x="7132320" y="3599687"/>
                </a:lnTo>
                <a:lnTo>
                  <a:pt x="7132320" y="0"/>
                </a:lnTo>
                <a:lnTo>
                  <a:pt x="0" y="0"/>
                </a:lnTo>
                <a:lnTo>
                  <a:pt x="0" y="3599687"/>
                </a:lnTo>
                <a:close/>
              </a:path>
            </a:pathLst>
          </a:custGeom>
          <a:ln w="9144">
            <a:solidFill>
              <a:srgbClr val="C7C9C9"/>
            </a:solidFill>
          </a:ln>
        </p:spPr>
        <p:txBody>
          <a:bodyPr wrap="square" lIns="0" tIns="0" rIns="0" bIns="0" rtlCol="0"/>
          <a:lstStyle/>
          <a:p>
            <a:endParaRPr/>
          </a:p>
        </p:txBody>
      </p:sp>
      <p:sp>
        <p:nvSpPr>
          <p:cNvPr id="26" name="bk object 26"/>
          <p:cNvSpPr/>
          <p:nvPr/>
        </p:nvSpPr>
        <p:spPr>
          <a:xfrm>
            <a:off x="2694432" y="667512"/>
            <a:ext cx="6803135" cy="3273552"/>
          </a:xfrm>
          <a:prstGeom prst="rect">
            <a:avLst/>
          </a:prstGeom>
          <a:blipFill>
            <a:blip r:embed="rId6"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8/5/2026</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45330"/>
            <a:ext cx="9873373" cy="117463"/>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71981" y="2271725"/>
            <a:ext cx="9448037" cy="2202815"/>
          </a:xfrm>
          <a:prstGeom prst="rect">
            <a:avLst/>
          </a:prstGeom>
        </p:spPr>
        <p:txBody>
          <a:bodyPr wrap="square" lIns="0" tIns="0" rIns="0" bIns="0">
            <a:spAutoFit/>
          </a:bodyPr>
          <a:lstStyle>
            <a:lvl1pPr>
              <a:defRPr sz="4800" b="0" i="0">
                <a:solidFill>
                  <a:srgbClr val="2E5496"/>
                </a:solidFill>
                <a:latin typeface="Times New Roman"/>
                <a:cs typeface="Times New Roman"/>
              </a:defRPr>
            </a:lvl1pPr>
          </a:lstStyle>
          <a:p>
            <a:endParaRPr/>
          </a:p>
        </p:txBody>
      </p:sp>
      <p:sp>
        <p:nvSpPr>
          <p:cNvPr id="3" name="Holder 3"/>
          <p:cNvSpPr>
            <a:spLocks noGrp="1"/>
          </p:cNvSpPr>
          <p:nvPr>
            <p:ph type="body" idx="1"/>
          </p:nvPr>
        </p:nvSpPr>
        <p:spPr>
          <a:xfrm>
            <a:off x="834948" y="1379677"/>
            <a:ext cx="10522102" cy="19621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8/5/2026</a:t>
            </a:fld>
            <a:endParaRPr lang="en-US"/>
          </a:p>
        </p:txBody>
      </p:sp>
      <p:sp>
        <p:nvSpPr>
          <p:cNvPr id="6" name="Holder 6"/>
          <p:cNvSpPr>
            <a:spLocks noGrp="1"/>
          </p:cNvSpPr>
          <p:nvPr>
            <p:ph type="sldNum" sz="quarter" idx="7"/>
          </p:nvPr>
        </p:nvSpPr>
        <p:spPr>
          <a:xfrm>
            <a:off x="11087354" y="6595440"/>
            <a:ext cx="204470"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016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oogle.com/search?sca_esv=49fffdab3ad49e72&amp;cs=0&amp;sxsrf=AE3TifPC8SYjHSfKLbhpUovwf1O9c_zsWQ%3A1753902412642&amp;q=silica+sand&amp;sa=X&amp;ved=2ahUKEwjr-v3Ro-WOAxXbSWwGHbQUDPQQxccNegQIORAB&amp;mstk=AUtExfAcuBcRF965vadKo1QMfBKiEMffxsYyuDoH87vHsIZ88ER7-e9QYA3w33jAHS9sg1L1P8XE3YWpC5b_JtVdVHTKqAHmW84POkJjs_tyRSbCaqCVo0ERI5aNbGh2UyHz6U_UFw_yuetzOOErtM-wDV0ZFqIPVF2mSMXSk60ydDvVwow&amp;csui=3"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Sand%20Casting%201%20(Preparing%20mould)%20-%20YouTube.flv"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23088" y="320040"/>
            <a:ext cx="11549380" cy="6217920"/>
          </a:xfrm>
          <a:custGeom>
            <a:avLst/>
            <a:gdLst/>
            <a:ahLst/>
            <a:cxnLst/>
            <a:rect l="l" t="t" r="r" b="b"/>
            <a:pathLst>
              <a:path w="11549380" h="6217920">
                <a:moveTo>
                  <a:pt x="0" y="6217920"/>
                </a:moveTo>
                <a:lnTo>
                  <a:pt x="11548872" y="6217920"/>
                </a:lnTo>
                <a:lnTo>
                  <a:pt x="11548872" y="0"/>
                </a:lnTo>
                <a:lnTo>
                  <a:pt x="0" y="0"/>
                </a:lnTo>
                <a:lnTo>
                  <a:pt x="0" y="6217920"/>
                </a:lnTo>
                <a:close/>
              </a:path>
            </a:pathLst>
          </a:custGeom>
          <a:solidFill>
            <a:srgbClr val="000000">
              <a:alpha val="7843"/>
            </a:srgbClr>
          </a:solidFill>
        </p:spPr>
        <p:txBody>
          <a:bodyPr wrap="square" lIns="0" tIns="0" rIns="0" bIns="0" rtlCol="0"/>
          <a:lstStyle/>
          <a:p>
            <a:endParaRPr/>
          </a:p>
        </p:txBody>
      </p:sp>
      <p:sp>
        <p:nvSpPr>
          <p:cNvPr id="3" name="object 3"/>
          <p:cNvSpPr/>
          <p:nvPr/>
        </p:nvSpPr>
        <p:spPr>
          <a:xfrm>
            <a:off x="4654296" y="2057400"/>
            <a:ext cx="0" cy="2743200"/>
          </a:xfrm>
          <a:custGeom>
            <a:avLst/>
            <a:gdLst/>
            <a:ahLst/>
            <a:cxnLst/>
            <a:rect l="l" t="t" r="r" b="b"/>
            <a:pathLst>
              <a:path h="2743200">
                <a:moveTo>
                  <a:pt x="0" y="0"/>
                </a:moveTo>
                <a:lnTo>
                  <a:pt x="0" y="2743200"/>
                </a:lnTo>
              </a:path>
            </a:pathLst>
          </a:custGeom>
          <a:ln w="18288">
            <a:solidFill>
              <a:srgbClr val="252525"/>
            </a:solidFill>
          </a:ln>
        </p:spPr>
        <p:txBody>
          <a:bodyPr wrap="square" lIns="0" tIns="0" rIns="0" bIns="0" rtlCol="0"/>
          <a:lstStyle/>
          <a:p>
            <a:endParaRPr/>
          </a:p>
        </p:txBody>
      </p:sp>
      <p:sp>
        <p:nvSpPr>
          <p:cNvPr id="4" name="object 4"/>
          <p:cNvSpPr txBox="1">
            <a:spLocks noGrp="1"/>
          </p:cNvSpPr>
          <p:nvPr>
            <p:ph type="title"/>
          </p:nvPr>
        </p:nvSpPr>
        <p:spPr>
          <a:xfrm>
            <a:off x="1409891" y="2677122"/>
            <a:ext cx="9372217" cy="763029"/>
          </a:xfrm>
          <a:prstGeom prst="rect">
            <a:avLst/>
          </a:prstGeom>
        </p:spPr>
        <p:txBody>
          <a:bodyPr vert="horz" wrap="square" lIns="0" tIns="95250" rIns="0" bIns="0" rtlCol="0">
            <a:spAutoFit/>
          </a:bodyPr>
          <a:lstStyle/>
          <a:p>
            <a:pPr marL="3696335" marR="5080">
              <a:lnSpc>
                <a:spcPts val="5190"/>
              </a:lnSpc>
              <a:spcBef>
                <a:spcPts val="750"/>
              </a:spcBef>
            </a:pPr>
            <a:r>
              <a:rPr lang="en-US" dirty="0" err="1">
                <a:solidFill>
                  <a:srgbClr val="3366CC"/>
                </a:solidFill>
              </a:rPr>
              <a:t>Moulding</a:t>
            </a:r>
            <a:r>
              <a:rPr lang="en-US" dirty="0">
                <a:solidFill>
                  <a:srgbClr val="3366CC"/>
                </a:solidFill>
              </a:rPr>
              <a:t> Sand</a:t>
            </a:r>
            <a:endParaRPr spc="-60" dirty="0"/>
          </a:p>
        </p:txBody>
      </p:sp>
      <p:sp>
        <p:nvSpPr>
          <p:cNvPr id="5" name="object 5"/>
          <p:cNvSpPr/>
          <p:nvPr/>
        </p:nvSpPr>
        <p:spPr>
          <a:xfrm>
            <a:off x="11204702" y="6175667"/>
            <a:ext cx="49530" cy="85725"/>
          </a:xfrm>
          <a:custGeom>
            <a:avLst/>
            <a:gdLst/>
            <a:ahLst/>
            <a:cxnLst/>
            <a:rect l="l" t="t" r="r" b="b"/>
            <a:pathLst>
              <a:path w="49529" h="85725">
                <a:moveTo>
                  <a:pt x="47244" y="76301"/>
                </a:moveTo>
                <a:lnTo>
                  <a:pt x="2286" y="76301"/>
                </a:lnTo>
                <a:lnTo>
                  <a:pt x="2031" y="76390"/>
                </a:lnTo>
                <a:lnTo>
                  <a:pt x="1777" y="76593"/>
                </a:lnTo>
                <a:lnTo>
                  <a:pt x="1397" y="76784"/>
                </a:lnTo>
                <a:lnTo>
                  <a:pt x="1270" y="77076"/>
                </a:lnTo>
                <a:lnTo>
                  <a:pt x="762" y="77812"/>
                </a:lnTo>
                <a:lnTo>
                  <a:pt x="634" y="78282"/>
                </a:lnTo>
                <a:lnTo>
                  <a:pt x="380" y="79413"/>
                </a:lnTo>
                <a:lnTo>
                  <a:pt x="380" y="82410"/>
                </a:lnTo>
                <a:lnTo>
                  <a:pt x="634" y="83540"/>
                </a:lnTo>
                <a:lnTo>
                  <a:pt x="889" y="83997"/>
                </a:lnTo>
                <a:lnTo>
                  <a:pt x="1143" y="84353"/>
                </a:lnTo>
                <a:lnTo>
                  <a:pt x="1270" y="84696"/>
                </a:lnTo>
                <a:lnTo>
                  <a:pt x="1524" y="84950"/>
                </a:lnTo>
                <a:lnTo>
                  <a:pt x="2031" y="85255"/>
                </a:lnTo>
                <a:lnTo>
                  <a:pt x="2413" y="85331"/>
                </a:lnTo>
                <a:lnTo>
                  <a:pt x="47244" y="85331"/>
                </a:lnTo>
                <a:lnTo>
                  <a:pt x="48768" y="83997"/>
                </a:lnTo>
                <a:lnTo>
                  <a:pt x="49022" y="83540"/>
                </a:lnTo>
                <a:lnTo>
                  <a:pt x="49275" y="82410"/>
                </a:lnTo>
                <a:lnTo>
                  <a:pt x="49275" y="79413"/>
                </a:lnTo>
                <a:lnTo>
                  <a:pt x="48895" y="77812"/>
                </a:lnTo>
                <a:lnTo>
                  <a:pt x="48641" y="77444"/>
                </a:lnTo>
                <a:lnTo>
                  <a:pt x="48514" y="77076"/>
                </a:lnTo>
                <a:lnTo>
                  <a:pt x="48259" y="76784"/>
                </a:lnTo>
                <a:lnTo>
                  <a:pt x="47878" y="76593"/>
                </a:lnTo>
                <a:lnTo>
                  <a:pt x="47625" y="76390"/>
                </a:lnTo>
                <a:lnTo>
                  <a:pt x="47244" y="76301"/>
                </a:lnTo>
                <a:close/>
              </a:path>
              <a:path w="49529" h="85725">
                <a:moveTo>
                  <a:pt x="31623" y="11861"/>
                </a:moveTo>
                <a:lnTo>
                  <a:pt x="20320" y="11861"/>
                </a:lnTo>
                <a:lnTo>
                  <a:pt x="20320" y="76301"/>
                </a:lnTo>
                <a:lnTo>
                  <a:pt x="31623" y="76301"/>
                </a:lnTo>
                <a:lnTo>
                  <a:pt x="31623" y="11861"/>
                </a:lnTo>
                <a:close/>
              </a:path>
              <a:path w="49529" h="85725">
                <a:moveTo>
                  <a:pt x="27431" y="0"/>
                </a:moveTo>
                <a:lnTo>
                  <a:pt x="21463" y="787"/>
                </a:lnTo>
                <a:lnTo>
                  <a:pt x="1904" y="13296"/>
                </a:lnTo>
                <a:lnTo>
                  <a:pt x="1143" y="13817"/>
                </a:lnTo>
                <a:lnTo>
                  <a:pt x="889" y="14084"/>
                </a:lnTo>
                <a:lnTo>
                  <a:pt x="762" y="14350"/>
                </a:lnTo>
                <a:lnTo>
                  <a:pt x="507" y="14655"/>
                </a:lnTo>
                <a:lnTo>
                  <a:pt x="126" y="15786"/>
                </a:lnTo>
                <a:lnTo>
                  <a:pt x="0" y="20040"/>
                </a:lnTo>
                <a:lnTo>
                  <a:pt x="253" y="21348"/>
                </a:lnTo>
                <a:lnTo>
                  <a:pt x="507" y="21818"/>
                </a:lnTo>
                <a:lnTo>
                  <a:pt x="762" y="22110"/>
                </a:lnTo>
                <a:lnTo>
                  <a:pt x="1143" y="22390"/>
                </a:lnTo>
                <a:lnTo>
                  <a:pt x="1524" y="22491"/>
                </a:lnTo>
                <a:lnTo>
                  <a:pt x="2540" y="22313"/>
                </a:lnTo>
                <a:lnTo>
                  <a:pt x="3175" y="22047"/>
                </a:lnTo>
                <a:lnTo>
                  <a:pt x="3937" y="21615"/>
                </a:lnTo>
                <a:lnTo>
                  <a:pt x="20320" y="11861"/>
                </a:lnTo>
                <a:lnTo>
                  <a:pt x="31623" y="11861"/>
                </a:lnTo>
                <a:lnTo>
                  <a:pt x="31623" y="1320"/>
                </a:lnTo>
                <a:lnTo>
                  <a:pt x="31369" y="1092"/>
                </a:lnTo>
                <a:lnTo>
                  <a:pt x="31242" y="850"/>
                </a:lnTo>
                <a:lnTo>
                  <a:pt x="30988" y="647"/>
                </a:lnTo>
                <a:lnTo>
                  <a:pt x="30225" y="342"/>
                </a:lnTo>
                <a:lnTo>
                  <a:pt x="29718" y="228"/>
                </a:lnTo>
                <a:lnTo>
                  <a:pt x="28321" y="50"/>
                </a:lnTo>
                <a:lnTo>
                  <a:pt x="27431" y="0"/>
                </a:lnTo>
                <a:close/>
              </a:path>
            </a:pathLst>
          </a:custGeom>
          <a:solidFill>
            <a:srgbClr val="000000">
              <a:alpha val="79998"/>
            </a:srgbClr>
          </a:solidFill>
        </p:spPr>
        <p:txBody>
          <a:bodyPr wrap="square" lIns="0" tIns="0" rIns="0" bIns="0" rtlCol="0"/>
          <a:lstStyle/>
          <a:p>
            <a:endParaRPr/>
          </a:p>
        </p:txBody>
      </p:sp>
      <p:sp>
        <p:nvSpPr>
          <p:cNvPr id="6" name="object 4">
            <a:extLst>
              <a:ext uri="{FF2B5EF4-FFF2-40B4-BE49-F238E27FC236}">
                <a16:creationId xmlns:a16="http://schemas.microsoft.com/office/drawing/2014/main" id="{DD0A4B27-CA26-7C2F-BB7E-F1E69664A6D2}"/>
              </a:ext>
            </a:extLst>
          </p:cNvPr>
          <p:cNvSpPr txBox="1">
            <a:spLocks/>
          </p:cNvSpPr>
          <p:nvPr/>
        </p:nvSpPr>
        <p:spPr>
          <a:xfrm>
            <a:off x="438467" y="2665971"/>
            <a:ext cx="4100450" cy="763029"/>
          </a:xfrm>
          <a:prstGeom prst="rect">
            <a:avLst/>
          </a:prstGeom>
        </p:spPr>
        <p:txBody>
          <a:bodyPr vert="horz" wrap="square" lIns="0" tIns="95250" rIns="0" bIns="0" rtlCol="0">
            <a:spAutoFit/>
          </a:bodyPr>
          <a:lstStyle>
            <a:lvl1pPr>
              <a:defRPr sz="4800" b="0" i="0">
                <a:solidFill>
                  <a:srgbClr val="2E5496"/>
                </a:solidFill>
                <a:latin typeface="Times New Roman"/>
                <a:ea typeface="+mj-ea"/>
                <a:cs typeface="Times New Roman"/>
              </a:defRPr>
            </a:lvl1pPr>
          </a:lstStyle>
          <a:p>
            <a:pPr marL="3695700" marR="5080" indent="-2803525">
              <a:lnSpc>
                <a:spcPts val="5190"/>
              </a:lnSpc>
              <a:spcBef>
                <a:spcPts val="750"/>
              </a:spcBef>
            </a:pPr>
            <a:r>
              <a:rPr lang="en-US" kern="0" dirty="0">
                <a:solidFill>
                  <a:srgbClr val="3366CC"/>
                </a:solidFill>
              </a:rPr>
              <a:t>Lecture 3</a:t>
            </a:r>
            <a:endParaRPr lang="en-US" kern="0" spc="-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2</a:t>
            </a:fld>
            <a:endParaRPr lang="en-US"/>
          </a:p>
        </p:txBody>
      </p:sp>
      <p:sp>
        <p:nvSpPr>
          <p:cNvPr id="6147" name="Rectangle 2"/>
          <p:cNvSpPr>
            <a:spLocks noGrp="1" noChangeArrowheads="1"/>
          </p:cNvSpPr>
          <p:nvPr>
            <p:ph type="title"/>
          </p:nvPr>
        </p:nvSpPr>
        <p:spPr>
          <a:xfrm>
            <a:off x="1981200" y="274639"/>
            <a:ext cx="7391400" cy="553998"/>
          </a:xfrm>
        </p:spPr>
        <p:txBody>
          <a:bodyPr/>
          <a:lstStyle/>
          <a:p>
            <a:pPr algn="l" eaLnBrk="1" hangingPunct="1"/>
            <a:r>
              <a:rPr lang="en-US" sz="3600" dirty="0">
                <a:solidFill>
                  <a:schemeClr val="accent1">
                    <a:lumMod val="50000"/>
                  </a:schemeClr>
                </a:solidFill>
              </a:rPr>
              <a:t>Molding sand classification</a:t>
            </a:r>
          </a:p>
        </p:txBody>
      </p:sp>
      <p:sp>
        <p:nvSpPr>
          <p:cNvPr id="6148" name="Rectangle 3"/>
          <p:cNvSpPr>
            <a:spLocks noGrp="1" noChangeArrowheads="1"/>
          </p:cNvSpPr>
          <p:nvPr>
            <p:ph type="body" idx="1"/>
          </p:nvPr>
        </p:nvSpPr>
        <p:spPr>
          <a:xfrm>
            <a:off x="990600" y="990600"/>
            <a:ext cx="10058400" cy="5105400"/>
          </a:xfrm>
        </p:spPr>
        <p:txBody>
          <a:bodyPr>
            <a:normAutofit fontScale="92500" lnSpcReduction="10000"/>
          </a:bodyPr>
          <a:lstStyle/>
          <a:p>
            <a:pPr marL="609600" indent="-609600">
              <a:lnSpc>
                <a:spcPct val="135000"/>
              </a:lnSpc>
            </a:pPr>
            <a:r>
              <a:rPr lang="en-US" sz="2200" dirty="0"/>
              <a:t>  </a:t>
            </a:r>
            <a:r>
              <a:rPr lang="en-US" sz="2800" dirty="0">
                <a:latin typeface="Times New Roman" panose="02020603050405020304" pitchFamily="18" charset="0"/>
                <a:cs typeface="Times New Roman" panose="02020603050405020304" pitchFamily="18" charset="0"/>
              </a:rPr>
              <a:t>They can be classified as:</a:t>
            </a:r>
          </a:p>
          <a:p>
            <a:pPr marL="446088" lvl="1" indent="-357188">
              <a:lnSpc>
                <a:spcPct val="135000"/>
              </a:lnSpc>
            </a:pPr>
            <a:r>
              <a:rPr lang="en-US" sz="2800" b="1" dirty="0">
                <a:solidFill>
                  <a:schemeClr val="accent2">
                    <a:lumMod val="75000"/>
                  </a:schemeClr>
                </a:solidFill>
                <a:latin typeface="Times New Roman" panose="02020603050405020304" pitchFamily="18" charset="0"/>
                <a:cs typeface="Times New Roman" panose="02020603050405020304" pitchFamily="18" charset="0"/>
              </a:rPr>
              <a:t>Natural molding sand (Green sand)</a:t>
            </a:r>
          </a:p>
          <a:p>
            <a:pPr marL="446088" indent="-357188">
              <a:lnSpc>
                <a:spcPct val="135000"/>
              </a:lnSpc>
            </a:pPr>
            <a:r>
              <a:rPr lang="en-US" sz="2800" dirty="0">
                <a:latin typeface="Times New Roman" panose="02020603050405020304" pitchFamily="18" charset="0"/>
                <a:cs typeface="Times New Roman" panose="02020603050405020304" pitchFamily="18" charset="0"/>
              </a:rPr>
              <a:t>		    - Taken from river-beds &amp; contain major amount of clay</a:t>
            </a:r>
          </a:p>
          <a:p>
            <a:pPr marL="446088" indent="-357188">
              <a:lnSpc>
                <a:spcPct val="135000"/>
              </a:lnSpc>
            </a:pPr>
            <a:r>
              <a:rPr lang="en-US" sz="2800" dirty="0">
                <a:latin typeface="Times New Roman" panose="02020603050405020304" pitchFamily="18" charset="0"/>
                <a:cs typeface="Times New Roman" panose="02020603050405020304" pitchFamily="18" charset="0"/>
              </a:rPr>
              <a:t>		    -  Easily available at low cost</a:t>
            </a:r>
          </a:p>
          <a:p>
            <a:pPr marL="88900" lvl="1">
              <a:lnSpc>
                <a:spcPct val="135000"/>
              </a:lnSpc>
            </a:pPr>
            <a:r>
              <a:rPr lang="en-US" sz="2800" b="1" dirty="0">
                <a:solidFill>
                  <a:schemeClr val="accent2">
                    <a:lumMod val="75000"/>
                  </a:schemeClr>
                </a:solidFill>
                <a:latin typeface="Times New Roman" panose="02020603050405020304" pitchFamily="18" charset="0"/>
                <a:cs typeface="Times New Roman" panose="02020603050405020304" pitchFamily="18" charset="0"/>
              </a:rPr>
              <a:t>Synthetic sand</a:t>
            </a:r>
          </a:p>
          <a:p>
            <a:pPr marL="446088" lvl="1" indent="-357188">
              <a:lnSpc>
                <a:spcPct val="135000"/>
              </a:lnSpc>
            </a:pPr>
            <a:r>
              <a:rPr lang="en-US" sz="2800" dirty="0">
                <a:latin typeface="Times New Roman" panose="02020603050405020304" pitchFamily="18" charset="0"/>
                <a:cs typeface="Times New Roman" panose="02020603050405020304" pitchFamily="18" charset="0"/>
              </a:rPr>
              <a:t>	   -  Contain little or no binder (clay)</a:t>
            </a:r>
          </a:p>
          <a:p>
            <a:pPr marL="446088" lvl="1" indent="-357188">
              <a:lnSpc>
                <a:spcPct val="135000"/>
              </a:lnSpc>
            </a:pPr>
            <a:r>
              <a:rPr lang="en-US" sz="2800" dirty="0">
                <a:latin typeface="Times New Roman" panose="02020603050405020304" pitchFamily="18" charset="0"/>
                <a:cs typeface="Times New Roman" panose="02020603050405020304" pitchFamily="18" charset="0"/>
              </a:rPr>
              <a:t>	   -  Strength &amp; bonding property can be easily controlled</a:t>
            </a:r>
          </a:p>
          <a:p>
            <a:pPr marL="446088" lvl="1" indent="-357188">
              <a:lnSpc>
                <a:spcPct val="135000"/>
              </a:lnSpc>
            </a:pPr>
            <a:r>
              <a:rPr lang="en-US" sz="2800" dirty="0">
                <a:latin typeface="Times New Roman" panose="02020603050405020304" pitchFamily="18" charset="0"/>
                <a:cs typeface="Times New Roman" panose="02020603050405020304" pitchFamily="18" charset="0"/>
              </a:rPr>
              <a:t>	   -  More expensive than natural sand</a:t>
            </a:r>
          </a:p>
          <a:p>
            <a:pPr marL="88900" lvl="1">
              <a:lnSpc>
                <a:spcPct val="135000"/>
              </a:lnSpc>
            </a:pPr>
            <a:r>
              <a:rPr lang="en-US" sz="2800" b="1" dirty="0">
                <a:solidFill>
                  <a:schemeClr val="accent2">
                    <a:lumMod val="75000"/>
                  </a:schemeClr>
                </a:solidFill>
                <a:latin typeface="Times New Roman" panose="02020603050405020304" pitchFamily="18" charset="0"/>
                <a:cs typeface="Times New Roman" panose="02020603050405020304" pitchFamily="18" charset="0"/>
              </a:rPr>
              <a:t>Special</a:t>
            </a:r>
            <a:r>
              <a:rPr lang="en-US" sz="2800" dirty="0">
                <a:solidFill>
                  <a:schemeClr val="accent2">
                    <a:lumMod val="75000"/>
                  </a:schemeClr>
                </a:solidFill>
                <a:latin typeface="Times New Roman" panose="02020603050405020304" pitchFamily="18" charset="0"/>
                <a:cs typeface="Times New Roman" panose="02020603050405020304" pitchFamily="18" charset="0"/>
              </a:rPr>
              <a:t> </a:t>
            </a:r>
            <a:r>
              <a:rPr lang="en-US" sz="2800" b="1" dirty="0">
                <a:solidFill>
                  <a:schemeClr val="accent2">
                    <a:lumMod val="75000"/>
                  </a:schemeClr>
                </a:solidFill>
                <a:latin typeface="Times New Roman" panose="02020603050405020304" pitchFamily="18" charset="0"/>
                <a:cs typeface="Times New Roman" panose="02020603050405020304" pitchFamily="18" charset="0"/>
              </a:rPr>
              <a:t>sand</a:t>
            </a:r>
          </a:p>
          <a:p>
            <a:pPr marL="446088" lvl="2" indent="-357188">
              <a:lnSpc>
                <a:spcPct val="135000"/>
              </a:lnSpc>
            </a:pPr>
            <a:r>
              <a:rPr lang="en-US" sz="2800" dirty="0">
                <a:latin typeface="Times New Roman" panose="02020603050405020304" pitchFamily="18" charset="0"/>
                <a:cs typeface="Times New Roman" panose="02020603050405020304" pitchFamily="18" charset="0"/>
              </a:rPr>
              <a:t>    -  Ideal in getting special characteristics.</a:t>
            </a:r>
          </a:p>
        </p:txBody>
      </p:sp>
    </p:spTree>
    <p:extLst>
      <p:ext uri="{BB962C8B-B14F-4D97-AF65-F5344CB8AC3E}">
        <p14:creationId xmlns:p14="http://schemas.microsoft.com/office/powerpoint/2010/main" val="2721569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54B59-55B2-622A-7ED1-FB0AE4AC5469}"/>
            </a:ext>
          </a:extLst>
        </p:cNvPr>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381153A6-7390-E559-9226-794FA4B9E973}"/>
              </a:ext>
            </a:extLst>
          </p:cNvPr>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3</a:t>
            </a:fld>
            <a:endParaRPr lang="en-US"/>
          </a:p>
        </p:txBody>
      </p:sp>
      <p:sp>
        <p:nvSpPr>
          <p:cNvPr id="6147" name="Rectangle 2">
            <a:extLst>
              <a:ext uri="{FF2B5EF4-FFF2-40B4-BE49-F238E27FC236}">
                <a16:creationId xmlns:a16="http://schemas.microsoft.com/office/drawing/2014/main" id="{EFE915C2-0645-0B83-A551-17201B9F5FFA}"/>
              </a:ext>
            </a:extLst>
          </p:cNvPr>
          <p:cNvSpPr>
            <a:spLocks noGrp="1" noChangeArrowheads="1"/>
          </p:cNvSpPr>
          <p:nvPr>
            <p:ph type="title"/>
          </p:nvPr>
        </p:nvSpPr>
        <p:spPr>
          <a:xfrm>
            <a:off x="1981200" y="274639"/>
            <a:ext cx="7391400" cy="553998"/>
          </a:xfrm>
        </p:spPr>
        <p:txBody>
          <a:bodyPr/>
          <a:lstStyle/>
          <a:p>
            <a:pPr algn="l" eaLnBrk="1" hangingPunct="1"/>
            <a:r>
              <a:rPr lang="en-US" sz="3600" dirty="0">
                <a:solidFill>
                  <a:schemeClr val="accent1">
                    <a:lumMod val="50000"/>
                  </a:schemeClr>
                </a:solidFill>
              </a:rPr>
              <a:t>Molding sand classification</a:t>
            </a:r>
          </a:p>
        </p:txBody>
      </p:sp>
      <p:sp>
        <p:nvSpPr>
          <p:cNvPr id="6148" name="Rectangle 3">
            <a:extLst>
              <a:ext uri="{FF2B5EF4-FFF2-40B4-BE49-F238E27FC236}">
                <a16:creationId xmlns:a16="http://schemas.microsoft.com/office/drawing/2014/main" id="{544A5700-6F43-7390-C1D8-53BDB56B98A3}"/>
              </a:ext>
            </a:extLst>
          </p:cNvPr>
          <p:cNvSpPr>
            <a:spLocks noGrp="1" noChangeArrowheads="1"/>
          </p:cNvSpPr>
          <p:nvPr>
            <p:ph type="body" idx="1"/>
          </p:nvPr>
        </p:nvSpPr>
        <p:spPr>
          <a:xfrm>
            <a:off x="990600" y="1219200"/>
            <a:ext cx="10058400" cy="5105400"/>
          </a:xfrm>
        </p:spPr>
        <p:txBody>
          <a:bodyPr>
            <a:normAutofit lnSpcReduction="10000"/>
          </a:bodyPr>
          <a:lstStyle/>
          <a:p>
            <a:r>
              <a:rPr lang="en-IN" sz="2800" dirty="0">
                <a:solidFill>
                  <a:srgbClr val="C00000"/>
                </a:solidFill>
                <a:latin typeface="Times New Roman" panose="02020603050405020304" pitchFamily="18" charset="0"/>
                <a:cs typeface="Times New Roman" panose="02020603050405020304" pitchFamily="18" charset="0"/>
              </a:rPr>
              <a:t>Green Sand:  </a:t>
            </a:r>
            <a:r>
              <a:rPr lang="en-IN" sz="2800" dirty="0">
                <a:latin typeface="Times New Roman" panose="02020603050405020304" pitchFamily="18" charset="0"/>
                <a:cs typeface="Times New Roman" panose="02020603050405020304" pitchFamily="18" charset="0"/>
              </a:rPr>
              <a:t>Containing silica sand, clay, and water, possesses good strength and permeability. </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solidFill>
                  <a:srgbClr val="C00000"/>
                </a:solidFill>
                <a:latin typeface="Times New Roman" panose="02020603050405020304" pitchFamily="18" charset="0"/>
                <a:cs typeface="Times New Roman" panose="02020603050405020304" pitchFamily="18" charset="0"/>
              </a:rPr>
              <a:t>Dry Sand: </a:t>
            </a:r>
            <a:r>
              <a:rPr lang="en-IN" sz="2800" dirty="0">
                <a:latin typeface="Times New Roman" panose="02020603050405020304" pitchFamily="18" charset="0"/>
                <a:cs typeface="Times New Roman" panose="02020603050405020304" pitchFamily="18" charset="0"/>
              </a:rPr>
              <a:t>Stronger and more thermally stable than green sand, used for larger, heavier castings. </a:t>
            </a:r>
          </a:p>
          <a:p>
            <a:endParaRPr lang="en-IN" sz="2800" dirty="0">
              <a:latin typeface="Times New Roman" panose="02020603050405020304" pitchFamily="18" charset="0"/>
              <a:cs typeface="Times New Roman" panose="02020603050405020304" pitchFamily="18" charset="0"/>
            </a:endParaRPr>
          </a:p>
          <a:p>
            <a:r>
              <a:rPr lang="en-IN" sz="2800" dirty="0">
                <a:solidFill>
                  <a:srgbClr val="C00000"/>
                </a:solidFill>
                <a:latin typeface="Times New Roman" panose="02020603050405020304" pitchFamily="18" charset="0"/>
                <a:cs typeface="Times New Roman" panose="02020603050405020304" pitchFamily="18" charset="0"/>
              </a:rPr>
              <a:t>Loam Sand: </a:t>
            </a:r>
            <a:r>
              <a:rPr lang="en-IN" sz="2800" dirty="0">
                <a:latin typeface="Times New Roman" panose="02020603050405020304" pitchFamily="18" charset="0"/>
                <a:cs typeface="Times New Roman" panose="02020603050405020304" pitchFamily="18" charset="0"/>
              </a:rPr>
              <a:t>A mixture with a high clay content (around 50%) and used for large castings with skeleton patterns. </a:t>
            </a:r>
          </a:p>
          <a:p>
            <a:endParaRPr lang="en-IN" sz="2800" dirty="0">
              <a:latin typeface="Times New Roman" panose="02020603050405020304" pitchFamily="18" charset="0"/>
              <a:cs typeface="Times New Roman" panose="02020603050405020304" pitchFamily="18" charset="0"/>
            </a:endParaRPr>
          </a:p>
          <a:p>
            <a:r>
              <a:rPr lang="en-IN" sz="2800" dirty="0">
                <a:solidFill>
                  <a:srgbClr val="C00000"/>
                </a:solidFill>
                <a:latin typeface="Times New Roman" panose="02020603050405020304" pitchFamily="18" charset="0"/>
                <a:cs typeface="Times New Roman" panose="02020603050405020304" pitchFamily="18" charset="0"/>
              </a:rPr>
              <a:t>Facing Sand: </a:t>
            </a:r>
            <a:r>
              <a:rPr lang="en-IN" sz="2800" dirty="0">
                <a:latin typeface="Times New Roman" panose="02020603050405020304" pitchFamily="18" charset="0"/>
                <a:cs typeface="Times New Roman" panose="02020603050405020304" pitchFamily="18" charset="0"/>
              </a:rPr>
              <a:t>Used to form the </a:t>
            </a:r>
            <a:r>
              <a:rPr lang="en-IN" sz="2800" dirty="0" err="1">
                <a:latin typeface="Times New Roman" panose="02020603050405020304" pitchFamily="18" charset="0"/>
                <a:cs typeface="Times New Roman" panose="02020603050405020304" pitchFamily="18" charset="0"/>
              </a:rPr>
              <a:t>mold</a:t>
            </a:r>
            <a:r>
              <a:rPr lang="en-IN" sz="2800" dirty="0">
                <a:latin typeface="Times New Roman" panose="02020603050405020304" pitchFamily="18" charset="0"/>
                <a:cs typeface="Times New Roman" panose="02020603050405020304" pitchFamily="18" charset="0"/>
              </a:rPr>
              <a:t> face, providing a smooth surface for the casting to prevent metal penetration. </a:t>
            </a:r>
          </a:p>
          <a:p>
            <a:pPr marL="1371600" lvl="2" indent="-457200">
              <a:lnSpc>
                <a:spcPct val="135000"/>
              </a:lnSpc>
            </a:pPr>
            <a:endParaRPr lang="en-US" sz="2800" dirty="0"/>
          </a:p>
        </p:txBody>
      </p:sp>
    </p:spTree>
    <p:extLst>
      <p:ext uri="{BB962C8B-B14F-4D97-AF65-F5344CB8AC3E}">
        <p14:creationId xmlns:p14="http://schemas.microsoft.com/office/powerpoint/2010/main" val="2471387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F7256-19D1-6751-332E-74B0B6CF0087}"/>
            </a:ext>
          </a:extLst>
        </p:cNvPr>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9BEA1478-6317-333A-EF2C-4E8EEE2C6FEE}"/>
              </a:ext>
            </a:extLst>
          </p:cNvPr>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4</a:t>
            </a:fld>
            <a:endParaRPr lang="en-US"/>
          </a:p>
        </p:txBody>
      </p:sp>
      <p:sp>
        <p:nvSpPr>
          <p:cNvPr id="6147" name="Rectangle 2">
            <a:extLst>
              <a:ext uri="{FF2B5EF4-FFF2-40B4-BE49-F238E27FC236}">
                <a16:creationId xmlns:a16="http://schemas.microsoft.com/office/drawing/2014/main" id="{BA260F71-E041-F813-87AB-697489F0C59A}"/>
              </a:ext>
            </a:extLst>
          </p:cNvPr>
          <p:cNvSpPr>
            <a:spLocks noGrp="1" noChangeArrowheads="1"/>
          </p:cNvSpPr>
          <p:nvPr>
            <p:ph type="title"/>
          </p:nvPr>
        </p:nvSpPr>
        <p:spPr>
          <a:xfrm>
            <a:off x="1981200" y="274639"/>
            <a:ext cx="7391400" cy="553998"/>
          </a:xfrm>
        </p:spPr>
        <p:txBody>
          <a:bodyPr/>
          <a:lstStyle/>
          <a:p>
            <a:pPr algn="l" eaLnBrk="1" hangingPunct="1"/>
            <a:r>
              <a:rPr lang="en-US" sz="3600" dirty="0">
                <a:solidFill>
                  <a:schemeClr val="accent1">
                    <a:lumMod val="50000"/>
                  </a:schemeClr>
                </a:solidFill>
              </a:rPr>
              <a:t>Molding sand classification</a:t>
            </a:r>
          </a:p>
        </p:txBody>
      </p:sp>
      <p:sp>
        <p:nvSpPr>
          <p:cNvPr id="6148" name="Rectangle 3">
            <a:extLst>
              <a:ext uri="{FF2B5EF4-FFF2-40B4-BE49-F238E27FC236}">
                <a16:creationId xmlns:a16="http://schemas.microsoft.com/office/drawing/2014/main" id="{709023A1-042D-F3ED-BA5B-41CB359C3DF7}"/>
              </a:ext>
            </a:extLst>
          </p:cNvPr>
          <p:cNvSpPr>
            <a:spLocks noGrp="1" noChangeArrowheads="1"/>
          </p:cNvSpPr>
          <p:nvPr>
            <p:ph type="body" idx="1"/>
          </p:nvPr>
        </p:nvSpPr>
        <p:spPr>
          <a:xfrm>
            <a:off x="457200" y="1219200"/>
            <a:ext cx="10591800" cy="5257800"/>
          </a:xfrm>
        </p:spPr>
        <p:txBody>
          <a:bodyPr>
            <a:normAutofit/>
          </a:bodyPr>
          <a:lstStyle/>
          <a:p>
            <a:pPr algn="just"/>
            <a:r>
              <a:rPr lang="en-IN" sz="2800" dirty="0">
                <a:solidFill>
                  <a:srgbClr val="C00000"/>
                </a:solidFill>
                <a:latin typeface="Times New Roman" panose="02020603050405020304" pitchFamily="18" charset="0"/>
                <a:cs typeface="Times New Roman" panose="02020603050405020304" pitchFamily="18" charset="0"/>
              </a:rPr>
              <a:t>Backing Sand: </a:t>
            </a:r>
            <a:r>
              <a:rPr lang="en-IN" sz="2800" dirty="0">
                <a:latin typeface="Times New Roman" panose="02020603050405020304" pitchFamily="18" charset="0"/>
                <a:cs typeface="Times New Roman" panose="02020603050405020304" pitchFamily="18" charset="0"/>
              </a:rPr>
              <a:t>Supports the facing sand and fills the rest of the </a:t>
            </a:r>
            <a:r>
              <a:rPr lang="en-IN" sz="2800" dirty="0" err="1">
                <a:latin typeface="Times New Roman" panose="02020603050405020304" pitchFamily="18" charset="0"/>
                <a:cs typeface="Times New Roman" panose="02020603050405020304" pitchFamily="18" charset="0"/>
              </a:rPr>
              <a:t>mold</a:t>
            </a:r>
            <a:r>
              <a:rPr lang="en-IN" sz="2800" dirty="0">
                <a:latin typeface="Times New Roman" panose="02020603050405020304" pitchFamily="18" charset="0"/>
                <a:cs typeface="Times New Roman" panose="02020603050405020304" pitchFamily="18" charset="0"/>
              </a:rPr>
              <a:t> cavity, contains permeability. </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solidFill>
                  <a:srgbClr val="C00000"/>
                </a:solidFill>
                <a:latin typeface="Times New Roman" panose="02020603050405020304" pitchFamily="18" charset="0"/>
                <a:cs typeface="Times New Roman" panose="02020603050405020304" pitchFamily="18" charset="0"/>
              </a:rPr>
              <a:t>System Sand: </a:t>
            </a:r>
            <a:r>
              <a:rPr lang="en-IN" sz="2800" dirty="0">
                <a:latin typeface="Times New Roman" panose="02020603050405020304" pitchFamily="18" charset="0"/>
                <a:cs typeface="Times New Roman" panose="02020603050405020304" pitchFamily="18" charset="0"/>
              </a:rPr>
              <a:t>Applied in machine </a:t>
            </a:r>
            <a:r>
              <a:rPr lang="en-IN" sz="2800" dirty="0" err="1">
                <a:latin typeface="Times New Roman" panose="02020603050405020304" pitchFamily="18" charset="0"/>
                <a:cs typeface="Times New Roman" panose="02020603050405020304" pitchFamily="18" charset="0"/>
              </a:rPr>
              <a:t>molding</a:t>
            </a:r>
            <a:r>
              <a:rPr lang="en-IN" sz="2800" dirty="0">
                <a:latin typeface="Times New Roman" panose="02020603050405020304" pitchFamily="18" charset="0"/>
                <a:cs typeface="Times New Roman" panose="02020603050405020304" pitchFamily="18" charset="0"/>
              </a:rPr>
              <a:t>, possessing high strength, permeability, and refractoriness. </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solidFill>
                  <a:srgbClr val="C00000"/>
                </a:solidFill>
                <a:latin typeface="Times New Roman" panose="02020603050405020304" pitchFamily="18" charset="0"/>
                <a:cs typeface="Times New Roman" panose="02020603050405020304" pitchFamily="18" charset="0"/>
              </a:rPr>
              <a:t>Core Sand: </a:t>
            </a:r>
            <a:r>
              <a:rPr lang="en-IN" sz="2800" dirty="0">
                <a:latin typeface="Times New Roman" panose="02020603050405020304" pitchFamily="18" charset="0"/>
                <a:cs typeface="Times New Roman" panose="02020603050405020304" pitchFamily="18" charset="0"/>
              </a:rPr>
              <a:t>Used to make cores and includes binders such as linseed oil,  phenol-formaldehyde, urea-formaldehyde, dextrin, starch sodium silicate and fire clay.</a:t>
            </a:r>
          </a:p>
          <a:p>
            <a:pPr algn="just"/>
            <a:endParaRPr lang="en-IN" sz="2800" dirty="0">
              <a:latin typeface="Times New Roman" panose="02020603050405020304" pitchFamily="18" charset="0"/>
              <a:cs typeface="Times New Roman" panose="02020603050405020304" pitchFamily="18" charset="0"/>
            </a:endParaRPr>
          </a:p>
          <a:p>
            <a:pPr algn="just"/>
            <a:r>
              <a:rPr lang="en-IN" sz="2800" dirty="0">
                <a:solidFill>
                  <a:srgbClr val="C00000"/>
                </a:solidFill>
                <a:latin typeface="Times New Roman" panose="02020603050405020304" pitchFamily="18" charset="0"/>
                <a:cs typeface="Times New Roman" panose="02020603050405020304" pitchFamily="18" charset="0"/>
              </a:rPr>
              <a:t>Parting Sand: </a:t>
            </a:r>
            <a:r>
              <a:rPr lang="en-IN" sz="2800" dirty="0">
                <a:latin typeface="Times New Roman" panose="02020603050405020304" pitchFamily="18" charset="0"/>
                <a:cs typeface="Times New Roman" panose="02020603050405020304" pitchFamily="18" charset="0"/>
              </a:rPr>
              <a:t>Used to prevent sand from sticking together at the parting line of the </a:t>
            </a:r>
            <a:r>
              <a:rPr lang="en-IN" sz="2800" dirty="0" err="1">
                <a:latin typeface="Times New Roman" panose="02020603050405020304" pitchFamily="18" charset="0"/>
                <a:cs typeface="Times New Roman" panose="02020603050405020304" pitchFamily="18" charset="0"/>
              </a:rPr>
              <a:t>mold</a:t>
            </a:r>
            <a:r>
              <a:rPr lang="en-IN" sz="2800" dirty="0">
                <a:latin typeface="Times New Roman" panose="02020603050405020304" pitchFamily="18" charset="0"/>
                <a:cs typeface="Times New Roman" panose="02020603050405020304" pitchFamily="18" charset="0"/>
              </a:rPr>
              <a:t>.</a:t>
            </a:r>
            <a:endParaRPr lang="en-US" sz="2800" dirty="0"/>
          </a:p>
        </p:txBody>
      </p:sp>
    </p:spTree>
    <p:extLst>
      <p:ext uri="{BB962C8B-B14F-4D97-AF65-F5344CB8AC3E}">
        <p14:creationId xmlns:p14="http://schemas.microsoft.com/office/powerpoint/2010/main" val="2116633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85E1B1-7244-02CB-BBF2-D5016F6DA6DD}"/>
              </a:ext>
            </a:extLst>
          </p:cNvPr>
          <p:cNvPicPr>
            <a:picLocks noChangeAspect="1"/>
          </p:cNvPicPr>
          <p:nvPr/>
        </p:nvPicPr>
        <p:blipFill>
          <a:blip r:embed="rId2"/>
          <a:stretch>
            <a:fillRect/>
          </a:stretch>
        </p:blipFill>
        <p:spPr>
          <a:xfrm>
            <a:off x="228601" y="1295401"/>
            <a:ext cx="4114800" cy="2346868"/>
          </a:xfrm>
          <a:prstGeom prst="rect">
            <a:avLst/>
          </a:prstGeom>
        </p:spPr>
      </p:pic>
      <p:pic>
        <p:nvPicPr>
          <p:cNvPr id="6" name="Picture 5">
            <a:extLst>
              <a:ext uri="{FF2B5EF4-FFF2-40B4-BE49-F238E27FC236}">
                <a16:creationId xmlns:a16="http://schemas.microsoft.com/office/drawing/2014/main" id="{7B5349DC-6781-F6BE-4990-A5BA26071BCD}"/>
              </a:ext>
            </a:extLst>
          </p:cNvPr>
          <p:cNvPicPr>
            <a:picLocks noChangeAspect="1"/>
          </p:cNvPicPr>
          <p:nvPr/>
        </p:nvPicPr>
        <p:blipFill>
          <a:blip r:embed="rId3"/>
          <a:stretch>
            <a:fillRect/>
          </a:stretch>
        </p:blipFill>
        <p:spPr>
          <a:xfrm>
            <a:off x="4648201" y="1295401"/>
            <a:ext cx="3581400" cy="2354015"/>
          </a:xfrm>
          <a:prstGeom prst="rect">
            <a:avLst/>
          </a:prstGeom>
        </p:spPr>
      </p:pic>
      <p:pic>
        <p:nvPicPr>
          <p:cNvPr id="8" name="Picture 7">
            <a:extLst>
              <a:ext uri="{FF2B5EF4-FFF2-40B4-BE49-F238E27FC236}">
                <a16:creationId xmlns:a16="http://schemas.microsoft.com/office/drawing/2014/main" id="{4CE61E98-68B2-6DA7-B70A-C4C007364B65}"/>
              </a:ext>
            </a:extLst>
          </p:cNvPr>
          <p:cNvPicPr>
            <a:picLocks noChangeAspect="1"/>
          </p:cNvPicPr>
          <p:nvPr/>
        </p:nvPicPr>
        <p:blipFill>
          <a:blip r:embed="rId4"/>
          <a:stretch>
            <a:fillRect/>
          </a:stretch>
        </p:blipFill>
        <p:spPr>
          <a:xfrm>
            <a:off x="8534401" y="1142999"/>
            <a:ext cx="3211780" cy="2499269"/>
          </a:xfrm>
          <a:prstGeom prst="rect">
            <a:avLst/>
          </a:prstGeom>
        </p:spPr>
      </p:pic>
      <p:pic>
        <p:nvPicPr>
          <p:cNvPr id="10" name="Picture 9">
            <a:extLst>
              <a:ext uri="{FF2B5EF4-FFF2-40B4-BE49-F238E27FC236}">
                <a16:creationId xmlns:a16="http://schemas.microsoft.com/office/drawing/2014/main" id="{4EE77D0A-A125-C4CE-79F9-4359C4E372F2}"/>
              </a:ext>
            </a:extLst>
          </p:cNvPr>
          <p:cNvPicPr>
            <a:picLocks noChangeAspect="1"/>
          </p:cNvPicPr>
          <p:nvPr/>
        </p:nvPicPr>
        <p:blipFill>
          <a:blip r:embed="rId5"/>
          <a:stretch>
            <a:fillRect/>
          </a:stretch>
        </p:blipFill>
        <p:spPr>
          <a:xfrm>
            <a:off x="-2406" y="3878966"/>
            <a:ext cx="3581400" cy="2962275"/>
          </a:xfrm>
          <a:prstGeom prst="rect">
            <a:avLst/>
          </a:prstGeom>
        </p:spPr>
      </p:pic>
      <p:pic>
        <p:nvPicPr>
          <p:cNvPr id="12" name="Picture 11">
            <a:extLst>
              <a:ext uri="{FF2B5EF4-FFF2-40B4-BE49-F238E27FC236}">
                <a16:creationId xmlns:a16="http://schemas.microsoft.com/office/drawing/2014/main" id="{2E313D87-AB8D-ABC9-D400-CCE2DB8E7DA8}"/>
              </a:ext>
            </a:extLst>
          </p:cNvPr>
          <p:cNvPicPr>
            <a:picLocks noChangeAspect="1"/>
          </p:cNvPicPr>
          <p:nvPr/>
        </p:nvPicPr>
        <p:blipFill>
          <a:blip r:embed="rId6"/>
          <a:stretch>
            <a:fillRect/>
          </a:stretch>
        </p:blipFill>
        <p:spPr>
          <a:xfrm>
            <a:off x="3124200" y="3931692"/>
            <a:ext cx="4416425" cy="2643008"/>
          </a:xfrm>
          <a:prstGeom prst="rect">
            <a:avLst/>
          </a:prstGeom>
        </p:spPr>
      </p:pic>
      <p:pic>
        <p:nvPicPr>
          <p:cNvPr id="14" name="Picture 13">
            <a:extLst>
              <a:ext uri="{FF2B5EF4-FFF2-40B4-BE49-F238E27FC236}">
                <a16:creationId xmlns:a16="http://schemas.microsoft.com/office/drawing/2014/main" id="{1B63C31E-F655-1BD1-6B94-02969E940F88}"/>
              </a:ext>
            </a:extLst>
          </p:cNvPr>
          <p:cNvPicPr>
            <a:picLocks noChangeAspect="1"/>
          </p:cNvPicPr>
          <p:nvPr/>
        </p:nvPicPr>
        <p:blipFill>
          <a:blip r:embed="rId7"/>
          <a:stretch>
            <a:fillRect/>
          </a:stretch>
        </p:blipFill>
        <p:spPr>
          <a:xfrm>
            <a:off x="7693025" y="4212727"/>
            <a:ext cx="4498975" cy="2080938"/>
          </a:xfrm>
          <a:prstGeom prst="rect">
            <a:avLst/>
          </a:prstGeom>
        </p:spPr>
      </p:pic>
      <p:sp>
        <p:nvSpPr>
          <p:cNvPr id="15" name="TextBox 14">
            <a:extLst>
              <a:ext uri="{FF2B5EF4-FFF2-40B4-BE49-F238E27FC236}">
                <a16:creationId xmlns:a16="http://schemas.microsoft.com/office/drawing/2014/main" id="{8E439F4C-11CD-3D44-EF7D-A978C9A03F82}"/>
              </a:ext>
            </a:extLst>
          </p:cNvPr>
          <p:cNvSpPr txBox="1"/>
          <p:nvPr/>
        </p:nvSpPr>
        <p:spPr>
          <a:xfrm>
            <a:off x="1447800" y="3593106"/>
            <a:ext cx="1905000" cy="369332"/>
          </a:xfrm>
          <a:prstGeom prst="rect">
            <a:avLst/>
          </a:prstGeom>
          <a:noFill/>
        </p:spPr>
        <p:txBody>
          <a:bodyPr wrap="square" rtlCol="0">
            <a:spAutoFit/>
          </a:bodyPr>
          <a:lstStyle/>
          <a:p>
            <a:r>
              <a:rPr lang="en-IN" b="1" dirty="0"/>
              <a:t>Green Sand </a:t>
            </a:r>
          </a:p>
        </p:txBody>
      </p:sp>
      <p:sp>
        <p:nvSpPr>
          <p:cNvPr id="16" name="TextBox 15">
            <a:extLst>
              <a:ext uri="{FF2B5EF4-FFF2-40B4-BE49-F238E27FC236}">
                <a16:creationId xmlns:a16="http://schemas.microsoft.com/office/drawing/2014/main" id="{A7416822-CE66-07EB-5071-0E3CE9A94A8A}"/>
              </a:ext>
            </a:extLst>
          </p:cNvPr>
          <p:cNvSpPr txBox="1"/>
          <p:nvPr/>
        </p:nvSpPr>
        <p:spPr>
          <a:xfrm>
            <a:off x="5899485" y="3593106"/>
            <a:ext cx="1905000" cy="369332"/>
          </a:xfrm>
          <a:prstGeom prst="rect">
            <a:avLst/>
          </a:prstGeom>
          <a:noFill/>
        </p:spPr>
        <p:txBody>
          <a:bodyPr wrap="square" rtlCol="0">
            <a:spAutoFit/>
          </a:bodyPr>
          <a:lstStyle/>
          <a:p>
            <a:r>
              <a:rPr lang="en-IN" b="1" dirty="0"/>
              <a:t>Dry Sand </a:t>
            </a:r>
          </a:p>
        </p:txBody>
      </p:sp>
      <p:sp>
        <p:nvSpPr>
          <p:cNvPr id="17" name="TextBox 16">
            <a:extLst>
              <a:ext uri="{FF2B5EF4-FFF2-40B4-BE49-F238E27FC236}">
                <a16:creationId xmlns:a16="http://schemas.microsoft.com/office/drawing/2014/main" id="{30A2B09B-76D8-C529-6CC6-22615CA184F3}"/>
              </a:ext>
            </a:extLst>
          </p:cNvPr>
          <p:cNvSpPr txBox="1"/>
          <p:nvPr/>
        </p:nvSpPr>
        <p:spPr>
          <a:xfrm>
            <a:off x="9525002" y="3608580"/>
            <a:ext cx="1905000" cy="369332"/>
          </a:xfrm>
          <a:prstGeom prst="rect">
            <a:avLst/>
          </a:prstGeom>
          <a:noFill/>
        </p:spPr>
        <p:txBody>
          <a:bodyPr wrap="square" rtlCol="0">
            <a:spAutoFit/>
          </a:bodyPr>
          <a:lstStyle/>
          <a:p>
            <a:r>
              <a:rPr lang="en-IN" b="1" dirty="0"/>
              <a:t>Loam Sand </a:t>
            </a:r>
          </a:p>
        </p:txBody>
      </p:sp>
      <p:sp>
        <p:nvSpPr>
          <p:cNvPr id="18" name="TextBox 17">
            <a:extLst>
              <a:ext uri="{FF2B5EF4-FFF2-40B4-BE49-F238E27FC236}">
                <a16:creationId xmlns:a16="http://schemas.microsoft.com/office/drawing/2014/main" id="{3EEA08D5-A990-5454-9015-42A4F0B4E9A5}"/>
              </a:ext>
            </a:extLst>
          </p:cNvPr>
          <p:cNvSpPr txBox="1"/>
          <p:nvPr/>
        </p:nvSpPr>
        <p:spPr>
          <a:xfrm>
            <a:off x="1055571" y="6390034"/>
            <a:ext cx="1905000" cy="369332"/>
          </a:xfrm>
          <a:prstGeom prst="rect">
            <a:avLst/>
          </a:prstGeom>
          <a:noFill/>
        </p:spPr>
        <p:txBody>
          <a:bodyPr wrap="square" rtlCol="0">
            <a:spAutoFit/>
          </a:bodyPr>
          <a:lstStyle/>
          <a:p>
            <a:r>
              <a:rPr lang="en-IN" b="1" dirty="0"/>
              <a:t>Parting Sand </a:t>
            </a:r>
          </a:p>
        </p:txBody>
      </p:sp>
      <p:sp>
        <p:nvSpPr>
          <p:cNvPr id="19" name="TextBox 18">
            <a:extLst>
              <a:ext uri="{FF2B5EF4-FFF2-40B4-BE49-F238E27FC236}">
                <a16:creationId xmlns:a16="http://schemas.microsoft.com/office/drawing/2014/main" id="{50A27943-CACF-97D8-E1AF-EB97822E7625}"/>
              </a:ext>
            </a:extLst>
          </p:cNvPr>
          <p:cNvSpPr txBox="1"/>
          <p:nvPr/>
        </p:nvSpPr>
        <p:spPr>
          <a:xfrm>
            <a:off x="4945381" y="6506400"/>
            <a:ext cx="1905000" cy="369332"/>
          </a:xfrm>
          <a:prstGeom prst="rect">
            <a:avLst/>
          </a:prstGeom>
          <a:noFill/>
        </p:spPr>
        <p:txBody>
          <a:bodyPr wrap="square" rtlCol="0">
            <a:spAutoFit/>
          </a:bodyPr>
          <a:lstStyle/>
          <a:p>
            <a:r>
              <a:rPr lang="en-IN" b="1" dirty="0"/>
              <a:t>Facing Sand </a:t>
            </a:r>
          </a:p>
        </p:txBody>
      </p:sp>
      <p:sp>
        <p:nvSpPr>
          <p:cNvPr id="20" name="TextBox 19">
            <a:extLst>
              <a:ext uri="{FF2B5EF4-FFF2-40B4-BE49-F238E27FC236}">
                <a16:creationId xmlns:a16="http://schemas.microsoft.com/office/drawing/2014/main" id="{E048F5F3-B5AF-B0DF-4C06-3B95313EACB9}"/>
              </a:ext>
            </a:extLst>
          </p:cNvPr>
          <p:cNvSpPr txBox="1"/>
          <p:nvPr/>
        </p:nvSpPr>
        <p:spPr>
          <a:xfrm>
            <a:off x="8990012" y="6402868"/>
            <a:ext cx="1905000" cy="369332"/>
          </a:xfrm>
          <a:prstGeom prst="rect">
            <a:avLst/>
          </a:prstGeom>
          <a:noFill/>
        </p:spPr>
        <p:txBody>
          <a:bodyPr wrap="square" rtlCol="0">
            <a:spAutoFit/>
          </a:bodyPr>
          <a:lstStyle/>
          <a:p>
            <a:r>
              <a:rPr lang="en-IN" b="1" dirty="0"/>
              <a:t>Core Sand </a:t>
            </a:r>
          </a:p>
        </p:txBody>
      </p:sp>
      <p:sp>
        <p:nvSpPr>
          <p:cNvPr id="21" name="TextBox 20">
            <a:extLst>
              <a:ext uri="{FF2B5EF4-FFF2-40B4-BE49-F238E27FC236}">
                <a16:creationId xmlns:a16="http://schemas.microsoft.com/office/drawing/2014/main" id="{6F629FE2-F2C7-6EEF-8984-2C2A019436EB}"/>
              </a:ext>
            </a:extLst>
          </p:cNvPr>
          <p:cNvSpPr txBox="1"/>
          <p:nvPr/>
        </p:nvSpPr>
        <p:spPr>
          <a:xfrm>
            <a:off x="3606266" y="225745"/>
            <a:ext cx="5804836" cy="707886"/>
          </a:xfrm>
          <a:prstGeom prst="rect">
            <a:avLst/>
          </a:prstGeom>
          <a:noFill/>
        </p:spPr>
        <p:txBody>
          <a:bodyPr wrap="square" rtlCol="0">
            <a:spAutoFit/>
          </a:bodyPr>
          <a:lstStyle/>
          <a:p>
            <a:r>
              <a:rPr lang="en-IN" sz="4000" b="1" dirty="0"/>
              <a:t>Types of </a:t>
            </a:r>
            <a:r>
              <a:rPr lang="en-IN" sz="4000" b="1" dirty="0" err="1"/>
              <a:t>Molding</a:t>
            </a:r>
            <a:r>
              <a:rPr lang="en-IN" sz="4000" b="1" dirty="0"/>
              <a:t> Sand </a:t>
            </a:r>
          </a:p>
        </p:txBody>
      </p:sp>
    </p:spTree>
    <p:extLst>
      <p:ext uri="{BB962C8B-B14F-4D97-AF65-F5344CB8AC3E}">
        <p14:creationId xmlns:p14="http://schemas.microsoft.com/office/powerpoint/2010/main" val="2647808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6</a:t>
            </a:fld>
            <a:endParaRPr lang="en-US"/>
          </a:p>
        </p:txBody>
      </p:sp>
      <p:sp>
        <p:nvSpPr>
          <p:cNvPr id="7171" name="Rectangle 2"/>
          <p:cNvSpPr>
            <a:spLocks noGrp="1" noChangeArrowheads="1"/>
          </p:cNvSpPr>
          <p:nvPr>
            <p:ph type="title"/>
          </p:nvPr>
        </p:nvSpPr>
        <p:spPr>
          <a:xfrm>
            <a:off x="2362200" y="304800"/>
            <a:ext cx="4267200" cy="533400"/>
          </a:xfrm>
          <a:noFill/>
        </p:spPr>
        <p:txBody>
          <a:bodyPr>
            <a:noAutofit/>
          </a:bodyPr>
          <a:lstStyle/>
          <a:p>
            <a:pPr algn="l" eaLnBrk="1" hangingPunct="1"/>
            <a:r>
              <a:rPr lang="en-US" sz="4000" b="1" dirty="0">
                <a:solidFill>
                  <a:schemeClr val="accent1">
                    <a:lumMod val="50000"/>
                  </a:schemeClr>
                </a:solidFill>
              </a:rPr>
              <a:t>Sand preparation </a:t>
            </a:r>
          </a:p>
        </p:txBody>
      </p:sp>
      <p:sp>
        <p:nvSpPr>
          <p:cNvPr id="7172" name="Rectangle 3"/>
          <p:cNvSpPr>
            <a:spLocks noGrp="1" noChangeArrowheads="1"/>
          </p:cNvSpPr>
          <p:nvPr>
            <p:ph type="body" idx="1"/>
          </p:nvPr>
        </p:nvSpPr>
        <p:spPr>
          <a:xfrm>
            <a:off x="914400" y="1295400"/>
            <a:ext cx="10363200" cy="4900124"/>
          </a:xfrm>
          <a:noFill/>
        </p:spPr>
        <p:txBody>
          <a:bodyPr/>
          <a:lstStyle/>
          <a:p>
            <a:pPr marL="571500" indent="-571500" algn="just" eaLnBrk="1" hangingPunct="1">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Very few natural sands have all the qualities required by a molding sand</a:t>
            </a:r>
          </a:p>
          <a:p>
            <a:pPr marL="571500" indent="-571500" algn="just" eaLnBrk="1" hangingPunct="1">
              <a:lnSpc>
                <a:spcPct val="150000"/>
              </a:lnSpc>
              <a:buFont typeface="Arial" panose="020B0604020202020204" pitchFamily="34" charset="0"/>
              <a:buChar char="•"/>
            </a:pPr>
            <a:r>
              <a:rPr lang="en-US" sz="3600" dirty="0">
                <a:solidFill>
                  <a:schemeClr val="accent2">
                    <a:lumMod val="75000"/>
                  </a:schemeClr>
                </a:solidFill>
                <a:latin typeface="Times New Roman" panose="02020603050405020304" pitchFamily="18" charset="0"/>
                <a:cs typeface="Times New Roman" panose="02020603050405020304" pitchFamily="18" charset="0"/>
              </a:rPr>
              <a:t>It is </a:t>
            </a:r>
            <a:r>
              <a:rPr lang="en-US" sz="3600" u="sng" dirty="0">
                <a:solidFill>
                  <a:schemeClr val="accent2">
                    <a:lumMod val="75000"/>
                  </a:schemeClr>
                </a:solidFill>
                <a:latin typeface="Times New Roman" panose="02020603050405020304" pitchFamily="18" charset="0"/>
                <a:cs typeface="Times New Roman" panose="02020603050405020304" pitchFamily="18" charset="0"/>
              </a:rPr>
              <a:t>mixed</a:t>
            </a:r>
            <a:r>
              <a:rPr lang="en-US" sz="3600" dirty="0">
                <a:solidFill>
                  <a:schemeClr val="accent2">
                    <a:lumMod val="75000"/>
                  </a:schemeClr>
                </a:solidFill>
                <a:latin typeface="Times New Roman" panose="02020603050405020304" pitchFamily="18" charset="0"/>
                <a:cs typeface="Times New Roman" panose="02020603050405020304" pitchFamily="18" charset="0"/>
              </a:rPr>
              <a:t> with </a:t>
            </a:r>
            <a:r>
              <a:rPr lang="en-US" sz="3600" u="sng" dirty="0">
                <a:solidFill>
                  <a:schemeClr val="accent2">
                    <a:lumMod val="75000"/>
                  </a:schemeClr>
                </a:solidFill>
                <a:latin typeface="Times New Roman" panose="02020603050405020304" pitchFamily="18" charset="0"/>
                <a:cs typeface="Times New Roman" panose="02020603050405020304" pitchFamily="18" charset="0"/>
              </a:rPr>
              <a:t>other</a:t>
            </a:r>
            <a:r>
              <a:rPr lang="en-US" sz="3600" dirty="0">
                <a:solidFill>
                  <a:schemeClr val="accent2">
                    <a:lumMod val="75000"/>
                  </a:schemeClr>
                </a:solidFill>
                <a:latin typeface="Times New Roman" panose="02020603050405020304" pitchFamily="18" charset="0"/>
                <a:cs typeface="Times New Roman" panose="02020603050405020304" pitchFamily="18" charset="0"/>
              </a:rPr>
              <a:t> sands which possess the required characteristics</a:t>
            </a:r>
          </a:p>
          <a:p>
            <a:pPr marL="571500" indent="-571500" algn="just" eaLnBrk="1" hangingPunct="1">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Sufficient moisture must be added to the sand</a:t>
            </a:r>
          </a:p>
          <a:p>
            <a:pPr marL="571500" indent="-571500" algn="just" eaLnBrk="1" hangingPunct="1">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Sand must be properly conditioned before use</a:t>
            </a:r>
          </a:p>
        </p:txBody>
      </p:sp>
    </p:spTree>
    <p:extLst>
      <p:ext uri="{BB962C8B-B14F-4D97-AF65-F5344CB8AC3E}">
        <p14:creationId xmlns:p14="http://schemas.microsoft.com/office/powerpoint/2010/main" val="105313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7</a:t>
            </a:fld>
            <a:endParaRPr lang="en-US"/>
          </a:p>
        </p:txBody>
      </p:sp>
      <p:sp>
        <p:nvSpPr>
          <p:cNvPr id="8195" name="Rectangle 2"/>
          <p:cNvSpPr>
            <a:spLocks noGrp="1" noChangeArrowheads="1"/>
          </p:cNvSpPr>
          <p:nvPr>
            <p:ph type="title"/>
          </p:nvPr>
        </p:nvSpPr>
        <p:spPr>
          <a:xfrm>
            <a:off x="2286000" y="457200"/>
            <a:ext cx="6248400" cy="487362"/>
          </a:xfrm>
        </p:spPr>
        <p:txBody>
          <a:bodyPr>
            <a:noAutofit/>
          </a:bodyPr>
          <a:lstStyle/>
          <a:p>
            <a:pPr algn="l" eaLnBrk="1" hangingPunct="1"/>
            <a:r>
              <a:rPr lang="en-US" sz="4000" dirty="0">
                <a:solidFill>
                  <a:schemeClr val="accent1">
                    <a:lumMod val="50000"/>
                  </a:schemeClr>
                </a:solidFill>
              </a:rPr>
              <a:t>Properties of a molding sand</a:t>
            </a:r>
          </a:p>
        </p:txBody>
      </p:sp>
      <p:sp>
        <p:nvSpPr>
          <p:cNvPr id="8196" name="Rectangle 3"/>
          <p:cNvSpPr>
            <a:spLocks noGrp="1" noChangeArrowheads="1"/>
          </p:cNvSpPr>
          <p:nvPr>
            <p:ph type="body" idx="1"/>
          </p:nvPr>
        </p:nvSpPr>
        <p:spPr>
          <a:xfrm>
            <a:off x="571500" y="1219201"/>
            <a:ext cx="11049000" cy="5567678"/>
          </a:xfrm>
        </p:spPr>
        <p:txBody>
          <a:bodyPr/>
          <a:lstStyle/>
          <a:p>
            <a:pPr algn="just" eaLnBrk="1" hangingPunct="1">
              <a:lnSpc>
                <a:spcPct val="90000"/>
              </a:lnSpc>
            </a:pPr>
            <a:r>
              <a:rPr lang="en-US" sz="3200" dirty="0">
                <a:solidFill>
                  <a:schemeClr val="accent2">
                    <a:lumMod val="75000"/>
                  </a:schemeClr>
                </a:solidFill>
                <a:latin typeface="Times New Roman" panose="02020603050405020304" pitchFamily="18" charset="0"/>
                <a:cs typeface="Times New Roman" panose="02020603050405020304" pitchFamily="18" charset="0"/>
              </a:rPr>
              <a:t>Porosity (permeability): </a:t>
            </a:r>
            <a:r>
              <a:rPr lang="en-US" sz="3200" dirty="0">
                <a:latin typeface="Times New Roman" panose="02020603050405020304" pitchFamily="18" charset="0"/>
                <a:cs typeface="Times New Roman" panose="02020603050405020304" pitchFamily="18" charset="0"/>
              </a:rPr>
              <a:t>Sand must be porous to allow the gases/ moisture present within the molds to be removed freely when molten metal is poured.</a:t>
            </a:r>
          </a:p>
          <a:p>
            <a:pPr algn="just" eaLnBrk="1" hangingPunct="1">
              <a:lnSpc>
                <a:spcPct val="90000"/>
              </a:lnSpc>
            </a:pPr>
            <a:endParaRPr lang="en-US" sz="2000" dirty="0">
              <a:latin typeface="Times New Roman" panose="02020603050405020304" pitchFamily="18" charset="0"/>
              <a:cs typeface="Times New Roman" panose="02020603050405020304" pitchFamily="18" charset="0"/>
            </a:endParaRPr>
          </a:p>
          <a:p>
            <a:pPr algn="just" eaLnBrk="1" hangingPunct="1">
              <a:lnSpc>
                <a:spcPct val="90000"/>
              </a:lnSpc>
            </a:pPr>
            <a:r>
              <a:rPr lang="en-US" sz="3200" dirty="0">
                <a:solidFill>
                  <a:schemeClr val="accent2">
                    <a:lumMod val="75000"/>
                  </a:schemeClr>
                </a:solidFill>
                <a:latin typeface="Times New Roman" panose="02020603050405020304" pitchFamily="18" charset="0"/>
                <a:cs typeface="Times New Roman" panose="02020603050405020304" pitchFamily="18" charset="0"/>
              </a:rPr>
              <a:t>Adhesiveness: </a:t>
            </a:r>
            <a:r>
              <a:rPr lang="en-US" sz="3200" dirty="0">
                <a:latin typeface="Times New Roman" panose="02020603050405020304" pitchFamily="18" charset="0"/>
                <a:cs typeface="Times New Roman" panose="02020603050405020304" pitchFamily="18" charset="0"/>
              </a:rPr>
              <a:t>Sand  particles must be capable of adhering to sides of molding boxes.</a:t>
            </a:r>
          </a:p>
          <a:p>
            <a:pPr algn="just" eaLnBrk="1" hangingPunct="1">
              <a:lnSpc>
                <a:spcPct val="90000"/>
              </a:lnSpc>
            </a:pPr>
            <a:endParaRPr lang="en-US" sz="2000" dirty="0">
              <a:latin typeface="Times New Roman" panose="02020603050405020304" pitchFamily="18" charset="0"/>
              <a:cs typeface="Times New Roman" panose="02020603050405020304" pitchFamily="18" charset="0"/>
            </a:endParaRPr>
          </a:p>
          <a:p>
            <a:pPr algn="just" eaLnBrk="1" hangingPunct="1">
              <a:lnSpc>
                <a:spcPct val="90000"/>
              </a:lnSpc>
            </a:pPr>
            <a:r>
              <a:rPr lang="en-US" sz="3200" dirty="0">
                <a:solidFill>
                  <a:schemeClr val="accent2">
                    <a:lumMod val="75000"/>
                  </a:schemeClr>
                </a:solidFill>
                <a:latin typeface="Times New Roman" panose="02020603050405020304" pitchFamily="18" charset="0"/>
                <a:cs typeface="Times New Roman" panose="02020603050405020304" pitchFamily="18" charset="0"/>
              </a:rPr>
              <a:t>Cohesiveness / Strength: </a:t>
            </a:r>
            <a:r>
              <a:rPr lang="en-US" sz="3200" dirty="0">
                <a:latin typeface="Times New Roman" panose="02020603050405020304" pitchFamily="18" charset="0"/>
                <a:cs typeface="Times New Roman" panose="02020603050405020304" pitchFamily="18" charset="0"/>
              </a:rPr>
              <a:t>Ability of sand particles to stick together and should be sufficient to permit the mold to be formed to the desired shape even after the hot metal is poured in the mold.</a:t>
            </a:r>
          </a:p>
          <a:p>
            <a:pPr lvl="1" algn="just" eaLnBrk="1" hangingPunct="1">
              <a:lnSpc>
                <a:spcPct val="90000"/>
              </a:lnSpc>
            </a:pPr>
            <a:endParaRPr lang="en-US" sz="2000" dirty="0">
              <a:latin typeface="Times New Roman" panose="02020603050405020304" pitchFamily="18" charset="0"/>
              <a:cs typeface="Times New Roman" panose="02020603050405020304" pitchFamily="18" charset="0"/>
            </a:endParaRPr>
          </a:p>
          <a:p>
            <a:pPr algn="just" eaLnBrk="1" hangingPunct="1">
              <a:lnSpc>
                <a:spcPct val="90000"/>
              </a:lnSpc>
            </a:pPr>
            <a:r>
              <a:rPr lang="en-US" sz="3200" dirty="0">
                <a:solidFill>
                  <a:schemeClr val="accent2">
                    <a:lumMod val="75000"/>
                  </a:schemeClr>
                </a:solidFill>
                <a:latin typeface="Times New Roman" panose="02020603050405020304" pitchFamily="18" charset="0"/>
                <a:cs typeface="Times New Roman" panose="02020603050405020304" pitchFamily="18" charset="0"/>
              </a:rPr>
              <a:t>Refractoriness: </a:t>
            </a:r>
            <a:r>
              <a:rPr lang="en-US" sz="3200" dirty="0">
                <a:latin typeface="Times New Roman" panose="02020603050405020304" pitchFamily="18" charset="0"/>
                <a:cs typeface="Times New Roman" panose="02020603050405020304" pitchFamily="18" charset="0"/>
              </a:rPr>
              <a:t>Molding sands with a poor refractoriness may burn on to the casting. Measured by sinter point of sand.</a:t>
            </a:r>
          </a:p>
          <a:p>
            <a:pPr lvl="1" eaLnBrk="1" hangingPunct="1">
              <a:lnSpc>
                <a:spcPct val="90000"/>
              </a:lnSpc>
              <a:buFontTx/>
              <a:buNone/>
            </a:pPr>
            <a:endParaRPr lang="en-US" sz="2200" dirty="0"/>
          </a:p>
        </p:txBody>
      </p:sp>
    </p:spTree>
    <p:extLst>
      <p:ext uri="{BB962C8B-B14F-4D97-AF65-F5344CB8AC3E}">
        <p14:creationId xmlns:p14="http://schemas.microsoft.com/office/powerpoint/2010/main" val="251591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8</a:t>
            </a:fld>
            <a:endParaRPr lang="en-US"/>
          </a:p>
        </p:txBody>
      </p:sp>
      <p:sp>
        <p:nvSpPr>
          <p:cNvPr id="9219" name="Rectangle 3"/>
          <p:cNvSpPr>
            <a:spLocks noGrp="1" noChangeArrowheads="1"/>
          </p:cNvSpPr>
          <p:nvPr>
            <p:ph type="body" idx="1"/>
          </p:nvPr>
        </p:nvSpPr>
        <p:spPr>
          <a:xfrm>
            <a:off x="152400" y="1037176"/>
            <a:ext cx="11811000" cy="5820824"/>
          </a:xfrm>
        </p:spPr>
        <p:txBody>
          <a:bodyPr/>
          <a:lstStyle/>
          <a:p>
            <a:pPr algn="just" eaLnBrk="1" hangingPunct="1">
              <a:lnSpc>
                <a:spcPct val="150000"/>
              </a:lnSpc>
            </a:pPr>
            <a:r>
              <a:rPr lang="en-US" sz="3200" dirty="0">
                <a:solidFill>
                  <a:schemeClr val="accent2">
                    <a:lumMod val="75000"/>
                  </a:schemeClr>
                </a:solidFill>
                <a:latin typeface="Times New Roman" panose="02020603050405020304" pitchFamily="18" charset="0"/>
                <a:cs typeface="Times New Roman" panose="02020603050405020304" pitchFamily="18" charset="0"/>
              </a:rPr>
              <a:t>Collapsibility: </a:t>
            </a:r>
            <a:r>
              <a:rPr lang="en-US" sz="3200" dirty="0">
                <a:latin typeface="Times New Roman" panose="02020603050405020304" pitchFamily="18" charset="0"/>
                <a:cs typeface="Times New Roman" panose="02020603050405020304" pitchFamily="18" charset="0"/>
              </a:rPr>
              <a:t>Mold made out of sand to collapse as the molten metal gets solidified in it.</a:t>
            </a:r>
          </a:p>
          <a:p>
            <a:pPr algn="just" eaLnBrk="1" hangingPunct="1">
              <a:lnSpc>
                <a:spcPct val="150000"/>
              </a:lnSpc>
            </a:pPr>
            <a:r>
              <a:rPr lang="en-US" sz="3200" dirty="0">
                <a:solidFill>
                  <a:schemeClr val="accent2">
                    <a:lumMod val="75000"/>
                  </a:schemeClr>
                </a:solidFill>
                <a:latin typeface="Times New Roman" panose="02020603050405020304" pitchFamily="18" charset="0"/>
                <a:cs typeface="Times New Roman" panose="02020603050405020304" pitchFamily="18" charset="0"/>
              </a:rPr>
              <a:t>Flowability: </a:t>
            </a:r>
            <a:r>
              <a:rPr lang="en-US" sz="3200" dirty="0">
                <a:latin typeface="Times New Roman" panose="02020603050405020304" pitchFamily="18" charset="0"/>
                <a:cs typeface="Times New Roman" panose="02020603050405020304" pitchFamily="18" charset="0"/>
              </a:rPr>
              <a:t>Ability of the sand to behave like a fluid so that, when rammed sand will flow to all portions of a mold and around the pattern and take up the required shape.</a:t>
            </a:r>
          </a:p>
          <a:p>
            <a:pPr lvl="1" algn="just" eaLnBrk="1" hangingPunct="1">
              <a:lnSpc>
                <a:spcPct val="150000"/>
              </a:lnSpc>
            </a:pPr>
            <a:r>
              <a:rPr lang="en-US" sz="3200" dirty="0">
                <a:latin typeface="Times New Roman" panose="02020603050405020304" pitchFamily="18" charset="0"/>
                <a:cs typeface="Times New Roman" panose="02020603050405020304" pitchFamily="18" charset="0"/>
              </a:rPr>
              <a:t>It increases as clay &amp; water content increase.</a:t>
            </a:r>
          </a:p>
          <a:p>
            <a:pPr lvl="1" algn="just" eaLnBrk="1" hangingPunct="1">
              <a:lnSpc>
                <a:spcPct val="150000"/>
              </a:lnSpc>
            </a:pPr>
            <a:r>
              <a:rPr lang="en-US" sz="3200" dirty="0">
                <a:latin typeface="Times New Roman" panose="02020603050405020304" pitchFamily="18" charset="0"/>
                <a:cs typeface="Times New Roman" panose="02020603050405020304" pitchFamily="18" charset="0"/>
              </a:rPr>
              <a:t>High flowability is required of a molding sand of uniform density.</a:t>
            </a:r>
          </a:p>
          <a:p>
            <a:pPr lvl="1" algn="just" eaLnBrk="1" hangingPunct="1">
              <a:lnSpc>
                <a:spcPct val="150000"/>
              </a:lnSpc>
            </a:pPr>
            <a:r>
              <a:rPr lang="en-US" sz="3200" dirty="0">
                <a:latin typeface="Times New Roman" panose="02020603050405020304" pitchFamily="18" charset="0"/>
                <a:cs typeface="Times New Roman" panose="02020603050405020304" pitchFamily="18" charset="0"/>
              </a:rPr>
              <a:t>To obtain good impression of the pattern in the mold.</a:t>
            </a:r>
          </a:p>
        </p:txBody>
      </p:sp>
      <p:sp>
        <p:nvSpPr>
          <p:cNvPr id="2" name="Rectangle 2">
            <a:extLst>
              <a:ext uri="{FF2B5EF4-FFF2-40B4-BE49-F238E27FC236}">
                <a16:creationId xmlns:a16="http://schemas.microsoft.com/office/drawing/2014/main" id="{76DA4883-606D-696A-97F7-6A103ED719F6}"/>
              </a:ext>
            </a:extLst>
          </p:cNvPr>
          <p:cNvSpPr txBox="1">
            <a:spLocks noChangeArrowheads="1"/>
          </p:cNvSpPr>
          <p:nvPr/>
        </p:nvSpPr>
        <p:spPr>
          <a:xfrm>
            <a:off x="2286000" y="457200"/>
            <a:ext cx="6248400" cy="487362"/>
          </a:xfrm>
          <a:prstGeom prst="rect">
            <a:avLst/>
          </a:prstGeom>
        </p:spPr>
        <p:txBody>
          <a:bodyPr wrap="square" lIns="0" tIns="0" rIns="0" bIns="0">
            <a:noAutofit/>
          </a:bodyPr>
          <a:lstStyle>
            <a:lvl1pPr>
              <a:defRPr sz="4800" b="0" i="0">
                <a:solidFill>
                  <a:srgbClr val="2E5496"/>
                </a:solidFill>
                <a:latin typeface="Times New Roman"/>
                <a:ea typeface="+mj-ea"/>
                <a:cs typeface="Times New Roman"/>
              </a:defRPr>
            </a:lvl1pPr>
          </a:lstStyle>
          <a:p>
            <a:pPr algn="l"/>
            <a:r>
              <a:rPr lang="en-US" sz="4000" kern="0" dirty="0">
                <a:solidFill>
                  <a:schemeClr val="accent1">
                    <a:lumMod val="50000"/>
                  </a:schemeClr>
                </a:solidFill>
              </a:rPr>
              <a:t>Properties of a molding sand</a:t>
            </a:r>
          </a:p>
        </p:txBody>
      </p:sp>
    </p:spTree>
    <p:extLst>
      <p:ext uri="{BB962C8B-B14F-4D97-AF65-F5344CB8AC3E}">
        <p14:creationId xmlns:p14="http://schemas.microsoft.com/office/powerpoint/2010/main" val="19778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9E171-ACB7-DE8E-FDB2-D6E1110AFD7D}"/>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D9AE6435-4B65-E1CA-D9DB-B5F236956823}"/>
              </a:ext>
            </a:extLst>
          </p:cNvPr>
          <p:cNvSpPr>
            <a:spLocks noGrp="1" noChangeArrowheads="1"/>
          </p:cNvSpPr>
          <p:nvPr>
            <p:ph type="body" idx="1"/>
          </p:nvPr>
        </p:nvSpPr>
        <p:spPr bwMode="auto">
          <a:xfrm>
            <a:off x="531774" y="1666219"/>
            <a:ext cx="1112845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accent2">
                    <a:lumMod val="75000"/>
                  </a:schemeClr>
                </a:solidFill>
                <a:effectLst/>
                <a:latin typeface="Times New Roman" panose="02020603050405020304" pitchFamily="18" charset="0"/>
                <a:cs typeface="Times New Roman" panose="02020603050405020304" pitchFamily="18" charset="0"/>
              </a:rPr>
              <a:t>Silica Sand: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base material of the mold. Typically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silica sand</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accent2">
                    <a:lumMod val="75000"/>
                  </a:schemeClr>
                </a:solidFill>
                <a:effectLst/>
                <a:latin typeface="Times New Roman" panose="02020603050405020304" pitchFamily="18" charset="0"/>
                <a:cs typeface="Times New Roman" panose="02020603050405020304" pitchFamily="18" charset="0"/>
              </a:rPr>
              <a:t>Clay: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Binds the sand particles together, providing strength and durability to the mold. Bentonite, Kaolinite etc.</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accent2">
                    <a:lumMod val="75000"/>
                  </a:schemeClr>
                </a:solidFill>
                <a:effectLst/>
                <a:latin typeface="Times New Roman" panose="02020603050405020304" pitchFamily="18" charset="0"/>
                <a:cs typeface="Times New Roman" panose="02020603050405020304" pitchFamily="18" charset="0"/>
              </a:rPr>
              <a:t>Water: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Essential for the binding properties of clay in green sand.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accent2">
                    <a:lumMod val="75000"/>
                  </a:schemeClr>
                </a:solidFill>
                <a:effectLst/>
                <a:latin typeface="Times New Roman" panose="02020603050405020304" pitchFamily="18" charset="0"/>
                <a:cs typeface="Times New Roman" panose="02020603050405020304" pitchFamily="18" charset="0"/>
              </a:rPr>
              <a:t>Binders (Resins):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in dry sand or resin sand casting to create a strong, solid mold </a:t>
            </a:r>
            <a:r>
              <a:rPr lang="en-US" altLang="en-US" sz="2800" dirty="0">
                <a:latin typeface="Times New Roman" panose="02020603050405020304" pitchFamily="18" charset="0"/>
                <a:cs typeface="Times New Roman" panose="02020603050405020304" pitchFamily="18" charset="0"/>
              </a:rPr>
              <a:t>e</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 phenolic resins, furan resins, urea resins, epoxy resins and acrylic resins.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800" i="0" u="none" strike="noStrike" cap="none" normalizeH="0" baseline="0" dirty="0">
                <a:ln>
                  <a:noFill/>
                </a:ln>
                <a:solidFill>
                  <a:schemeClr val="accent2">
                    <a:lumMod val="75000"/>
                  </a:schemeClr>
                </a:solidFill>
                <a:effectLst/>
                <a:latin typeface="Times New Roman" panose="02020603050405020304" pitchFamily="18" charset="0"/>
                <a:cs typeface="Times New Roman" panose="02020603050405020304" pitchFamily="18" charset="0"/>
              </a:rPr>
              <a:t>Auxiliary Substances: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May include sawdust, coal powder, or straw, improving air permeability and heat resistance of the mold </a:t>
            </a:r>
          </a:p>
        </p:txBody>
      </p:sp>
      <p:sp>
        <p:nvSpPr>
          <p:cNvPr id="5" name="Rectangle 2">
            <a:extLst>
              <a:ext uri="{FF2B5EF4-FFF2-40B4-BE49-F238E27FC236}">
                <a16:creationId xmlns:a16="http://schemas.microsoft.com/office/drawing/2014/main" id="{6859497D-B299-121A-4110-89A26203E90C}"/>
              </a:ext>
            </a:extLst>
          </p:cNvPr>
          <p:cNvSpPr txBox="1">
            <a:spLocks noChangeArrowheads="1"/>
          </p:cNvSpPr>
          <p:nvPr/>
        </p:nvSpPr>
        <p:spPr>
          <a:xfrm>
            <a:off x="2362200" y="457102"/>
            <a:ext cx="6248400" cy="487362"/>
          </a:xfrm>
          <a:prstGeom prst="rect">
            <a:avLst/>
          </a:prstGeom>
        </p:spPr>
        <p:txBody>
          <a:bodyPr wrap="square" lIns="0" tIns="0" rIns="0" bIns="0">
            <a:noAutofit/>
          </a:bodyPr>
          <a:lstStyle>
            <a:lvl1pPr>
              <a:defRPr sz="4800" b="0" i="0">
                <a:solidFill>
                  <a:srgbClr val="2E5496"/>
                </a:solidFill>
                <a:latin typeface="Times New Roman"/>
                <a:ea typeface="+mj-ea"/>
                <a:cs typeface="Times New Roman"/>
              </a:defRPr>
            </a:lvl1pPr>
          </a:lstStyle>
          <a:p>
            <a:pPr lvl="0" eaLnBrk="0" fontAlgn="base" hangingPunct="0">
              <a:spcBef>
                <a:spcPct val="0"/>
              </a:spcBef>
              <a:spcAft>
                <a:spcPct val="0"/>
              </a:spcAft>
            </a:pPr>
            <a:r>
              <a:rPr lang="en-US" altLang="en-US" sz="4000" dirty="0">
                <a:solidFill>
                  <a:schemeClr val="tx1"/>
                </a:solidFill>
                <a:latin typeface="Times New Roman" panose="02020603050405020304" pitchFamily="18" charset="0"/>
                <a:cs typeface="Times New Roman" panose="02020603050405020304" pitchFamily="18" charset="0"/>
              </a:rPr>
              <a:t>Key components of sand</a:t>
            </a:r>
          </a:p>
        </p:txBody>
      </p:sp>
    </p:spTree>
    <p:extLst>
      <p:ext uri="{BB962C8B-B14F-4D97-AF65-F5344CB8AC3E}">
        <p14:creationId xmlns:p14="http://schemas.microsoft.com/office/powerpoint/2010/main" val="568943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89567F-56FF-E8C5-4CE3-D7A0AD2F9C67}"/>
              </a:ext>
            </a:extLst>
          </p:cNvPr>
          <p:cNvSpPr>
            <a:spLocks noGrp="1"/>
          </p:cNvSpPr>
          <p:nvPr>
            <p:ph type="body" idx="1"/>
          </p:nvPr>
        </p:nvSpPr>
        <p:spPr>
          <a:xfrm>
            <a:off x="834948" y="1379677"/>
            <a:ext cx="10522102" cy="4154984"/>
          </a:xfrm>
        </p:spPr>
        <p:txBody>
          <a:bodyPr/>
          <a:lstStyle/>
          <a:p>
            <a:pPr algn="just"/>
            <a:r>
              <a:rPr lang="en-IN" sz="2800" dirty="0">
                <a:solidFill>
                  <a:srgbClr val="C00000"/>
                </a:solidFill>
                <a:latin typeface="Times New Roman" panose="02020603050405020304" pitchFamily="18" charset="0"/>
                <a:cs typeface="Times New Roman" panose="02020603050405020304" pitchFamily="18" charset="0"/>
              </a:rPr>
              <a:t>Silica sand (SiO</a:t>
            </a:r>
            <a:r>
              <a:rPr lang="en-IN" sz="2800" baseline="-25000" dirty="0">
                <a:solidFill>
                  <a:srgbClr val="C00000"/>
                </a:solidFill>
                <a:latin typeface="Times New Roman" panose="02020603050405020304" pitchFamily="18" charset="0"/>
                <a:cs typeface="Times New Roman" panose="02020603050405020304" pitchFamily="18" charset="0"/>
              </a:rPr>
              <a:t>2</a:t>
            </a:r>
            <a:r>
              <a:rPr lang="en-IN" sz="2800" dirty="0">
                <a:solidFill>
                  <a:srgbClr val="C00000"/>
                </a:solidFill>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Act as the primary </a:t>
            </a:r>
            <a:r>
              <a:rPr lang="en-IN" sz="2800" dirty="0" err="1">
                <a:latin typeface="Times New Roman" panose="02020603050405020304" pitchFamily="18" charset="0"/>
                <a:cs typeface="Times New Roman" panose="02020603050405020304" pitchFamily="18" charset="0"/>
              </a:rPr>
              <a:t>mold</a:t>
            </a:r>
            <a:r>
              <a:rPr lang="en-IN" sz="2800" dirty="0">
                <a:latin typeface="Times New Roman" panose="02020603050405020304" pitchFamily="18" charset="0"/>
                <a:cs typeface="Times New Roman" panose="02020603050405020304" pitchFamily="18" charset="0"/>
              </a:rPr>
              <a:t> material provides refractoriness, typical range is </a:t>
            </a:r>
            <a:r>
              <a:rPr lang="en-IN" sz="2800" dirty="0">
                <a:solidFill>
                  <a:schemeClr val="tx2">
                    <a:lumMod val="60000"/>
                    <a:lumOff val="40000"/>
                  </a:schemeClr>
                </a:solidFill>
                <a:latin typeface="Times New Roman" panose="02020603050405020304" pitchFamily="18" charset="0"/>
                <a:cs typeface="Times New Roman" panose="02020603050405020304" pitchFamily="18" charset="0"/>
              </a:rPr>
              <a:t>80-92%</a:t>
            </a:r>
            <a:r>
              <a:rPr lang="en-IN" sz="2800" dirty="0">
                <a:latin typeface="Times New Roman" panose="02020603050405020304" pitchFamily="18" charset="0"/>
                <a:cs typeface="Times New Roman" panose="02020603050405020304" pitchFamily="18" charset="0"/>
              </a:rPr>
              <a:t>. </a:t>
            </a:r>
          </a:p>
          <a:p>
            <a:pPr algn="just"/>
            <a:r>
              <a:rPr lang="en-IN" sz="2800" dirty="0">
                <a:solidFill>
                  <a:srgbClr val="C00000"/>
                </a:solidFill>
                <a:latin typeface="Times New Roman" panose="02020603050405020304" pitchFamily="18" charset="0"/>
                <a:cs typeface="Times New Roman" panose="02020603050405020304" pitchFamily="18" charset="0"/>
              </a:rPr>
              <a:t>Clay: </a:t>
            </a:r>
            <a:r>
              <a:rPr lang="en-IN" sz="2800" dirty="0">
                <a:latin typeface="Times New Roman" panose="02020603050405020304" pitchFamily="18" charset="0"/>
                <a:cs typeface="Times New Roman" panose="02020603050405020304" pitchFamily="18" charset="0"/>
              </a:rPr>
              <a:t>Acts as a binder, common types include bentonite clay (e.g., sodium bentonite), typical range is </a:t>
            </a:r>
            <a:r>
              <a:rPr lang="en-IN" sz="2800" dirty="0">
                <a:solidFill>
                  <a:schemeClr val="tx2">
                    <a:lumMod val="60000"/>
                    <a:lumOff val="40000"/>
                  </a:schemeClr>
                </a:solidFill>
                <a:latin typeface="Times New Roman" panose="02020603050405020304" pitchFamily="18" charset="0"/>
                <a:cs typeface="Times New Roman" panose="02020603050405020304" pitchFamily="18" charset="0"/>
              </a:rPr>
              <a:t>6-12%</a:t>
            </a:r>
            <a:r>
              <a:rPr lang="en-IN" sz="2800" dirty="0">
                <a:latin typeface="Times New Roman" panose="02020603050405020304" pitchFamily="18" charset="0"/>
                <a:cs typeface="Times New Roman" panose="02020603050405020304" pitchFamily="18" charset="0"/>
              </a:rPr>
              <a:t>. </a:t>
            </a:r>
          </a:p>
          <a:p>
            <a:pPr algn="just"/>
            <a:r>
              <a:rPr lang="en-IN" sz="2800" dirty="0">
                <a:solidFill>
                  <a:srgbClr val="C00000"/>
                </a:solidFill>
                <a:latin typeface="Times New Roman" panose="02020603050405020304" pitchFamily="18" charset="0"/>
                <a:cs typeface="Times New Roman" panose="02020603050405020304" pitchFamily="18" charset="0"/>
              </a:rPr>
              <a:t>Water: </a:t>
            </a:r>
            <a:r>
              <a:rPr lang="en-IN" sz="2800" dirty="0">
                <a:latin typeface="Times New Roman" panose="02020603050405020304" pitchFamily="18" charset="0"/>
                <a:cs typeface="Times New Roman" panose="02020603050405020304" pitchFamily="18" charset="0"/>
              </a:rPr>
              <a:t>Activates the clay binder, enabling it to hold the sand grains together, typical range is </a:t>
            </a:r>
            <a:r>
              <a:rPr lang="en-IN" sz="2800" dirty="0">
                <a:solidFill>
                  <a:schemeClr val="tx2">
                    <a:lumMod val="60000"/>
                    <a:lumOff val="40000"/>
                  </a:schemeClr>
                </a:solidFill>
                <a:latin typeface="Times New Roman" panose="02020603050405020304" pitchFamily="18" charset="0"/>
                <a:cs typeface="Times New Roman" panose="02020603050405020304" pitchFamily="18" charset="0"/>
              </a:rPr>
              <a:t>3-6%</a:t>
            </a:r>
            <a:r>
              <a:rPr lang="en-IN" sz="2800" dirty="0">
                <a:latin typeface="Times New Roman" panose="02020603050405020304" pitchFamily="18" charset="0"/>
                <a:cs typeface="Times New Roman" panose="02020603050405020304" pitchFamily="18" charset="0"/>
              </a:rPr>
              <a:t>. </a:t>
            </a:r>
          </a:p>
          <a:p>
            <a:pPr algn="just"/>
            <a:r>
              <a:rPr lang="en-IN" sz="2800" dirty="0">
                <a:solidFill>
                  <a:srgbClr val="C00000"/>
                </a:solidFill>
                <a:latin typeface="Times New Roman" panose="02020603050405020304" pitchFamily="18" charset="0"/>
                <a:cs typeface="Times New Roman" panose="02020603050405020304" pitchFamily="18" charset="0"/>
              </a:rPr>
              <a:t>Other additives: </a:t>
            </a:r>
            <a:r>
              <a:rPr lang="en-IN" sz="2800" dirty="0">
                <a:latin typeface="Times New Roman" panose="02020603050405020304" pitchFamily="18" charset="0"/>
                <a:cs typeface="Times New Roman" panose="02020603050405020304" pitchFamily="18" charset="0"/>
              </a:rPr>
              <a:t>Include sea coal, silica flour, and other organic materials. They improve flowability, permeability of the </a:t>
            </a:r>
            <a:r>
              <a:rPr lang="en-IN" sz="2800" dirty="0" err="1">
                <a:latin typeface="Times New Roman" panose="02020603050405020304" pitchFamily="18" charset="0"/>
                <a:cs typeface="Times New Roman" panose="02020603050405020304" pitchFamily="18" charset="0"/>
              </a:rPr>
              <a:t>mold</a:t>
            </a:r>
            <a:r>
              <a:rPr lang="en-IN" sz="2800" dirty="0">
                <a:latin typeface="Times New Roman" panose="02020603050405020304" pitchFamily="18" charset="0"/>
                <a:cs typeface="Times New Roman" panose="02020603050405020304" pitchFamily="18" charset="0"/>
              </a:rPr>
              <a:t> and surface finish of the casting.</a:t>
            </a:r>
          </a:p>
          <a:p>
            <a:endParaRPr lang="en-IN" dirty="0"/>
          </a:p>
        </p:txBody>
      </p:sp>
      <p:sp>
        <p:nvSpPr>
          <p:cNvPr id="4" name="Rectangle 2">
            <a:extLst>
              <a:ext uri="{FF2B5EF4-FFF2-40B4-BE49-F238E27FC236}">
                <a16:creationId xmlns:a16="http://schemas.microsoft.com/office/drawing/2014/main" id="{4D64D0B1-0C1A-3AF8-0604-90BC2F01DC15}"/>
              </a:ext>
            </a:extLst>
          </p:cNvPr>
          <p:cNvSpPr txBox="1">
            <a:spLocks noChangeArrowheads="1"/>
          </p:cNvSpPr>
          <p:nvPr/>
        </p:nvSpPr>
        <p:spPr>
          <a:xfrm>
            <a:off x="2362200" y="457102"/>
            <a:ext cx="6248400" cy="487362"/>
          </a:xfrm>
          <a:prstGeom prst="rect">
            <a:avLst/>
          </a:prstGeom>
        </p:spPr>
        <p:txBody>
          <a:bodyPr wrap="square" lIns="0" tIns="0" rIns="0" bIns="0">
            <a:noAutofit/>
          </a:bodyPr>
          <a:lstStyle>
            <a:lvl1pPr>
              <a:defRPr sz="4800" b="0" i="0">
                <a:solidFill>
                  <a:srgbClr val="2E5496"/>
                </a:solidFill>
                <a:latin typeface="Times New Roman"/>
                <a:ea typeface="+mj-ea"/>
                <a:cs typeface="Times New Roman"/>
              </a:defRPr>
            </a:lvl1pPr>
          </a:lstStyle>
          <a:p>
            <a:pPr lvl="0" eaLnBrk="0" fontAlgn="base" hangingPunct="0">
              <a:spcBef>
                <a:spcPct val="0"/>
              </a:spcBef>
              <a:spcAft>
                <a:spcPct val="0"/>
              </a:spcAft>
            </a:pPr>
            <a:r>
              <a:rPr lang="en-US" altLang="en-US" sz="4000" dirty="0">
                <a:solidFill>
                  <a:schemeClr val="tx1"/>
                </a:solidFill>
                <a:latin typeface="Times New Roman" panose="02020603050405020304" pitchFamily="18" charset="0"/>
                <a:cs typeface="Times New Roman" panose="02020603050405020304" pitchFamily="18" charset="0"/>
              </a:rPr>
              <a:t>Key components of sand</a:t>
            </a:r>
          </a:p>
        </p:txBody>
      </p:sp>
    </p:spTree>
    <p:extLst>
      <p:ext uri="{BB962C8B-B14F-4D97-AF65-F5344CB8AC3E}">
        <p14:creationId xmlns:p14="http://schemas.microsoft.com/office/powerpoint/2010/main" val="4133625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ands holding a pile of green powder&#10;&#10;AI-generated content may be incorrect.">
            <a:extLst>
              <a:ext uri="{FF2B5EF4-FFF2-40B4-BE49-F238E27FC236}">
                <a16:creationId xmlns:a16="http://schemas.microsoft.com/office/drawing/2014/main" id="{295B9194-256D-441C-864B-90C1C2A09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566" y="1828800"/>
            <a:ext cx="5715000" cy="3810000"/>
          </a:xfrm>
          <a:prstGeom prst="rect">
            <a:avLst/>
          </a:prstGeom>
        </p:spPr>
      </p:pic>
      <p:pic>
        <p:nvPicPr>
          <p:cNvPr id="7" name="Picture 6" descr="A close-up of a cement mixer&#10;&#10;AI-generated content may be incorrect.">
            <a:extLst>
              <a:ext uri="{FF2B5EF4-FFF2-40B4-BE49-F238E27FC236}">
                <a16:creationId xmlns:a16="http://schemas.microsoft.com/office/drawing/2014/main" id="{CA7E2D5B-403D-AAC1-469D-B24B703B5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1943100"/>
            <a:ext cx="5283200" cy="2971800"/>
          </a:xfrm>
          <a:prstGeom prst="rect">
            <a:avLst/>
          </a:prstGeom>
        </p:spPr>
      </p:pic>
      <p:sp>
        <p:nvSpPr>
          <p:cNvPr id="8" name="Rectangle 2">
            <a:extLst>
              <a:ext uri="{FF2B5EF4-FFF2-40B4-BE49-F238E27FC236}">
                <a16:creationId xmlns:a16="http://schemas.microsoft.com/office/drawing/2014/main" id="{6191466A-E1B6-AE0F-9F45-64C6C700678C}"/>
              </a:ext>
            </a:extLst>
          </p:cNvPr>
          <p:cNvSpPr txBox="1">
            <a:spLocks noChangeArrowheads="1"/>
          </p:cNvSpPr>
          <p:nvPr/>
        </p:nvSpPr>
        <p:spPr>
          <a:xfrm>
            <a:off x="2286000" y="457200"/>
            <a:ext cx="6248400" cy="487362"/>
          </a:xfrm>
          <a:prstGeom prst="rect">
            <a:avLst/>
          </a:prstGeom>
        </p:spPr>
        <p:txBody>
          <a:bodyPr wrap="square" lIns="0" tIns="0" rIns="0" bIns="0">
            <a:noAutofit/>
          </a:bodyPr>
          <a:lstStyle>
            <a:lvl1pPr>
              <a:defRPr sz="4800" b="0" i="0">
                <a:solidFill>
                  <a:srgbClr val="2E5496"/>
                </a:solidFill>
                <a:latin typeface="Times New Roman"/>
                <a:ea typeface="+mj-ea"/>
                <a:cs typeface="Times New Roman"/>
              </a:defRPr>
            </a:lvl1pPr>
          </a:lstStyle>
          <a:p>
            <a:pPr lvl="0" eaLnBrk="0" fontAlgn="base" hangingPunct="0">
              <a:spcBef>
                <a:spcPct val="0"/>
              </a:spcBef>
              <a:spcAft>
                <a:spcPct val="0"/>
              </a:spcAft>
            </a:pPr>
            <a:r>
              <a:rPr lang="en-US" altLang="en-US" sz="4000" dirty="0">
                <a:solidFill>
                  <a:schemeClr val="tx1"/>
                </a:solidFill>
                <a:latin typeface="Times New Roman" panose="02020603050405020304" pitchFamily="18" charset="0"/>
                <a:cs typeface="Times New Roman" panose="02020603050405020304" pitchFamily="18" charset="0"/>
              </a:rPr>
              <a:t>Sand mixing</a:t>
            </a:r>
          </a:p>
        </p:txBody>
      </p:sp>
    </p:spTree>
    <p:extLst>
      <p:ext uri="{BB962C8B-B14F-4D97-AF65-F5344CB8AC3E}">
        <p14:creationId xmlns:p14="http://schemas.microsoft.com/office/powerpoint/2010/main" val="208621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12</a:t>
            </a:fld>
            <a:endParaRPr lang="en-US"/>
          </a:p>
        </p:txBody>
      </p:sp>
      <p:sp>
        <p:nvSpPr>
          <p:cNvPr id="20483" name="Rectangle 2"/>
          <p:cNvSpPr>
            <a:spLocks noGrp="1" noChangeArrowheads="1"/>
          </p:cNvSpPr>
          <p:nvPr>
            <p:ph type="title"/>
          </p:nvPr>
        </p:nvSpPr>
        <p:spPr>
          <a:xfrm>
            <a:off x="3124200" y="2667000"/>
            <a:ext cx="5715000" cy="615553"/>
          </a:xfrm>
        </p:spPr>
        <p:txBody>
          <a:bodyPr/>
          <a:lstStyle/>
          <a:p>
            <a:pPr eaLnBrk="1" hangingPunct="1"/>
            <a:r>
              <a:rPr lang="en-US" sz="4000" dirty="0">
                <a:solidFill>
                  <a:schemeClr val="tx2">
                    <a:lumMod val="75000"/>
                  </a:schemeClr>
                </a:solidFill>
              </a:rPr>
              <a:t>Green sand mold</a:t>
            </a:r>
          </a:p>
        </p:txBody>
      </p:sp>
    </p:spTree>
    <p:extLst>
      <p:ext uri="{BB962C8B-B14F-4D97-AF65-F5344CB8AC3E}">
        <p14:creationId xmlns:p14="http://schemas.microsoft.com/office/powerpoint/2010/main" val="1521506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bwMode="auto">
          <a:xfrm>
            <a:off x="60960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b="1" kern="1200">
                <a:solidFill>
                  <a:schemeClr val="accent2"/>
                </a:solidFill>
                <a:effectLst>
                  <a:outerShdw blurRad="38100" dist="38100" dir="2700000" algn="tl">
                    <a:srgbClr val="C0C0C0"/>
                  </a:outerShdw>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defRPr/>
            </a:pPr>
            <a:fld id="{AD3C0304-0D27-496D-BE22-8732DF9F73B0}" type="slidenum">
              <a:rPr lang="en-US" smtClean="0">
                <a:solidFill>
                  <a:srgbClr val="333399"/>
                </a:solidFill>
                <a:latin typeface="Arial" charset="0"/>
              </a:rPr>
              <a:pPr fontAlgn="base">
                <a:spcBef>
                  <a:spcPct val="0"/>
                </a:spcBef>
                <a:spcAft>
                  <a:spcPct val="0"/>
                </a:spcAft>
                <a:defRPr/>
              </a:pPr>
              <a:t>13</a:t>
            </a:fld>
            <a:endParaRPr lang="en-US"/>
          </a:p>
        </p:txBody>
      </p:sp>
      <p:sp>
        <p:nvSpPr>
          <p:cNvPr id="22531" name="Text Box 2"/>
          <p:cNvSpPr txBox="1">
            <a:spLocks noChangeArrowheads="1"/>
          </p:cNvSpPr>
          <p:nvPr/>
        </p:nvSpPr>
        <p:spPr bwMode="auto">
          <a:xfrm>
            <a:off x="1752601" y="25400"/>
            <a:ext cx="2548583" cy="892552"/>
          </a:xfrm>
          <a:prstGeom prst="rect">
            <a:avLst/>
          </a:prstGeom>
          <a:noFill/>
          <a:ln w="9525">
            <a:noFill/>
            <a:miter lim="800000"/>
            <a:headEnd/>
            <a:tailEnd/>
          </a:ln>
        </p:spPr>
        <p:txBody>
          <a:bodyPr wrap="none">
            <a:spAutoFit/>
          </a:bodyPr>
          <a:lstStyle/>
          <a:p>
            <a:pPr algn="l"/>
            <a:r>
              <a:rPr lang="en-US" sz="2600" b="1" dirty="0">
                <a:solidFill>
                  <a:srgbClr val="3366CC"/>
                </a:solidFill>
                <a:hlinkClick r:id="rId3" action="ppaction://hlinkfile"/>
              </a:rPr>
              <a:t>Green sand mold</a:t>
            </a:r>
          </a:p>
          <a:p>
            <a:pPr algn="l"/>
            <a:r>
              <a:rPr lang="en-US" sz="2600" b="1" dirty="0">
                <a:solidFill>
                  <a:srgbClr val="3366CC"/>
                </a:solidFill>
                <a:hlinkClick r:id="rId3" action="ppaction://hlinkfile"/>
              </a:rPr>
              <a:t>with pattern</a:t>
            </a:r>
            <a:endParaRPr lang="en-US" sz="2600" b="1" dirty="0">
              <a:solidFill>
                <a:srgbClr val="3366CC"/>
              </a:solidFill>
            </a:endParaRPr>
          </a:p>
        </p:txBody>
      </p:sp>
      <p:grpSp>
        <p:nvGrpSpPr>
          <p:cNvPr id="2" name="Group 3"/>
          <p:cNvGrpSpPr>
            <a:grpSpLocks/>
          </p:cNvGrpSpPr>
          <p:nvPr/>
        </p:nvGrpSpPr>
        <p:grpSpPr bwMode="auto">
          <a:xfrm>
            <a:off x="4876800" y="6032500"/>
            <a:ext cx="5638800" cy="825500"/>
            <a:chOff x="2064" y="3800"/>
            <a:chExt cx="3792" cy="520"/>
          </a:xfrm>
        </p:grpSpPr>
        <p:sp>
          <p:nvSpPr>
            <p:cNvPr id="23086" name="Rectangle 4"/>
            <p:cNvSpPr>
              <a:spLocks noChangeArrowheads="1"/>
            </p:cNvSpPr>
            <p:nvPr/>
          </p:nvSpPr>
          <p:spPr bwMode="auto">
            <a:xfrm>
              <a:off x="2064" y="3840"/>
              <a:ext cx="1344" cy="336"/>
            </a:xfrm>
            <a:prstGeom prst="rect">
              <a:avLst/>
            </a:prstGeom>
            <a:solidFill>
              <a:schemeClr val="bg1"/>
            </a:solidFill>
            <a:ln w="9525" algn="ctr">
              <a:noFill/>
              <a:miter lim="800000"/>
              <a:headEnd/>
              <a:tailEnd/>
            </a:ln>
          </p:spPr>
          <p:txBody>
            <a:bodyPr wrap="none" anchor="ctr"/>
            <a:lstStyle/>
            <a:p>
              <a:endParaRPr lang="en-US"/>
            </a:p>
          </p:txBody>
        </p:sp>
        <p:sp>
          <p:nvSpPr>
            <p:cNvPr id="23087" name="Rectangle 5"/>
            <p:cNvSpPr>
              <a:spLocks noChangeArrowheads="1"/>
            </p:cNvSpPr>
            <p:nvPr/>
          </p:nvSpPr>
          <p:spPr bwMode="auto">
            <a:xfrm>
              <a:off x="5232" y="3800"/>
              <a:ext cx="624" cy="520"/>
            </a:xfrm>
            <a:prstGeom prst="rect">
              <a:avLst/>
            </a:prstGeom>
            <a:solidFill>
              <a:schemeClr val="bg1"/>
            </a:solidFill>
            <a:ln w="9525" algn="ctr">
              <a:noFill/>
              <a:miter lim="800000"/>
              <a:headEnd/>
              <a:tailEnd/>
            </a:ln>
          </p:spPr>
          <p:txBody>
            <a:bodyPr wrap="none" anchor="ctr"/>
            <a:lstStyle/>
            <a:p>
              <a:endParaRPr lang="en-US"/>
            </a:p>
          </p:txBody>
        </p:sp>
      </p:grpSp>
      <p:sp>
        <p:nvSpPr>
          <p:cNvPr id="222214" name="Rectangle 6"/>
          <p:cNvSpPr>
            <a:spLocks noChangeArrowheads="1"/>
          </p:cNvSpPr>
          <p:nvPr/>
        </p:nvSpPr>
        <p:spPr bwMode="auto">
          <a:xfrm>
            <a:off x="2514600" y="6262688"/>
            <a:ext cx="2154116" cy="369332"/>
          </a:xfrm>
          <a:prstGeom prst="rect">
            <a:avLst/>
          </a:prstGeom>
          <a:noFill/>
          <a:ln w="9525" algn="ctr">
            <a:noFill/>
            <a:miter lim="800000"/>
            <a:headEnd/>
            <a:tailEnd/>
          </a:ln>
        </p:spPr>
        <p:txBody>
          <a:bodyPr wrap="none">
            <a:spAutoFit/>
          </a:bodyPr>
          <a:lstStyle/>
          <a:p>
            <a:r>
              <a:rPr lang="en-US" b="1" u="sng"/>
              <a:t>SECOND OPERATION</a:t>
            </a:r>
          </a:p>
        </p:txBody>
      </p:sp>
      <p:grpSp>
        <p:nvGrpSpPr>
          <p:cNvPr id="3" name="Group 7"/>
          <p:cNvGrpSpPr>
            <a:grpSpLocks/>
          </p:cNvGrpSpPr>
          <p:nvPr/>
        </p:nvGrpSpPr>
        <p:grpSpPr bwMode="auto">
          <a:xfrm>
            <a:off x="8013700" y="215900"/>
            <a:ext cx="1066800" cy="381000"/>
            <a:chOff x="4224" y="96"/>
            <a:chExt cx="672" cy="240"/>
          </a:xfrm>
        </p:grpSpPr>
        <p:sp>
          <p:nvSpPr>
            <p:cNvPr id="23084" name="Rectangle 8"/>
            <p:cNvSpPr>
              <a:spLocks noChangeArrowheads="1"/>
            </p:cNvSpPr>
            <p:nvPr/>
          </p:nvSpPr>
          <p:spPr bwMode="auto">
            <a:xfrm>
              <a:off x="4272" y="96"/>
              <a:ext cx="624" cy="144"/>
            </a:xfrm>
            <a:prstGeom prst="rect">
              <a:avLst/>
            </a:prstGeom>
            <a:solidFill>
              <a:schemeClr val="bg1"/>
            </a:solidFill>
            <a:ln w="9525">
              <a:noFill/>
              <a:miter lim="800000"/>
              <a:headEnd/>
              <a:tailEnd/>
            </a:ln>
          </p:spPr>
          <p:txBody>
            <a:bodyPr wrap="none" anchor="ctr"/>
            <a:lstStyle/>
            <a:p>
              <a:r>
                <a:rPr lang="en-US"/>
                <a:t>Drag</a:t>
              </a:r>
            </a:p>
          </p:txBody>
        </p:sp>
        <p:sp>
          <p:nvSpPr>
            <p:cNvPr id="23085" name="Line 9"/>
            <p:cNvSpPr>
              <a:spLocks noChangeShapeType="1"/>
            </p:cNvSpPr>
            <p:nvPr/>
          </p:nvSpPr>
          <p:spPr bwMode="auto">
            <a:xfrm flipH="1">
              <a:off x="4224" y="192"/>
              <a:ext cx="192" cy="144"/>
            </a:xfrm>
            <a:prstGeom prst="line">
              <a:avLst/>
            </a:prstGeom>
            <a:noFill/>
            <a:ln w="9525">
              <a:solidFill>
                <a:schemeClr val="tx1"/>
              </a:solidFill>
              <a:round/>
              <a:headEnd/>
              <a:tailEnd type="triangle" w="med" len="med"/>
            </a:ln>
          </p:spPr>
          <p:txBody>
            <a:bodyPr/>
            <a:lstStyle/>
            <a:p>
              <a:endParaRPr lang="en-US"/>
            </a:p>
          </p:txBody>
        </p:sp>
      </p:grpSp>
      <p:grpSp>
        <p:nvGrpSpPr>
          <p:cNvPr id="4" name="Group 10"/>
          <p:cNvGrpSpPr>
            <a:grpSpLocks/>
          </p:cNvGrpSpPr>
          <p:nvPr/>
        </p:nvGrpSpPr>
        <p:grpSpPr bwMode="auto">
          <a:xfrm>
            <a:off x="5689600" y="901700"/>
            <a:ext cx="1676400" cy="533400"/>
            <a:chOff x="3816" y="1776"/>
            <a:chExt cx="1056" cy="336"/>
          </a:xfrm>
        </p:grpSpPr>
        <p:sp>
          <p:nvSpPr>
            <p:cNvPr id="23072" name="Line 11"/>
            <p:cNvSpPr>
              <a:spLocks noChangeShapeType="1"/>
            </p:cNvSpPr>
            <p:nvPr/>
          </p:nvSpPr>
          <p:spPr bwMode="auto">
            <a:xfrm>
              <a:off x="3816" y="2112"/>
              <a:ext cx="1056" cy="0"/>
            </a:xfrm>
            <a:prstGeom prst="line">
              <a:avLst/>
            </a:prstGeom>
            <a:noFill/>
            <a:ln w="28575">
              <a:solidFill>
                <a:schemeClr val="tx1"/>
              </a:solidFill>
              <a:round/>
              <a:headEnd/>
              <a:tailEnd/>
            </a:ln>
          </p:spPr>
          <p:txBody>
            <a:bodyPr/>
            <a:lstStyle/>
            <a:p>
              <a:endParaRPr lang="en-US"/>
            </a:p>
          </p:txBody>
        </p:sp>
        <p:grpSp>
          <p:nvGrpSpPr>
            <p:cNvPr id="5" name="Group 12"/>
            <p:cNvGrpSpPr>
              <a:grpSpLocks/>
            </p:cNvGrpSpPr>
            <p:nvPr/>
          </p:nvGrpSpPr>
          <p:grpSpPr bwMode="auto">
            <a:xfrm>
              <a:off x="3816" y="1776"/>
              <a:ext cx="1056" cy="336"/>
              <a:chOff x="3816" y="1776"/>
              <a:chExt cx="1056" cy="336"/>
            </a:xfrm>
          </p:grpSpPr>
          <p:sp>
            <p:nvSpPr>
              <p:cNvPr id="23074" name="Line 13"/>
              <p:cNvSpPr>
                <a:spLocks noChangeShapeType="1"/>
              </p:cNvSpPr>
              <p:nvPr/>
            </p:nvSpPr>
            <p:spPr bwMode="auto">
              <a:xfrm flipH="1">
                <a:off x="4440" y="1920"/>
                <a:ext cx="432" cy="0"/>
              </a:xfrm>
              <a:prstGeom prst="line">
                <a:avLst/>
              </a:prstGeom>
              <a:noFill/>
              <a:ln w="28575">
                <a:solidFill>
                  <a:schemeClr val="tx1"/>
                </a:solidFill>
                <a:round/>
                <a:headEnd/>
                <a:tailEnd/>
              </a:ln>
            </p:spPr>
            <p:txBody>
              <a:bodyPr/>
              <a:lstStyle/>
              <a:p>
                <a:endParaRPr lang="en-US"/>
              </a:p>
            </p:txBody>
          </p:sp>
          <p:grpSp>
            <p:nvGrpSpPr>
              <p:cNvPr id="6" name="Group 14"/>
              <p:cNvGrpSpPr>
                <a:grpSpLocks/>
              </p:cNvGrpSpPr>
              <p:nvPr/>
            </p:nvGrpSpPr>
            <p:grpSpPr bwMode="auto">
              <a:xfrm>
                <a:off x="3816" y="1776"/>
                <a:ext cx="1056" cy="336"/>
                <a:chOff x="3816" y="1776"/>
                <a:chExt cx="1056" cy="336"/>
              </a:xfrm>
            </p:grpSpPr>
            <p:sp>
              <p:nvSpPr>
                <p:cNvPr id="23076" name="Line 15"/>
                <p:cNvSpPr>
                  <a:spLocks noChangeShapeType="1"/>
                </p:cNvSpPr>
                <p:nvPr/>
              </p:nvSpPr>
              <p:spPr bwMode="auto">
                <a:xfrm flipV="1">
                  <a:off x="3816" y="1920"/>
                  <a:ext cx="0" cy="192"/>
                </a:xfrm>
                <a:prstGeom prst="line">
                  <a:avLst/>
                </a:prstGeom>
                <a:noFill/>
                <a:ln w="28575">
                  <a:solidFill>
                    <a:schemeClr val="tx1"/>
                  </a:solidFill>
                  <a:round/>
                  <a:headEnd/>
                  <a:tailEnd/>
                </a:ln>
              </p:spPr>
              <p:txBody>
                <a:bodyPr/>
                <a:lstStyle/>
                <a:p>
                  <a:endParaRPr lang="en-US"/>
                </a:p>
              </p:txBody>
            </p:sp>
            <p:sp>
              <p:nvSpPr>
                <p:cNvPr id="23077" name="Line 16"/>
                <p:cNvSpPr>
                  <a:spLocks noChangeShapeType="1"/>
                </p:cNvSpPr>
                <p:nvPr/>
              </p:nvSpPr>
              <p:spPr bwMode="auto">
                <a:xfrm>
                  <a:off x="4872" y="1920"/>
                  <a:ext cx="0" cy="192"/>
                </a:xfrm>
                <a:prstGeom prst="line">
                  <a:avLst/>
                </a:prstGeom>
                <a:noFill/>
                <a:ln w="28575">
                  <a:solidFill>
                    <a:schemeClr val="tx1"/>
                  </a:solidFill>
                  <a:round/>
                  <a:headEnd/>
                  <a:tailEnd/>
                </a:ln>
              </p:spPr>
              <p:txBody>
                <a:bodyPr/>
                <a:lstStyle/>
                <a:p>
                  <a:endParaRPr lang="en-US"/>
                </a:p>
              </p:txBody>
            </p:sp>
            <p:sp>
              <p:nvSpPr>
                <p:cNvPr id="23078" name="Line 17"/>
                <p:cNvSpPr>
                  <a:spLocks noChangeShapeType="1"/>
                </p:cNvSpPr>
                <p:nvPr/>
              </p:nvSpPr>
              <p:spPr bwMode="auto">
                <a:xfrm>
                  <a:off x="3816" y="1920"/>
                  <a:ext cx="432" cy="0"/>
                </a:xfrm>
                <a:prstGeom prst="line">
                  <a:avLst/>
                </a:prstGeom>
                <a:noFill/>
                <a:ln w="28575">
                  <a:solidFill>
                    <a:schemeClr val="tx1"/>
                  </a:solidFill>
                  <a:round/>
                  <a:headEnd/>
                  <a:tailEnd/>
                </a:ln>
              </p:spPr>
              <p:txBody>
                <a:bodyPr/>
                <a:lstStyle/>
                <a:p>
                  <a:endParaRPr lang="en-US"/>
                </a:p>
              </p:txBody>
            </p:sp>
            <p:sp>
              <p:nvSpPr>
                <p:cNvPr id="23079" name="Line 18"/>
                <p:cNvSpPr>
                  <a:spLocks noChangeShapeType="1"/>
                </p:cNvSpPr>
                <p:nvPr/>
              </p:nvSpPr>
              <p:spPr bwMode="auto">
                <a:xfrm flipV="1">
                  <a:off x="4240" y="1776"/>
                  <a:ext cx="0" cy="144"/>
                </a:xfrm>
                <a:prstGeom prst="line">
                  <a:avLst/>
                </a:prstGeom>
                <a:noFill/>
                <a:ln w="28575">
                  <a:solidFill>
                    <a:schemeClr val="tx1"/>
                  </a:solidFill>
                  <a:round/>
                  <a:headEnd/>
                  <a:tailEnd/>
                </a:ln>
              </p:spPr>
              <p:txBody>
                <a:bodyPr/>
                <a:lstStyle/>
                <a:p>
                  <a:endParaRPr lang="en-US"/>
                </a:p>
              </p:txBody>
            </p:sp>
            <p:sp>
              <p:nvSpPr>
                <p:cNvPr id="23080" name="Line 19"/>
                <p:cNvSpPr>
                  <a:spLocks noChangeShapeType="1"/>
                </p:cNvSpPr>
                <p:nvPr/>
              </p:nvSpPr>
              <p:spPr bwMode="auto">
                <a:xfrm flipV="1">
                  <a:off x="4440" y="1776"/>
                  <a:ext cx="0" cy="144"/>
                </a:xfrm>
                <a:prstGeom prst="line">
                  <a:avLst/>
                </a:prstGeom>
                <a:noFill/>
                <a:ln w="28575">
                  <a:solidFill>
                    <a:schemeClr val="tx1"/>
                  </a:solidFill>
                  <a:round/>
                  <a:headEnd/>
                  <a:tailEnd/>
                </a:ln>
              </p:spPr>
              <p:txBody>
                <a:bodyPr/>
                <a:lstStyle/>
                <a:p>
                  <a:endParaRPr lang="en-US"/>
                </a:p>
              </p:txBody>
            </p:sp>
            <p:sp>
              <p:nvSpPr>
                <p:cNvPr id="23081" name="Line 20"/>
                <p:cNvSpPr>
                  <a:spLocks noChangeShapeType="1"/>
                </p:cNvSpPr>
                <p:nvPr/>
              </p:nvSpPr>
              <p:spPr bwMode="auto">
                <a:xfrm>
                  <a:off x="4248" y="1776"/>
                  <a:ext cx="192" cy="0"/>
                </a:xfrm>
                <a:prstGeom prst="line">
                  <a:avLst/>
                </a:prstGeom>
                <a:noFill/>
                <a:ln w="28575">
                  <a:solidFill>
                    <a:schemeClr val="tx1"/>
                  </a:solidFill>
                  <a:round/>
                  <a:headEnd/>
                  <a:tailEnd/>
                </a:ln>
              </p:spPr>
              <p:txBody>
                <a:bodyPr/>
                <a:lstStyle/>
                <a:p>
                  <a:endParaRPr lang="en-US"/>
                </a:p>
              </p:txBody>
            </p:sp>
            <p:sp>
              <p:nvSpPr>
                <p:cNvPr id="23082" name="Freeform 21"/>
                <p:cNvSpPr>
                  <a:spLocks/>
                </p:cNvSpPr>
                <p:nvPr/>
              </p:nvSpPr>
              <p:spPr bwMode="auto">
                <a:xfrm>
                  <a:off x="3904" y="1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9525">
                  <a:solidFill>
                    <a:schemeClr val="tx1"/>
                  </a:solidFill>
                  <a:round/>
                  <a:headEnd/>
                  <a:tailEnd/>
                </a:ln>
              </p:spPr>
              <p:txBody>
                <a:bodyPr/>
                <a:lstStyle/>
                <a:p>
                  <a:endParaRPr lang="en-US"/>
                </a:p>
              </p:txBody>
            </p:sp>
            <p:sp>
              <p:nvSpPr>
                <p:cNvPr id="23083" name="Freeform 22"/>
                <p:cNvSpPr>
                  <a:spLocks/>
                </p:cNvSpPr>
                <p:nvPr/>
              </p:nvSpPr>
              <p:spPr bwMode="auto">
                <a:xfrm>
                  <a:off x="4560" y="1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9525">
                  <a:solidFill>
                    <a:schemeClr val="tx1"/>
                  </a:solidFill>
                  <a:round/>
                  <a:headEnd/>
                  <a:tailEnd/>
                </a:ln>
              </p:spPr>
              <p:txBody>
                <a:bodyPr/>
                <a:lstStyle/>
                <a:p>
                  <a:endParaRPr lang="en-US"/>
                </a:p>
              </p:txBody>
            </p:sp>
          </p:grpSp>
        </p:grpSp>
      </p:grpSp>
      <p:grpSp>
        <p:nvGrpSpPr>
          <p:cNvPr id="7" name="Group 23"/>
          <p:cNvGrpSpPr>
            <a:grpSpLocks/>
          </p:cNvGrpSpPr>
          <p:nvPr/>
        </p:nvGrpSpPr>
        <p:grpSpPr bwMode="auto">
          <a:xfrm>
            <a:off x="5041900" y="1435100"/>
            <a:ext cx="3048000" cy="381000"/>
            <a:chOff x="2352" y="864"/>
            <a:chExt cx="1920" cy="240"/>
          </a:xfrm>
        </p:grpSpPr>
        <p:sp>
          <p:nvSpPr>
            <p:cNvPr id="23069" name="Rectangle 24"/>
            <p:cNvSpPr>
              <a:spLocks noChangeArrowheads="1"/>
            </p:cNvSpPr>
            <p:nvPr/>
          </p:nvSpPr>
          <p:spPr bwMode="auto">
            <a:xfrm>
              <a:off x="2352" y="864"/>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3070" name="Rectangle 25"/>
            <p:cNvSpPr>
              <a:spLocks noChangeArrowheads="1"/>
            </p:cNvSpPr>
            <p:nvPr/>
          </p:nvSpPr>
          <p:spPr bwMode="auto">
            <a:xfrm>
              <a:off x="2544"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3071" name="Rectangle 26"/>
            <p:cNvSpPr>
              <a:spLocks noChangeArrowheads="1"/>
            </p:cNvSpPr>
            <p:nvPr/>
          </p:nvSpPr>
          <p:spPr bwMode="auto">
            <a:xfrm>
              <a:off x="3816"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grpSp>
      <p:grpSp>
        <p:nvGrpSpPr>
          <p:cNvPr id="8" name="Group 27"/>
          <p:cNvGrpSpPr>
            <a:grpSpLocks/>
          </p:cNvGrpSpPr>
          <p:nvPr/>
        </p:nvGrpSpPr>
        <p:grpSpPr bwMode="auto">
          <a:xfrm>
            <a:off x="4813300" y="419100"/>
            <a:ext cx="3505200" cy="1155700"/>
            <a:chOff x="2208" y="224"/>
            <a:chExt cx="2208" cy="728"/>
          </a:xfrm>
        </p:grpSpPr>
        <p:sp>
          <p:nvSpPr>
            <p:cNvPr id="23049" name="Line 28"/>
            <p:cNvSpPr>
              <a:spLocks noChangeShapeType="1"/>
            </p:cNvSpPr>
            <p:nvPr/>
          </p:nvSpPr>
          <p:spPr bwMode="auto">
            <a:xfrm>
              <a:off x="2208" y="952"/>
              <a:ext cx="48" cy="0"/>
            </a:xfrm>
            <a:prstGeom prst="line">
              <a:avLst/>
            </a:prstGeom>
            <a:noFill/>
            <a:ln w="28575">
              <a:solidFill>
                <a:schemeClr val="tx1"/>
              </a:solidFill>
              <a:round/>
              <a:headEnd/>
              <a:tailEnd/>
            </a:ln>
          </p:spPr>
          <p:txBody>
            <a:bodyPr/>
            <a:lstStyle/>
            <a:p>
              <a:endParaRPr lang="en-US"/>
            </a:p>
          </p:txBody>
        </p:sp>
        <p:grpSp>
          <p:nvGrpSpPr>
            <p:cNvPr id="9" name="Group 29"/>
            <p:cNvGrpSpPr>
              <a:grpSpLocks/>
            </p:cNvGrpSpPr>
            <p:nvPr/>
          </p:nvGrpSpPr>
          <p:grpSpPr bwMode="auto">
            <a:xfrm>
              <a:off x="2216" y="224"/>
              <a:ext cx="2200" cy="728"/>
              <a:chOff x="2216" y="224"/>
              <a:chExt cx="2200" cy="728"/>
            </a:xfrm>
          </p:grpSpPr>
          <p:sp>
            <p:nvSpPr>
              <p:cNvPr id="23051" name="Line 30"/>
              <p:cNvSpPr>
                <a:spLocks noChangeShapeType="1"/>
              </p:cNvSpPr>
              <p:nvPr/>
            </p:nvSpPr>
            <p:spPr bwMode="auto">
              <a:xfrm>
                <a:off x="4368" y="800"/>
                <a:ext cx="0" cy="144"/>
              </a:xfrm>
              <a:prstGeom prst="line">
                <a:avLst/>
              </a:prstGeom>
              <a:noFill/>
              <a:ln w="28575">
                <a:solidFill>
                  <a:schemeClr val="tx1"/>
                </a:solidFill>
                <a:round/>
                <a:headEnd/>
                <a:tailEnd/>
              </a:ln>
            </p:spPr>
            <p:txBody>
              <a:bodyPr/>
              <a:lstStyle/>
              <a:p>
                <a:endParaRPr lang="en-US"/>
              </a:p>
            </p:txBody>
          </p:sp>
          <p:grpSp>
            <p:nvGrpSpPr>
              <p:cNvPr id="10" name="Group 31"/>
              <p:cNvGrpSpPr>
                <a:grpSpLocks/>
              </p:cNvGrpSpPr>
              <p:nvPr/>
            </p:nvGrpSpPr>
            <p:grpSpPr bwMode="auto">
              <a:xfrm>
                <a:off x="2216" y="224"/>
                <a:ext cx="2200" cy="728"/>
                <a:chOff x="2216" y="224"/>
                <a:chExt cx="2200" cy="728"/>
              </a:xfrm>
            </p:grpSpPr>
            <p:grpSp>
              <p:nvGrpSpPr>
                <p:cNvPr id="11" name="Group 32"/>
                <p:cNvGrpSpPr>
                  <a:grpSpLocks/>
                </p:cNvGrpSpPr>
                <p:nvPr/>
              </p:nvGrpSpPr>
              <p:grpSpPr bwMode="auto">
                <a:xfrm>
                  <a:off x="4272" y="760"/>
                  <a:ext cx="144" cy="192"/>
                  <a:chOff x="2880" y="1536"/>
                  <a:chExt cx="144" cy="192"/>
                </a:xfrm>
              </p:grpSpPr>
              <p:sp>
                <p:nvSpPr>
                  <p:cNvPr id="23065" name="Line 33"/>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3066" name="Line 34"/>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3067" name="Line 35"/>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3068" name="Line 36"/>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grpSp>
              <p:nvGrpSpPr>
                <p:cNvPr id="12" name="Group 37"/>
                <p:cNvGrpSpPr>
                  <a:grpSpLocks/>
                </p:cNvGrpSpPr>
                <p:nvPr/>
              </p:nvGrpSpPr>
              <p:grpSpPr bwMode="auto">
                <a:xfrm>
                  <a:off x="2216" y="760"/>
                  <a:ext cx="144" cy="192"/>
                  <a:chOff x="816" y="1528"/>
                  <a:chExt cx="144" cy="192"/>
                </a:xfrm>
              </p:grpSpPr>
              <p:sp>
                <p:nvSpPr>
                  <p:cNvPr id="23060" name="Line 38"/>
                  <p:cNvSpPr>
                    <a:spLocks noChangeShapeType="1"/>
                  </p:cNvSpPr>
                  <p:nvPr/>
                </p:nvSpPr>
                <p:spPr bwMode="auto">
                  <a:xfrm flipH="1">
                    <a:off x="816" y="1536"/>
                    <a:ext cx="144" cy="0"/>
                  </a:xfrm>
                  <a:prstGeom prst="line">
                    <a:avLst/>
                  </a:prstGeom>
                  <a:noFill/>
                  <a:ln w="28575">
                    <a:solidFill>
                      <a:schemeClr val="tx1"/>
                    </a:solidFill>
                    <a:round/>
                    <a:headEnd/>
                    <a:tailEnd/>
                  </a:ln>
                </p:spPr>
                <p:txBody>
                  <a:bodyPr/>
                  <a:lstStyle/>
                  <a:p>
                    <a:endParaRPr lang="en-US"/>
                  </a:p>
                </p:txBody>
              </p:sp>
              <p:sp>
                <p:nvSpPr>
                  <p:cNvPr id="23061" name="Line 39"/>
                  <p:cNvSpPr>
                    <a:spLocks noChangeShapeType="1"/>
                  </p:cNvSpPr>
                  <p:nvPr/>
                </p:nvSpPr>
                <p:spPr bwMode="auto">
                  <a:xfrm flipH="1">
                    <a:off x="848" y="1568"/>
                    <a:ext cx="96" cy="0"/>
                  </a:xfrm>
                  <a:prstGeom prst="line">
                    <a:avLst/>
                  </a:prstGeom>
                  <a:noFill/>
                  <a:ln w="28575">
                    <a:solidFill>
                      <a:schemeClr val="tx1"/>
                    </a:solidFill>
                    <a:round/>
                    <a:headEnd/>
                    <a:tailEnd/>
                  </a:ln>
                </p:spPr>
                <p:txBody>
                  <a:bodyPr/>
                  <a:lstStyle/>
                  <a:p>
                    <a:endParaRPr lang="en-US"/>
                  </a:p>
                </p:txBody>
              </p:sp>
              <p:grpSp>
                <p:nvGrpSpPr>
                  <p:cNvPr id="13" name="Group 40"/>
                  <p:cNvGrpSpPr>
                    <a:grpSpLocks/>
                  </p:cNvGrpSpPr>
                  <p:nvPr/>
                </p:nvGrpSpPr>
                <p:grpSpPr bwMode="auto">
                  <a:xfrm>
                    <a:off x="816" y="1528"/>
                    <a:ext cx="32" cy="192"/>
                    <a:chOff x="816" y="1632"/>
                    <a:chExt cx="32" cy="192"/>
                  </a:xfrm>
                </p:grpSpPr>
                <p:sp>
                  <p:nvSpPr>
                    <p:cNvPr id="23063" name="Line 41"/>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3064" name="Line 42"/>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sp>
              <p:nvSpPr>
                <p:cNvPr id="23055" name="Rectangle 43"/>
                <p:cNvSpPr>
                  <a:spLocks noChangeArrowheads="1"/>
                </p:cNvSpPr>
                <p:nvPr/>
              </p:nvSpPr>
              <p:spPr bwMode="auto">
                <a:xfrm>
                  <a:off x="2408"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3056" name="Rectangle 44"/>
                <p:cNvSpPr>
                  <a:spLocks noChangeArrowheads="1"/>
                </p:cNvSpPr>
                <p:nvPr/>
              </p:nvSpPr>
              <p:spPr bwMode="auto">
                <a:xfrm>
                  <a:off x="4112"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3057" name="Rectangle 45"/>
                <p:cNvSpPr>
                  <a:spLocks noChangeArrowheads="1"/>
                </p:cNvSpPr>
                <p:nvPr/>
              </p:nvSpPr>
              <p:spPr bwMode="auto">
                <a:xfrm>
                  <a:off x="4216"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3058" name="Rectangle 46"/>
                <p:cNvSpPr>
                  <a:spLocks noChangeArrowheads="1"/>
                </p:cNvSpPr>
                <p:nvPr/>
              </p:nvSpPr>
              <p:spPr bwMode="auto">
                <a:xfrm>
                  <a:off x="2352"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3059" name="Line 47"/>
                <p:cNvSpPr>
                  <a:spLocks noChangeShapeType="1"/>
                </p:cNvSpPr>
                <p:nvPr/>
              </p:nvSpPr>
              <p:spPr bwMode="auto">
                <a:xfrm>
                  <a:off x="2400" y="224"/>
                  <a:ext cx="1776" cy="0"/>
                </a:xfrm>
                <a:prstGeom prst="line">
                  <a:avLst/>
                </a:prstGeom>
                <a:noFill/>
                <a:ln w="9525">
                  <a:solidFill>
                    <a:schemeClr val="tx1"/>
                  </a:solidFill>
                  <a:round/>
                  <a:headEnd/>
                  <a:tailEnd/>
                </a:ln>
              </p:spPr>
              <p:txBody>
                <a:bodyPr/>
                <a:lstStyle/>
                <a:p>
                  <a:endParaRPr lang="en-US"/>
                </a:p>
              </p:txBody>
            </p:sp>
          </p:grpSp>
        </p:grpSp>
      </p:grpSp>
      <p:grpSp>
        <p:nvGrpSpPr>
          <p:cNvPr id="14" name="Group 48"/>
          <p:cNvGrpSpPr>
            <a:grpSpLocks/>
          </p:cNvGrpSpPr>
          <p:nvPr/>
        </p:nvGrpSpPr>
        <p:grpSpPr bwMode="auto">
          <a:xfrm>
            <a:off x="5422900" y="444500"/>
            <a:ext cx="990600" cy="457200"/>
            <a:chOff x="3648" y="1536"/>
            <a:chExt cx="624" cy="288"/>
          </a:xfrm>
        </p:grpSpPr>
        <p:sp>
          <p:nvSpPr>
            <p:cNvPr id="23047" name="Rectangle 49"/>
            <p:cNvSpPr>
              <a:spLocks noChangeArrowheads="1"/>
            </p:cNvSpPr>
            <p:nvPr/>
          </p:nvSpPr>
          <p:spPr bwMode="auto">
            <a:xfrm>
              <a:off x="3648" y="1536"/>
              <a:ext cx="624" cy="144"/>
            </a:xfrm>
            <a:prstGeom prst="rect">
              <a:avLst/>
            </a:prstGeom>
            <a:solidFill>
              <a:schemeClr val="bg1"/>
            </a:solidFill>
            <a:ln w="9525">
              <a:noFill/>
              <a:miter lim="800000"/>
              <a:headEnd/>
              <a:tailEnd/>
            </a:ln>
          </p:spPr>
          <p:txBody>
            <a:bodyPr wrap="none" anchor="ctr"/>
            <a:lstStyle/>
            <a:p>
              <a:r>
                <a:rPr lang="en-US"/>
                <a:t>Pattern</a:t>
              </a:r>
            </a:p>
          </p:txBody>
        </p:sp>
        <p:sp>
          <p:nvSpPr>
            <p:cNvPr id="23048" name="Line 50"/>
            <p:cNvSpPr>
              <a:spLocks noChangeShapeType="1"/>
            </p:cNvSpPr>
            <p:nvPr/>
          </p:nvSpPr>
          <p:spPr bwMode="auto">
            <a:xfrm>
              <a:off x="3936" y="1680"/>
              <a:ext cx="288" cy="144"/>
            </a:xfrm>
            <a:prstGeom prst="line">
              <a:avLst/>
            </a:prstGeom>
            <a:noFill/>
            <a:ln w="9525">
              <a:solidFill>
                <a:schemeClr val="tx1"/>
              </a:solidFill>
              <a:round/>
              <a:headEnd/>
              <a:tailEnd type="triangle" w="med" len="med"/>
            </a:ln>
          </p:spPr>
          <p:txBody>
            <a:bodyPr/>
            <a:lstStyle/>
            <a:p>
              <a:endParaRPr lang="en-US"/>
            </a:p>
          </p:txBody>
        </p:sp>
      </p:grpSp>
      <p:grpSp>
        <p:nvGrpSpPr>
          <p:cNvPr id="15" name="Group 51"/>
          <p:cNvGrpSpPr>
            <a:grpSpLocks/>
          </p:cNvGrpSpPr>
          <p:nvPr/>
        </p:nvGrpSpPr>
        <p:grpSpPr bwMode="auto">
          <a:xfrm>
            <a:off x="3708400" y="1587500"/>
            <a:ext cx="1638300" cy="304800"/>
            <a:chOff x="1512" y="960"/>
            <a:chExt cx="1032" cy="192"/>
          </a:xfrm>
        </p:grpSpPr>
        <p:sp>
          <p:nvSpPr>
            <p:cNvPr id="23045" name="Rectangle 52"/>
            <p:cNvSpPr>
              <a:spLocks noChangeArrowheads="1"/>
            </p:cNvSpPr>
            <p:nvPr/>
          </p:nvSpPr>
          <p:spPr bwMode="auto">
            <a:xfrm>
              <a:off x="1512" y="1008"/>
              <a:ext cx="864" cy="144"/>
            </a:xfrm>
            <a:prstGeom prst="rect">
              <a:avLst/>
            </a:prstGeom>
            <a:solidFill>
              <a:schemeClr val="bg1"/>
            </a:solidFill>
            <a:ln w="9525">
              <a:noFill/>
              <a:miter lim="800000"/>
              <a:headEnd/>
              <a:tailEnd/>
            </a:ln>
          </p:spPr>
          <p:txBody>
            <a:bodyPr wrap="none" anchor="ctr"/>
            <a:lstStyle/>
            <a:p>
              <a:r>
                <a:rPr lang="en-US"/>
                <a:t>Molding board</a:t>
              </a:r>
            </a:p>
          </p:txBody>
        </p:sp>
        <p:sp>
          <p:nvSpPr>
            <p:cNvPr id="23046" name="Line 53"/>
            <p:cNvSpPr>
              <a:spLocks noChangeShapeType="1"/>
            </p:cNvSpPr>
            <p:nvPr/>
          </p:nvSpPr>
          <p:spPr bwMode="auto">
            <a:xfrm flipV="1">
              <a:off x="2400" y="960"/>
              <a:ext cx="144" cy="144"/>
            </a:xfrm>
            <a:prstGeom prst="line">
              <a:avLst/>
            </a:prstGeom>
            <a:noFill/>
            <a:ln w="9525">
              <a:solidFill>
                <a:schemeClr val="tx1"/>
              </a:solidFill>
              <a:round/>
              <a:headEnd/>
              <a:tailEnd type="triangle" w="med" len="med"/>
            </a:ln>
          </p:spPr>
          <p:txBody>
            <a:bodyPr/>
            <a:lstStyle/>
            <a:p>
              <a:endParaRPr lang="en-US"/>
            </a:p>
          </p:txBody>
        </p:sp>
      </p:grpSp>
      <p:sp>
        <p:nvSpPr>
          <p:cNvPr id="222262" name="Rectangle 54"/>
          <p:cNvSpPr>
            <a:spLocks noChangeArrowheads="1"/>
          </p:cNvSpPr>
          <p:nvPr/>
        </p:nvSpPr>
        <p:spPr bwMode="auto">
          <a:xfrm>
            <a:off x="5803900" y="1968500"/>
            <a:ext cx="1981200" cy="228600"/>
          </a:xfrm>
          <a:prstGeom prst="rect">
            <a:avLst/>
          </a:prstGeom>
          <a:solidFill>
            <a:schemeClr val="bg1"/>
          </a:solidFill>
          <a:ln w="9525">
            <a:noFill/>
            <a:miter lim="800000"/>
            <a:headEnd/>
            <a:tailEnd/>
          </a:ln>
        </p:spPr>
        <p:txBody>
          <a:bodyPr wrap="none" anchor="ctr"/>
          <a:lstStyle/>
          <a:p>
            <a:r>
              <a:rPr lang="en-US" b="1" u="sng"/>
              <a:t>FIRST OPERATION</a:t>
            </a:r>
          </a:p>
        </p:txBody>
      </p:sp>
      <p:sp>
        <p:nvSpPr>
          <p:cNvPr id="222263" name="Rectangle 55" descr="Large confetti"/>
          <p:cNvSpPr>
            <a:spLocks noChangeArrowheads="1"/>
          </p:cNvSpPr>
          <p:nvPr/>
        </p:nvSpPr>
        <p:spPr bwMode="auto">
          <a:xfrm rot="10800000">
            <a:off x="6388100" y="444500"/>
            <a:ext cx="1447800" cy="3810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264" name="Rectangle 56" descr="Large confetti"/>
          <p:cNvSpPr>
            <a:spLocks noChangeArrowheads="1"/>
          </p:cNvSpPr>
          <p:nvPr/>
        </p:nvSpPr>
        <p:spPr bwMode="auto">
          <a:xfrm rot="10800000">
            <a:off x="5245100" y="444500"/>
            <a:ext cx="1447800" cy="3810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265" name="Rectangle 57" descr="Large confetti"/>
          <p:cNvSpPr>
            <a:spLocks noChangeAspect="1" noChangeArrowheads="1"/>
          </p:cNvSpPr>
          <p:nvPr/>
        </p:nvSpPr>
        <p:spPr bwMode="auto">
          <a:xfrm rot="10800000">
            <a:off x="6718300" y="825500"/>
            <a:ext cx="1117600" cy="32385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266" name="Rectangle 58" descr="Large confetti"/>
          <p:cNvSpPr>
            <a:spLocks noChangeAspect="1" noChangeArrowheads="1"/>
          </p:cNvSpPr>
          <p:nvPr/>
        </p:nvSpPr>
        <p:spPr bwMode="auto">
          <a:xfrm rot="10800000">
            <a:off x="5321300" y="812801"/>
            <a:ext cx="1066800" cy="309563"/>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267" name="Rectangle 59" descr="Large confetti"/>
          <p:cNvSpPr>
            <a:spLocks noChangeAspect="1" noChangeArrowheads="1"/>
          </p:cNvSpPr>
          <p:nvPr/>
        </p:nvSpPr>
        <p:spPr bwMode="auto">
          <a:xfrm rot="10800000">
            <a:off x="5194300" y="901700"/>
            <a:ext cx="482600" cy="5334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268" name="Rectangle 60" descr="Large confetti"/>
          <p:cNvSpPr>
            <a:spLocks noChangeAspect="1" noChangeArrowheads="1"/>
          </p:cNvSpPr>
          <p:nvPr/>
        </p:nvSpPr>
        <p:spPr bwMode="auto">
          <a:xfrm rot="10800000">
            <a:off x="7404100" y="1130300"/>
            <a:ext cx="431800" cy="32385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grpSp>
        <p:nvGrpSpPr>
          <p:cNvPr id="16" name="Group 61"/>
          <p:cNvGrpSpPr>
            <a:grpSpLocks/>
          </p:cNvGrpSpPr>
          <p:nvPr/>
        </p:nvGrpSpPr>
        <p:grpSpPr bwMode="auto">
          <a:xfrm>
            <a:off x="8026400" y="215900"/>
            <a:ext cx="1066800" cy="381000"/>
            <a:chOff x="4224" y="96"/>
            <a:chExt cx="672" cy="240"/>
          </a:xfrm>
        </p:grpSpPr>
        <p:sp>
          <p:nvSpPr>
            <p:cNvPr id="23043" name="Rectangle 62"/>
            <p:cNvSpPr>
              <a:spLocks noChangeArrowheads="1"/>
            </p:cNvSpPr>
            <p:nvPr/>
          </p:nvSpPr>
          <p:spPr bwMode="auto">
            <a:xfrm>
              <a:off x="4272" y="96"/>
              <a:ext cx="624" cy="144"/>
            </a:xfrm>
            <a:prstGeom prst="rect">
              <a:avLst/>
            </a:prstGeom>
            <a:solidFill>
              <a:schemeClr val="bg1"/>
            </a:solidFill>
            <a:ln w="9525">
              <a:noFill/>
              <a:miter lim="800000"/>
              <a:headEnd/>
              <a:tailEnd/>
            </a:ln>
          </p:spPr>
          <p:txBody>
            <a:bodyPr wrap="none" anchor="ctr"/>
            <a:lstStyle/>
            <a:p>
              <a:r>
                <a:rPr lang="en-US"/>
                <a:t>Drag</a:t>
              </a:r>
            </a:p>
          </p:txBody>
        </p:sp>
        <p:sp>
          <p:nvSpPr>
            <p:cNvPr id="23044" name="Line 63"/>
            <p:cNvSpPr>
              <a:spLocks noChangeShapeType="1"/>
            </p:cNvSpPr>
            <p:nvPr/>
          </p:nvSpPr>
          <p:spPr bwMode="auto">
            <a:xfrm flipH="1">
              <a:off x="4224" y="192"/>
              <a:ext cx="192" cy="144"/>
            </a:xfrm>
            <a:prstGeom prst="line">
              <a:avLst/>
            </a:prstGeom>
            <a:noFill/>
            <a:ln w="9525">
              <a:solidFill>
                <a:schemeClr val="tx1"/>
              </a:solidFill>
              <a:round/>
              <a:headEnd/>
              <a:tailEnd type="triangle" w="med" len="med"/>
            </a:ln>
          </p:spPr>
          <p:txBody>
            <a:bodyPr/>
            <a:lstStyle/>
            <a:p>
              <a:endParaRPr lang="en-US"/>
            </a:p>
          </p:txBody>
        </p:sp>
      </p:grpSp>
      <p:grpSp>
        <p:nvGrpSpPr>
          <p:cNvPr id="17" name="Group 64"/>
          <p:cNvGrpSpPr>
            <a:grpSpLocks/>
          </p:cNvGrpSpPr>
          <p:nvPr/>
        </p:nvGrpSpPr>
        <p:grpSpPr bwMode="auto">
          <a:xfrm>
            <a:off x="4826000" y="419100"/>
            <a:ext cx="3505200" cy="1155700"/>
            <a:chOff x="2208" y="224"/>
            <a:chExt cx="2208" cy="728"/>
          </a:xfrm>
        </p:grpSpPr>
        <p:sp>
          <p:nvSpPr>
            <p:cNvPr id="23023" name="Line 65"/>
            <p:cNvSpPr>
              <a:spLocks noChangeShapeType="1"/>
            </p:cNvSpPr>
            <p:nvPr/>
          </p:nvSpPr>
          <p:spPr bwMode="auto">
            <a:xfrm>
              <a:off x="2208" y="952"/>
              <a:ext cx="48" cy="0"/>
            </a:xfrm>
            <a:prstGeom prst="line">
              <a:avLst/>
            </a:prstGeom>
            <a:noFill/>
            <a:ln w="28575">
              <a:solidFill>
                <a:schemeClr val="tx1"/>
              </a:solidFill>
              <a:round/>
              <a:headEnd/>
              <a:tailEnd/>
            </a:ln>
          </p:spPr>
          <p:txBody>
            <a:bodyPr/>
            <a:lstStyle/>
            <a:p>
              <a:endParaRPr lang="en-US"/>
            </a:p>
          </p:txBody>
        </p:sp>
        <p:grpSp>
          <p:nvGrpSpPr>
            <p:cNvPr id="18" name="Group 66"/>
            <p:cNvGrpSpPr>
              <a:grpSpLocks/>
            </p:cNvGrpSpPr>
            <p:nvPr/>
          </p:nvGrpSpPr>
          <p:grpSpPr bwMode="auto">
            <a:xfrm>
              <a:off x="2216" y="224"/>
              <a:ext cx="2200" cy="728"/>
              <a:chOff x="2216" y="224"/>
              <a:chExt cx="2200" cy="728"/>
            </a:xfrm>
          </p:grpSpPr>
          <p:sp>
            <p:nvSpPr>
              <p:cNvPr id="23025" name="Line 67"/>
              <p:cNvSpPr>
                <a:spLocks noChangeShapeType="1"/>
              </p:cNvSpPr>
              <p:nvPr/>
            </p:nvSpPr>
            <p:spPr bwMode="auto">
              <a:xfrm>
                <a:off x="4368" y="800"/>
                <a:ext cx="0" cy="144"/>
              </a:xfrm>
              <a:prstGeom prst="line">
                <a:avLst/>
              </a:prstGeom>
              <a:noFill/>
              <a:ln w="28575">
                <a:solidFill>
                  <a:schemeClr val="tx1"/>
                </a:solidFill>
                <a:round/>
                <a:headEnd/>
                <a:tailEnd/>
              </a:ln>
            </p:spPr>
            <p:txBody>
              <a:bodyPr/>
              <a:lstStyle/>
              <a:p>
                <a:endParaRPr lang="en-US"/>
              </a:p>
            </p:txBody>
          </p:sp>
          <p:grpSp>
            <p:nvGrpSpPr>
              <p:cNvPr id="19" name="Group 68"/>
              <p:cNvGrpSpPr>
                <a:grpSpLocks/>
              </p:cNvGrpSpPr>
              <p:nvPr/>
            </p:nvGrpSpPr>
            <p:grpSpPr bwMode="auto">
              <a:xfrm>
                <a:off x="2216" y="224"/>
                <a:ext cx="2200" cy="728"/>
                <a:chOff x="2216" y="224"/>
                <a:chExt cx="2200" cy="728"/>
              </a:xfrm>
            </p:grpSpPr>
            <p:grpSp>
              <p:nvGrpSpPr>
                <p:cNvPr id="20" name="Group 69"/>
                <p:cNvGrpSpPr>
                  <a:grpSpLocks/>
                </p:cNvGrpSpPr>
                <p:nvPr/>
              </p:nvGrpSpPr>
              <p:grpSpPr bwMode="auto">
                <a:xfrm>
                  <a:off x="4272" y="760"/>
                  <a:ext cx="144" cy="192"/>
                  <a:chOff x="2880" y="1536"/>
                  <a:chExt cx="144" cy="192"/>
                </a:xfrm>
              </p:grpSpPr>
              <p:sp>
                <p:nvSpPr>
                  <p:cNvPr id="23039" name="Line 70"/>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3040" name="Line 71"/>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3041" name="Line 72"/>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3042" name="Line 73"/>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grpSp>
              <p:nvGrpSpPr>
                <p:cNvPr id="21" name="Group 74"/>
                <p:cNvGrpSpPr>
                  <a:grpSpLocks/>
                </p:cNvGrpSpPr>
                <p:nvPr/>
              </p:nvGrpSpPr>
              <p:grpSpPr bwMode="auto">
                <a:xfrm>
                  <a:off x="2216" y="760"/>
                  <a:ext cx="144" cy="192"/>
                  <a:chOff x="816" y="1528"/>
                  <a:chExt cx="144" cy="192"/>
                </a:xfrm>
              </p:grpSpPr>
              <p:sp>
                <p:nvSpPr>
                  <p:cNvPr id="23034" name="Line 75"/>
                  <p:cNvSpPr>
                    <a:spLocks noChangeShapeType="1"/>
                  </p:cNvSpPr>
                  <p:nvPr/>
                </p:nvSpPr>
                <p:spPr bwMode="auto">
                  <a:xfrm flipH="1">
                    <a:off x="816" y="1536"/>
                    <a:ext cx="144" cy="0"/>
                  </a:xfrm>
                  <a:prstGeom prst="line">
                    <a:avLst/>
                  </a:prstGeom>
                  <a:noFill/>
                  <a:ln w="28575">
                    <a:solidFill>
                      <a:schemeClr val="tx1"/>
                    </a:solidFill>
                    <a:round/>
                    <a:headEnd/>
                    <a:tailEnd/>
                  </a:ln>
                </p:spPr>
                <p:txBody>
                  <a:bodyPr/>
                  <a:lstStyle/>
                  <a:p>
                    <a:endParaRPr lang="en-US"/>
                  </a:p>
                </p:txBody>
              </p:sp>
              <p:sp>
                <p:nvSpPr>
                  <p:cNvPr id="23035" name="Line 76"/>
                  <p:cNvSpPr>
                    <a:spLocks noChangeShapeType="1"/>
                  </p:cNvSpPr>
                  <p:nvPr/>
                </p:nvSpPr>
                <p:spPr bwMode="auto">
                  <a:xfrm flipH="1">
                    <a:off x="848" y="1568"/>
                    <a:ext cx="96" cy="0"/>
                  </a:xfrm>
                  <a:prstGeom prst="line">
                    <a:avLst/>
                  </a:prstGeom>
                  <a:noFill/>
                  <a:ln w="28575">
                    <a:solidFill>
                      <a:schemeClr val="tx1"/>
                    </a:solidFill>
                    <a:round/>
                    <a:headEnd/>
                    <a:tailEnd/>
                  </a:ln>
                </p:spPr>
                <p:txBody>
                  <a:bodyPr/>
                  <a:lstStyle/>
                  <a:p>
                    <a:endParaRPr lang="en-US"/>
                  </a:p>
                </p:txBody>
              </p:sp>
              <p:grpSp>
                <p:nvGrpSpPr>
                  <p:cNvPr id="22" name="Group 77"/>
                  <p:cNvGrpSpPr>
                    <a:grpSpLocks/>
                  </p:cNvGrpSpPr>
                  <p:nvPr/>
                </p:nvGrpSpPr>
                <p:grpSpPr bwMode="auto">
                  <a:xfrm>
                    <a:off x="816" y="1528"/>
                    <a:ext cx="32" cy="192"/>
                    <a:chOff x="816" y="1632"/>
                    <a:chExt cx="32" cy="192"/>
                  </a:xfrm>
                </p:grpSpPr>
                <p:sp>
                  <p:nvSpPr>
                    <p:cNvPr id="23037" name="Line 78"/>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3038" name="Line 79"/>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sp>
              <p:nvSpPr>
                <p:cNvPr id="23029" name="Rectangle 80"/>
                <p:cNvSpPr>
                  <a:spLocks noChangeArrowheads="1"/>
                </p:cNvSpPr>
                <p:nvPr/>
              </p:nvSpPr>
              <p:spPr bwMode="auto">
                <a:xfrm>
                  <a:off x="2408"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3030" name="Rectangle 81"/>
                <p:cNvSpPr>
                  <a:spLocks noChangeArrowheads="1"/>
                </p:cNvSpPr>
                <p:nvPr/>
              </p:nvSpPr>
              <p:spPr bwMode="auto">
                <a:xfrm>
                  <a:off x="4112"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3031" name="Rectangle 82"/>
                <p:cNvSpPr>
                  <a:spLocks noChangeArrowheads="1"/>
                </p:cNvSpPr>
                <p:nvPr/>
              </p:nvSpPr>
              <p:spPr bwMode="auto">
                <a:xfrm>
                  <a:off x="4216"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3032" name="Rectangle 83"/>
                <p:cNvSpPr>
                  <a:spLocks noChangeArrowheads="1"/>
                </p:cNvSpPr>
                <p:nvPr/>
              </p:nvSpPr>
              <p:spPr bwMode="auto">
                <a:xfrm>
                  <a:off x="2352"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3033" name="Line 84"/>
                <p:cNvSpPr>
                  <a:spLocks noChangeShapeType="1"/>
                </p:cNvSpPr>
                <p:nvPr/>
              </p:nvSpPr>
              <p:spPr bwMode="auto">
                <a:xfrm>
                  <a:off x="2400" y="224"/>
                  <a:ext cx="1776" cy="0"/>
                </a:xfrm>
                <a:prstGeom prst="line">
                  <a:avLst/>
                </a:prstGeom>
                <a:noFill/>
                <a:ln w="9525">
                  <a:solidFill>
                    <a:schemeClr val="tx1"/>
                  </a:solidFill>
                  <a:round/>
                  <a:headEnd/>
                  <a:tailEnd/>
                </a:ln>
              </p:spPr>
              <p:txBody>
                <a:bodyPr/>
                <a:lstStyle/>
                <a:p>
                  <a:endParaRPr lang="en-US"/>
                </a:p>
              </p:txBody>
            </p:sp>
          </p:grpSp>
        </p:grpSp>
      </p:grpSp>
      <p:grpSp>
        <p:nvGrpSpPr>
          <p:cNvPr id="23" name="Group 85"/>
          <p:cNvGrpSpPr>
            <a:grpSpLocks/>
          </p:cNvGrpSpPr>
          <p:nvPr/>
        </p:nvGrpSpPr>
        <p:grpSpPr bwMode="auto">
          <a:xfrm>
            <a:off x="3721100" y="1587500"/>
            <a:ext cx="1638300" cy="304800"/>
            <a:chOff x="1512" y="960"/>
            <a:chExt cx="1032" cy="192"/>
          </a:xfrm>
        </p:grpSpPr>
        <p:sp>
          <p:nvSpPr>
            <p:cNvPr id="23021" name="Rectangle 86"/>
            <p:cNvSpPr>
              <a:spLocks noChangeArrowheads="1"/>
            </p:cNvSpPr>
            <p:nvPr/>
          </p:nvSpPr>
          <p:spPr bwMode="auto">
            <a:xfrm>
              <a:off x="1512" y="1008"/>
              <a:ext cx="864" cy="144"/>
            </a:xfrm>
            <a:prstGeom prst="rect">
              <a:avLst/>
            </a:prstGeom>
            <a:solidFill>
              <a:schemeClr val="bg1"/>
            </a:solidFill>
            <a:ln w="9525">
              <a:noFill/>
              <a:miter lim="800000"/>
              <a:headEnd/>
              <a:tailEnd/>
            </a:ln>
          </p:spPr>
          <p:txBody>
            <a:bodyPr wrap="none" anchor="ctr"/>
            <a:lstStyle/>
            <a:p>
              <a:r>
                <a:rPr lang="en-US"/>
                <a:t>Molding board</a:t>
              </a:r>
            </a:p>
          </p:txBody>
        </p:sp>
        <p:sp>
          <p:nvSpPr>
            <p:cNvPr id="23022" name="Line 87"/>
            <p:cNvSpPr>
              <a:spLocks noChangeShapeType="1"/>
            </p:cNvSpPr>
            <p:nvPr/>
          </p:nvSpPr>
          <p:spPr bwMode="auto">
            <a:xfrm flipV="1">
              <a:off x="2400" y="960"/>
              <a:ext cx="144" cy="144"/>
            </a:xfrm>
            <a:prstGeom prst="line">
              <a:avLst/>
            </a:prstGeom>
            <a:noFill/>
            <a:ln w="9525">
              <a:solidFill>
                <a:schemeClr val="tx1"/>
              </a:solidFill>
              <a:round/>
              <a:headEnd/>
              <a:tailEnd type="triangle" w="med" len="med"/>
            </a:ln>
          </p:spPr>
          <p:txBody>
            <a:bodyPr/>
            <a:lstStyle/>
            <a:p>
              <a:endParaRPr lang="en-US"/>
            </a:p>
          </p:txBody>
        </p:sp>
      </p:grpSp>
      <p:sp>
        <p:nvSpPr>
          <p:cNvPr id="222296" name="Rectangle 88" descr="Large confetti"/>
          <p:cNvSpPr>
            <a:spLocks noChangeArrowheads="1"/>
          </p:cNvSpPr>
          <p:nvPr/>
        </p:nvSpPr>
        <p:spPr bwMode="auto">
          <a:xfrm rot="10800000">
            <a:off x="6400800" y="825500"/>
            <a:ext cx="304800" cy="762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297" name="Freeform 89" descr="Large confetti"/>
          <p:cNvSpPr>
            <a:spLocks noChangeAspect="1"/>
          </p:cNvSpPr>
          <p:nvPr/>
        </p:nvSpPr>
        <p:spPr bwMode="auto">
          <a:xfrm>
            <a:off x="5854700" y="11176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grpSp>
        <p:nvGrpSpPr>
          <p:cNvPr id="24" name="Group 90"/>
          <p:cNvGrpSpPr>
            <a:grpSpLocks/>
          </p:cNvGrpSpPr>
          <p:nvPr/>
        </p:nvGrpSpPr>
        <p:grpSpPr bwMode="auto">
          <a:xfrm>
            <a:off x="5702300" y="901700"/>
            <a:ext cx="1676400" cy="533400"/>
            <a:chOff x="2160" y="1488"/>
            <a:chExt cx="1056" cy="336"/>
          </a:xfrm>
        </p:grpSpPr>
        <p:sp>
          <p:nvSpPr>
            <p:cNvPr id="23010" name="Line 91"/>
            <p:cNvSpPr>
              <a:spLocks noChangeShapeType="1"/>
            </p:cNvSpPr>
            <p:nvPr/>
          </p:nvSpPr>
          <p:spPr bwMode="auto">
            <a:xfrm flipV="1">
              <a:off x="2160" y="1632"/>
              <a:ext cx="0" cy="192"/>
            </a:xfrm>
            <a:prstGeom prst="line">
              <a:avLst/>
            </a:prstGeom>
            <a:noFill/>
            <a:ln w="28575">
              <a:solidFill>
                <a:schemeClr val="tx1"/>
              </a:solidFill>
              <a:round/>
              <a:headEnd/>
              <a:tailEnd/>
            </a:ln>
          </p:spPr>
          <p:txBody>
            <a:bodyPr/>
            <a:lstStyle/>
            <a:p>
              <a:endParaRPr lang="en-US"/>
            </a:p>
          </p:txBody>
        </p:sp>
        <p:sp>
          <p:nvSpPr>
            <p:cNvPr id="23011" name="Line 92"/>
            <p:cNvSpPr>
              <a:spLocks noChangeShapeType="1"/>
            </p:cNvSpPr>
            <p:nvPr/>
          </p:nvSpPr>
          <p:spPr bwMode="auto">
            <a:xfrm>
              <a:off x="3216" y="1632"/>
              <a:ext cx="0" cy="192"/>
            </a:xfrm>
            <a:prstGeom prst="line">
              <a:avLst/>
            </a:prstGeom>
            <a:noFill/>
            <a:ln w="28575">
              <a:solidFill>
                <a:schemeClr val="tx1"/>
              </a:solidFill>
              <a:round/>
              <a:headEnd/>
              <a:tailEnd/>
            </a:ln>
          </p:spPr>
          <p:txBody>
            <a:bodyPr/>
            <a:lstStyle/>
            <a:p>
              <a:endParaRPr lang="en-US"/>
            </a:p>
          </p:txBody>
        </p:sp>
        <p:sp>
          <p:nvSpPr>
            <p:cNvPr id="23012" name="Line 93"/>
            <p:cNvSpPr>
              <a:spLocks noChangeShapeType="1"/>
            </p:cNvSpPr>
            <p:nvPr/>
          </p:nvSpPr>
          <p:spPr bwMode="auto">
            <a:xfrm>
              <a:off x="2160" y="1632"/>
              <a:ext cx="96" cy="0"/>
            </a:xfrm>
            <a:prstGeom prst="line">
              <a:avLst/>
            </a:prstGeom>
            <a:noFill/>
            <a:ln w="28575">
              <a:solidFill>
                <a:schemeClr val="tx1"/>
              </a:solidFill>
              <a:round/>
              <a:headEnd/>
              <a:tailEnd/>
            </a:ln>
          </p:spPr>
          <p:txBody>
            <a:bodyPr/>
            <a:lstStyle/>
            <a:p>
              <a:endParaRPr lang="en-US"/>
            </a:p>
          </p:txBody>
        </p:sp>
        <p:sp>
          <p:nvSpPr>
            <p:cNvPr id="23013" name="Line 94"/>
            <p:cNvSpPr>
              <a:spLocks noChangeShapeType="1"/>
            </p:cNvSpPr>
            <p:nvPr/>
          </p:nvSpPr>
          <p:spPr bwMode="auto">
            <a:xfrm flipV="1">
              <a:off x="2584" y="1488"/>
              <a:ext cx="0" cy="144"/>
            </a:xfrm>
            <a:prstGeom prst="line">
              <a:avLst/>
            </a:prstGeom>
            <a:noFill/>
            <a:ln w="28575">
              <a:solidFill>
                <a:schemeClr val="tx1"/>
              </a:solidFill>
              <a:round/>
              <a:headEnd/>
              <a:tailEnd/>
            </a:ln>
          </p:spPr>
          <p:txBody>
            <a:bodyPr/>
            <a:lstStyle/>
            <a:p>
              <a:endParaRPr lang="en-US"/>
            </a:p>
          </p:txBody>
        </p:sp>
        <p:sp>
          <p:nvSpPr>
            <p:cNvPr id="23014" name="Line 95"/>
            <p:cNvSpPr>
              <a:spLocks noChangeShapeType="1"/>
            </p:cNvSpPr>
            <p:nvPr/>
          </p:nvSpPr>
          <p:spPr bwMode="auto">
            <a:xfrm flipV="1">
              <a:off x="2784" y="1488"/>
              <a:ext cx="0" cy="144"/>
            </a:xfrm>
            <a:prstGeom prst="line">
              <a:avLst/>
            </a:prstGeom>
            <a:noFill/>
            <a:ln w="28575">
              <a:solidFill>
                <a:schemeClr val="tx1"/>
              </a:solidFill>
              <a:round/>
              <a:headEnd/>
              <a:tailEnd/>
            </a:ln>
          </p:spPr>
          <p:txBody>
            <a:bodyPr/>
            <a:lstStyle/>
            <a:p>
              <a:endParaRPr lang="en-US"/>
            </a:p>
          </p:txBody>
        </p:sp>
        <p:sp>
          <p:nvSpPr>
            <p:cNvPr id="23015" name="Line 96"/>
            <p:cNvSpPr>
              <a:spLocks noChangeShapeType="1"/>
            </p:cNvSpPr>
            <p:nvPr/>
          </p:nvSpPr>
          <p:spPr bwMode="auto">
            <a:xfrm>
              <a:off x="2592" y="1488"/>
              <a:ext cx="192" cy="0"/>
            </a:xfrm>
            <a:prstGeom prst="line">
              <a:avLst/>
            </a:prstGeom>
            <a:noFill/>
            <a:ln w="28575">
              <a:solidFill>
                <a:schemeClr val="tx1"/>
              </a:solidFill>
              <a:round/>
              <a:headEnd/>
              <a:tailEnd/>
            </a:ln>
          </p:spPr>
          <p:txBody>
            <a:bodyPr/>
            <a:lstStyle/>
            <a:p>
              <a:endParaRPr lang="en-US"/>
            </a:p>
          </p:txBody>
        </p:sp>
        <p:sp>
          <p:nvSpPr>
            <p:cNvPr id="23016" name="Freeform 97"/>
            <p:cNvSpPr>
              <a:spLocks/>
            </p:cNvSpPr>
            <p:nvPr/>
          </p:nvSpPr>
          <p:spPr bwMode="auto">
            <a:xfrm>
              <a:off x="2248" y="1632"/>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19050">
              <a:solidFill>
                <a:schemeClr val="tx1"/>
              </a:solidFill>
              <a:round/>
              <a:headEnd/>
              <a:tailEnd/>
            </a:ln>
          </p:spPr>
          <p:txBody>
            <a:bodyPr/>
            <a:lstStyle/>
            <a:p>
              <a:endParaRPr lang="en-US"/>
            </a:p>
          </p:txBody>
        </p:sp>
        <p:sp>
          <p:nvSpPr>
            <p:cNvPr id="23017" name="Freeform 98"/>
            <p:cNvSpPr>
              <a:spLocks/>
            </p:cNvSpPr>
            <p:nvPr/>
          </p:nvSpPr>
          <p:spPr bwMode="auto">
            <a:xfrm>
              <a:off x="2904" y="162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19050">
              <a:solidFill>
                <a:schemeClr val="tx1"/>
              </a:solidFill>
              <a:round/>
              <a:headEnd/>
              <a:tailEnd/>
            </a:ln>
          </p:spPr>
          <p:txBody>
            <a:bodyPr/>
            <a:lstStyle/>
            <a:p>
              <a:endParaRPr lang="en-US"/>
            </a:p>
          </p:txBody>
        </p:sp>
        <p:sp>
          <p:nvSpPr>
            <p:cNvPr id="23018" name="Line 99"/>
            <p:cNvSpPr>
              <a:spLocks noChangeAspect="1" noChangeShapeType="1"/>
            </p:cNvSpPr>
            <p:nvPr/>
          </p:nvSpPr>
          <p:spPr bwMode="auto">
            <a:xfrm>
              <a:off x="2472" y="1632"/>
              <a:ext cx="109" cy="1"/>
            </a:xfrm>
            <a:prstGeom prst="line">
              <a:avLst/>
            </a:prstGeom>
            <a:noFill/>
            <a:ln w="28575">
              <a:solidFill>
                <a:schemeClr val="tx1"/>
              </a:solidFill>
              <a:round/>
              <a:headEnd/>
              <a:tailEnd/>
            </a:ln>
          </p:spPr>
          <p:txBody>
            <a:bodyPr/>
            <a:lstStyle/>
            <a:p>
              <a:endParaRPr lang="en-US"/>
            </a:p>
          </p:txBody>
        </p:sp>
        <p:sp>
          <p:nvSpPr>
            <p:cNvPr id="23019" name="Line 100"/>
            <p:cNvSpPr>
              <a:spLocks noChangeAspect="1" noChangeShapeType="1"/>
            </p:cNvSpPr>
            <p:nvPr/>
          </p:nvSpPr>
          <p:spPr bwMode="auto">
            <a:xfrm>
              <a:off x="2787" y="1632"/>
              <a:ext cx="115" cy="1"/>
            </a:xfrm>
            <a:prstGeom prst="line">
              <a:avLst/>
            </a:prstGeom>
            <a:noFill/>
            <a:ln w="28575">
              <a:solidFill>
                <a:schemeClr val="tx1"/>
              </a:solidFill>
              <a:round/>
              <a:headEnd/>
              <a:tailEnd/>
            </a:ln>
          </p:spPr>
          <p:txBody>
            <a:bodyPr/>
            <a:lstStyle/>
            <a:p>
              <a:endParaRPr lang="en-US"/>
            </a:p>
          </p:txBody>
        </p:sp>
        <p:sp>
          <p:nvSpPr>
            <p:cNvPr id="23020" name="Line 101"/>
            <p:cNvSpPr>
              <a:spLocks noChangeShapeType="1"/>
            </p:cNvSpPr>
            <p:nvPr/>
          </p:nvSpPr>
          <p:spPr bwMode="auto">
            <a:xfrm>
              <a:off x="3120" y="1632"/>
              <a:ext cx="96" cy="0"/>
            </a:xfrm>
            <a:prstGeom prst="line">
              <a:avLst/>
            </a:prstGeom>
            <a:noFill/>
            <a:ln w="28575">
              <a:solidFill>
                <a:schemeClr val="tx1"/>
              </a:solidFill>
              <a:round/>
              <a:headEnd/>
              <a:tailEnd/>
            </a:ln>
          </p:spPr>
          <p:txBody>
            <a:bodyPr/>
            <a:lstStyle/>
            <a:p>
              <a:endParaRPr lang="en-US"/>
            </a:p>
          </p:txBody>
        </p:sp>
      </p:grpSp>
      <p:sp>
        <p:nvSpPr>
          <p:cNvPr id="222310" name="Freeform 102" descr="Large confetti"/>
          <p:cNvSpPr>
            <a:spLocks noChangeAspect="1"/>
          </p:cNvSpPr>
          <p:nvPr/>
        </p:nvSpPr>
        <p:spPr bwMode="auto">
          <a:xfrm>
            <a:off x="6883400" y="11049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grpSp>
        <p:nvGrpSpPr>
          <p:cNvPr id="25" name="Group 103"/>
          <p:cNvGrpSpPr>
            <a:grpSpLocks/>
          </p:cNvGrpSpPr>
          <p:nvPr/>
        </p:nvGrpSpPr>
        <p:grpSpPr bwMode="auto">
          <a:xfrm>
            <a:off x="3708400" y="215900"/>
            <a:ext cx="5372100" cy="1981200"/>
            <a:chOff x="1056" y="2304"/>
            <a:chExt cx="3384" cy="1248"/>
          </a:xfrm>
        </p:grpSpPr>
        <p:grpSp>
          <p:nvGrpSpPr>
            <p:cNvPr id="26" name="Group 104"/>
            <p:cNvGrpSpPr>
              <a:grpSpLocks/>
            </p:cNvGrpSpPr>
            <p:nvPr/>
          </p:nvGrpSpPr>
          <p:grpSpPr bwMode="auto">
            <a:xfrm>
              <a:off x="3768" y="2304"/>
              <a:ext cx="672" cy="240"/>
              <a:chOff x="4224" y="96"/>
              <a:chExt cx="672" cy="240"/>
            </a:xfrm>
          </p:grpSpPr>
          <p:sp>
            <p:nvSpPr>
              <p:cNvPr id="23008" name="Rectangle 105"/>
              <p:cNvSpPr>
                <a:spLocks noChangeArrowheads="1"/>
              </p:cNvSpPr>
              <p:nvPr/>
            </p:nvSpPr>
            <p:spPr bwMode="auto">
              <a:xfrm>
                <a:off x="4272" y="96"/>
                <a:ext cx="624" cy="144"/>
              </a:xfrm>
              <a:prstGeom prst="rect">
                <a:avLst/>
              </a:prstGeom>
              <a:solidFill>
                <a:schemeClr val="bg1"/>
              </a:solidFill>
              <a:ln w="9525">
                <a:noFill/>
                <a:miter lim="800000"/>
                <a:headEnd/>
                <a:tailEnd/>
              </a:ln>
            </p:spPr>
            <p:txBody>
              <a:bodyPr wrap="none" anchor="ctr"/>
              <a:lstStyle/>
              <a:p>
                <a:r>
                  <a:rPr lang="en-US"/>
                  <a:t>Drag</a:t>
                </a:r>
              </a:p>
            </p:txBody>
          </p:sp>
          <p:sp>
            <p:nvSpPr>
              <p:cNvPr id="23009" name="Line 106"/>
              <p:cNvSpPr>
                <a:spLocks noChangeShapeType="1"/>
              </p:cNvSpPr>
              <p:nvPr/>
            </p:nvSpPr>
            <p:spPr bwMode="auto">
              <a:xfrm flipH="1">
                <a:off x="4224" y="192"/>
                <a:ext cx="192" cy="144"/>
              </a:xfrm>
              <a:prstGeom prst="line">
                <a:avLst/>
              </a:prstGeom>
              <a:noFill/>
              <a:ln w="9525">
                <a:solidFill>
                  <a:schemeClr val="tx1"/>
                </a:solidFill>
                <a:round/>
                <a:headEnd/>
                <a:tailEnd type="triangle" w="med" len="med"/>
              </a:ln>
            </p:spPr>
            <p:txBody>
              <a:bodyPr/>
              <a:lstStyle/>
              <a:p>
                <a:endParaRPr lang="en-US"/>
              </a:p>
            </p:txBody>
          </p:sp>
        </p:grpSp>
        <p:grpSp>
          <p:nvGrpSpPr>
            <p:cNvPr id="27" name="Group 107"/>
            <p:cNvGrpSpPr>
              <a:grpSpLocks/>
            </p:cNvGrpSpPr>
            <p:nvPr/>
          </p:nvGrpSpPr>
          <p:grpSpPr bwMode="auto">
            <a:xfrm>
              <a:off x="2304" y="2736"/>
              <a:ext cx="1056" cy="336"/>
              <a:chOff x="3816" y="1776"/>
              <a:chExt cx="1056" cy="336"/>
            </a:xfrm>
          </p:grpSpPr>
          <p:sp>
            <p:nvSpPr>
              <p:cNvPr id="22996" name="Line 108"/>
              <p:cNvSpPr>
                <a:spLocks noChangeShapeType="1"/>
              </p:cNvSpPr>
              <p:nvPr/>
            </p:nvSpPr>
            <p:spPr bwMode="auto">
              <a:xfrm>
                <a:off x="3816" y="2112"/>
                <a:ext cx="1056" cy="0"/>
              </a:xfrm>
              <a:prstGeom prst="line">
                <a:avLst/>
              </a:prstGeom>
              <a:noFill/>
              <a:ln w="28575">
                <a:solidFill>
                  <a:schemeClr val="tx1"/>
                </a:solidFill>
                <a:round/>
                <a:headEnd/>
                <a:tailEnd/>
              </a:ln>
            </p:spPr>
            <p:txBody>
              <a:bodyPr/>
              <a:lstStyle/>
              <a:p>
                <a:endParaRPr lang="en-US"/>
              </a:p>
            </p:txBody>
          </p:sp>
          <p:grpSp>
            <p:nvGrpSpPr>
              <p:cNvPr id="28" name="Group 109"/>
              <p:cNvGrpSpPr>
                <a:grpSpLocks/>
              </p:cNvGrpSpPr>
              <p:nvPr/>
            </p:nvGrpSpPr>
            <p:grpSpPr bwMode="auto">
              <a:xfrm>
                <a:off x="3816" y="1776"/>
                <a:ext cx="1056" cy="336"/>
                <a:chOff x="3816" y="1776"/>
                <a:chExt cx="1056" cy="336"/>
              </a:xfrm>
            </p:grpSpPr>
            <p:sp>
              <p:nvSpPr>
                <p:cNvPr id="22998" name="Line 110"/>
                <p:cNvSpPr>
                  <a:spLocks noChangeShapeType="1"/>
                </p:cNvSpPr>
                <p:nvPr/>
              </p:nvSpPr>
              <p:spPr bwMode="auto">
                <a:xfrm flipH="1">
                  <a:off x="4440" y="1920"/>
                  <a:ext cx="432" cy="0"/>
                </a:xfrm>
                <a:prstGeom prst="line">
                  <a:avLst/>
                </a:prstGeom>
                <a:noFill/>
                <a:ln w="28575">
                  <a:solidFill>
                    <a:schemeClr val="tx1"/>
                  </a:solidFill>
                  <a:round/>
                  <a:headEnd/>
                  <a:tailEnd/>
                </a:ln>
              </p:spPr>
              <p:txBody>
                <a:bodyPr/>
                <a:lstStyle/>
                <a:p>
                  <a:endParaRPr lang="en-US"/>
                </a:p>
              </p:txBody>
            </p:sp>
            <p:grpSp>
              <p:nvGrpSpPr>
                <p:cNvPr id="29" name="Group 111"/>
                <p:cNvGrpSpPr>
                  <a:grpSpLocks/>
                </p:cNvGrpSpPr>
                <p:nvPr/>
              </p:nvGrpSpPr>
              <p:grpSpPr bwMode="auto">
                <a:xfrm>
                  <a:off x="3816" y="1776"/>
                  <a:ext cx="1056" cy="336"/>
                  <a:chOff x="3816" y="1776"/>
                  <a:chExt cx="1056" cy="336"/>
                </a:xfrm>
              </p:grpSpPr>
              <p:sp>
                <p:nvSpPr>
                  <p:cNvPr id="23000" name="Line 112"/>
                  <p:cNvSpPr>
                    <a:spLocks noChangeShapeType="1"/>
                  </p:cNvSpPr>
                  <p:nvPr/>
                </p:nvSpPr>
                <p:spPr bwMode="auto">
                  <a:xfrm flipV="1">
                    <a:off x="3816" y="1920"/>
                    <a:ext cx="0" cy="192"/>
                  </a:xfrm>
                  <a:prstGeom prst="line">
                    <a:avLst/>
                  </a:prstGeom>
                  <a:noFill/>
                  <a:ln w="28575">
                    <a:solidFill>
                      <a:schemeClr val="tx1"/>
                    </a:solidFill>
                    <a:round/>
                    <a:headEnd/>
                    <a:tailEnd/>
                  </a:ln>
                </p:spPr>
                <p:txBody>
                  <a:bodyPr/>
                  <a:lstStyle/>
                  <a:p>
                    <a:endParaRPr lang="en-US"/>
                  </a:p>
                </p:txBody>
              </p:sp>
              <p:sp>
                <p:nvSpPr>
                  <p:cNvPr id="23001" name="Line 113"/>
                  <p:cNvSpPr>
                    <a:spLocks noChangeShapeType="1"/>
                  </p:cNvSpPr>
                  <p:nvPr/>
                </p:nvSpPr>
                <p:spPr bwMode="auto">
                  <a:xfrm>
                    <a:off x="4872" y="1920"/>
                    <a:ext cx="0" cy="192"/>
                  </a:xfrm>
                  <a:prstGeom prst="line">
                    <a:avLst/>
                  </a:prstGeom>
                  <a:noFill/>
                  <a:ln w="28575">
                    <a:solidFill>
                      <a:schemeClr val="tx1"/>
                    </a:solidFill>
                    <a:round/>
                    <a:headEnd/>
                    <a:tailEnd/>
                  </a:ln>
                </p:spPr>
                <p:txBody>
                  <a:bodyPr/>
                  <a:lstStyle/>
                  <a:p>
                    <a:endParaRPr lang="en-US"/>
                  </a:p>
                </p:txBody>
              </p:sp>
              <p:sp>
                <p:nvSpPr>
                  <p:cNvPr id="23002" name="Line 114"/>
                  <p:cNvSpPr>
                    <a:spLocks noChangeShapeType="1"/>
                  </p:cNvSpPr>
                  <p:nvPr/>
                </p:nvSpPr>
                <p:spPr bwMode="auto">
                  <a:xfrm>
                    <a:off x="3816" y="1920"/>
                    <a:ext cx="432" cy="0"/>
                  </a:xfrm>
                  <a:prstGeom prst="line">
                    <a:avLst/>
                  </a:prstGeom>
                  <a:noFill/>
                  <a:ln w="28575">
                    <a:solidFill>
                      <a:schemeClr val="tx1"/>
                    </a:solidFill>
                    <a:round/>
                    <a:headEnd/>
                    <a:tailEnd/>
                  </a:ln>
                </p:spPr>
                <p:txBody>
                  <a:bodyPr/>
                  <a:lstStyle/>
                  <a:p>
                    <a:endParaRPr lang="en-US"/>
                  </a:p>
                </p:txBody>
              </p:sp>
              <p:sp>
                <p:nvSpPr>
                  <p:cNvPr id="23003" name="Line 115"/>
                  <p:cNvSpPr>
                    <a:spLocks noChangeShapeType="1"/>
                  </p:cNvSpPr>
                  <p:nvPr/>
                </p:nvSpPr>
                <p:spPr bwMode="auto">
                  <a:xfrm flipV="1">
                    <a:off x="4240" y="1776"/>
                    <a:ext cx="0" cy="144"/>
                  </a:xfrm>
                  <a:prstGeom prst="line">
                    <a:avLst/>
                  </a:prstGeom>
                  <a:noFill/>
                  <a:ln w="28575">
                    <a:solidFill>
                      <a:schemeClr val="tx1"/>
                    </a:solidFill>
                    <a:round/>
                    <a:headEnd/>
                    <a:tailEnd/>
                  </a:ln>
                </p:spPr>
                <p:txBody>
                  <a:bodyPr/>
                  <a:lstStyle/>
                  <a:p>
                    <a:endParaRPr lang="en-US"/>
                  </a:p>
                </p:txBody>
              </p:sp>
              <p:sp>
                <p:nvSpPr>
                  <p:cNvPr id="23004" name="Line 116"/>
                  <p:cNvSpPr>
                    <a:spLocks noChangeShapeType="1"/>
                  </p:cNvSpPr>
                  <p:nvPr/>
                </p:nvSpPr>
                <p:spPr bwMode="auto">
                  <a:xfrm flipV="1">
                    <a:off x="4440" y="1776"/>
                    <a:ext cx="0" cy="144"/>
                  </a:xfrm>
                  <a:prstGeom prst="line">
                    <a:avLst/>
                  </a:prstGeom>
                  <a:noFill/>
                  <a:ln w="28575">
                    <a:solidFill>
                      <a:schemeClr val="tx1"/>
                    </a:solidFill>
                    <a:round/>
                    <a:headEnd/>
                    <a:tailEnd/>
                  </a:ln>
                </p:spPr>
                <p:txBody>
                  <a:bodyPr/>
                  <a:lstStyle/>
                  <a:p>
                    <a:endParaRPr lang="en-US"/>
                  </a:p>
                </p:txBody>
              </p:sp>
              <p:sp>
                <p:nvSpPr>
                  <p:cNvPr id="23005" name="Line 117"/>
                  <p:cNvSpPr>
                    <a:spLocks noChangeShapeType="1"/>
                  </p:cNvSpPr>
                  <p:nvPr/>
                </p:nvSpPr>
                <p:spPr bwMode="auto">
                  <a:xfrm>
                    <a:off x="4248" y="1776"/>
                    <a:ext cx="192" cy="0"/>
                  </a:xfrm>
                  <a:prstGeom prst="line">
                    <a:avLst/>
                  </a:prstGeom>
                  <a:noFill/>
                  <a:ln w="28575">
                    <a:solidFill>
                      <a:schemeClr val="tx1"/>
                    </a:solidFill>
                    <a:round/>
                    <a:headEnd/>
                    <a:tailEnd/>
                  </a:ln>
                </p:spPr>
                <p:txBody>
                  <a:bodyPr/>
                  <a:lstStyle/>
                  <a:p>
                    <a:endParaRPr lang="en-US"/>
                  </a:p>
                </p:txBody>
              </p:sp>
              <p:sp>
                <p:nvSpPr>
                  <p:cNvPr id="23006" name="Freeform 118"/>
                  <p:cNvSpPr>
                    <a:spLocks/>
                  </p:cNvSpPr>
                  <p:nvPr/>
                </p:nvSpPr>
                <p:spPr bwMode="auto">
                  <a:xfrm>
                    <a:off x="3904" y="1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9525">
                    <a:solidFill>
                      <a:schemeClr val="tx1"/>
                    </a:solidFill>
                    <a:round/>
                    <a:headEnd/>
                    <a:tailEnd/>
                  </a:ln>
                </p:spPr>
                <p:txBody>
                  <a:bodyPr/>
                  <a:lstStyle/>
                  <a:p>
                    <a:endParaRPr lang="en-US"/>
                  </a:p>
                </p:txBody>
              </p:sp>
              <p:sp>
                <p:nvSpPr>
                  <p:cNvPr id="23007" name="Freeform 119"/>
                  <p:cNvSpPr>
                    <a:spLocks/>
                  </p:cNvSpPr>
                  <p:nvPr/>
                </p:nvSpPr>
                <p:spPr bwMode="auto">
                  <a:xfrm>
                    <a:off x="4560" y="1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9525">
                    <a:solidFill>
                      <a:schemeClr val="tx1"/>
                    </a:solidFill>
                    <a:round/>
                    <a:headEnd/>
                    <a:tailEnd/>
                  </a:ln>
                </p:spPr>
                <p:txBody>
                  <a:bodyPr/>
                  <a:lstStyle/>
                  <a:p>
                    <a:endParaRPr lang="en-US"/>
                  </a:p>
                </p:txBody>
              </p:sp>
            </p:grpSp>
          </p:grpSp>
        </p:grpSp>
        <p:grpSp>
          <p:nvGrpSpPr>
            <p:cNvPr id="30" name="Group 120"/>
            <p:cNvGrpSpPr>
              <a:grpSpLocks/>
            </p:cNvGrpSpPr>
            <p:nvPr/>
          </p:nvGrpSpPr>
          <p:grpSpPr bwMode="auto">
            <a:xfrm>
              <a:off x="1896" y="3072"/>
              <a:ext cx="1920" cy="240"/>
              <a:chOff x="2352" y="864"/>
              <a:chExt cx="1920" cy="240"/>
            </a:xfrm>
          </p:grpSpPr>
          <p:sp>
            <p:nvSpPr>
              <p:cNvPr id="22993" name="Rectangle 121"/>
              <p:cNvSpPr>
                <a:spLocks noChangeArrowheads="1"/>
              </p:cNvSpPr>
              <p:nvPr/>
            </p:nvSpPr>
            <p:spPr bwMode="auto">
              <a:xfrm>
                <a:off x="2352" y="864"/>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2994" name="Rectangle 122"/>
              <p:cNvSpPr>
                <a:spLocks noChangeArrowheads="1"/>
              </p:cNvSpPr>
              <p:nvPr/>
            </p:nvSpPr>
            <p:spPr bwMode="auto">
              <a:xfrm>
                <a:off x="2544"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995" name="Rectangle 123"/>
              <p:cNvSpPr>
                <a:spLocks noChangeArrowheads="1"/>
              </p:cNvSpPr>
              <p:nvPr/>
            </p:nvSpPr>
            <p:spPr bwMode="auto">
              <a:xfrm>
                <a:off x="3816"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grpSp>
        <p:grpSp>
          <p:nvGrpSpPr>
            <p:cNvPr id="31" name="Group 124"/>
            <p:cNvGrpSpPr>
              <a:grpSpLocks/>
            </p:cNvGrpSpPr>
            <p:nvPr/>
          </p:nvGrpSpPr>
          <p:grpSpPr bwMode="auto">
            <a:xfrm>
              <a:off x="1752" y="2432"/>
              <a:ext cx="2208" cy="728"/>
              <a:chOff x="2208" y="224"/>
              <a:chExt cx="2208" cy="728"/>
            </a:xfrm>
          </p:grpSpPr>
          <p:sp>
            <p:nvSpPr>
              <p:cNvPr id="22973" name="Line 125"/>
              <p:cNvSpPr>
                <a:spLocks noChangeShapeType="1"/>
              </p:cNvSpPr>
              <p:nvPr/>
            </p:nvSpPr>
            <p:spPr bwMode="auto">
              <a:xfrm>
                <a:off x="2208" y="952"/>
                <a:ext cx="48" cy="0"/>
              </a:xfrm>
              <a:prstGeom prst="line">
                <a:avLst/>
              </a:prstGeom>
              <a:noFill/>
              <a:ln w="28575">
                <a:solidFill>
                  <a:schemeClr val="tx1"/>
                </a:solidFill>
                <a:round/>
                <a:headEnd/>
                <a:tailEnd/>
              </a:ln>
            </p:spPr>
            <p:txBody>
              <a:bodyPr/>
              <a:lstStyle/>
              <a:p>
                <a:endParaRPr lang="en-US"/>
              </a:p>
            </p:txBody>
          </p:sp>
          <p:grpSp>
            <p:nvGrpSpPr>
              <p:cNvPr id="22817" name="Group 126"/>
              <p:cNvGrpSpPr>
                <a:grpSpLocks/>
              </p:cNvGrpSpPr>
              <p:nvPr/>
            </p:nvGrpSpPr>
            <p:grpSpPr bwMode="auto">
              <a:xfrm>
                <a:off x="2216" y="224"/>
                <a:ext cx="2200" cy="728"/>
                <a:chOff x="2216" y="224"/>
                <a:chExt cx="2200" cy="728"/>
              </a:xfrm>
            </p:grpSpPr>
            <p:sp>
              <p:nvSpPr>
                <p:cNvPr id="22975" name="Line 127"/>
                <p:cNvSpPr>
                  <a:spLocks noChangeShapeType="1"/>
                </p:cNvSpPr>
                <p:nvPr/>
              </p:nvSpPr>
              <p:spPr bwMode="auto">
                <a:xfrm>
                  <a:off x="4368" y="800"/>
                  <a:ext cx="0" cy="144"/>
                </a:xfrm>
                <a:prstGeom prst="line">
                  <a:avLst/>
                </a:prstGeom>
                <a:noFill/>
                <a:ln w="28575">
                  <a:solidFill>
                    <a:schemeClr val="tx1"/>
                  </a:solidFill>
                  <a:round/>
                  <a:headEnd/>
                  <a:tailEnd/>
                </a:ln>
              </p:spPr>
              <p:txBody>
                <a:bodyPr/>
                <a:lstStyle/>
                <a:p>
                  <a:endParaRPr lang="en-US"/>
                </a:p>
              </p:txBody>
            </p:sp>
            <p:grpSp>
              <p:nvGrpSpPr>
                <p:cNvPr id="22819" name="Group 128"/>
                <p:cNvGrpSpPr>
                  <a:grpSpLocks/>
                </p:cNvGrpSpPr>
                <p:nvPr/>
              </p:nvGrpSpPr>
              <p:grpSpPr bwMode="auto">
                <a:xfrm>
                  <a:off x="2216" y="224"/>
                  <a:ext cx="2200" cy="728"/>
                  <a:chOff x="2216" y="224"/>
                  <a:chExt cx="2200" cy="728"/>
                </a:xfrm>
              </p:grpSpPr>
              <p:grpSp>
                <p:nvGrpSpPr>
                  <p:cNvPr id="22821" name="Group 129"/>
                  <p:cNvGrpSpPr>
                    <a:grpSpLocks/>
                  </p:cNvGrpSpPr>
                  <p:nvPr/>
                </p:nvGrpSpPr>
                <p:grpSpPr bwMode="auto">
                  <a:xfrm>
                    <a:off x="4272" y="760"/>
                    <a:ext cx="144" cy="192"/>
                    <a:chOff x="2880" y="1536"/>
                    <a:chExt cx="144" cy="192"/>
                  </a:xfrm>
                </p:grpSpPr>
                <p:sp>
                  <p:nvSpPr>
                    <p:cNvPr id="22989" name="Line 130"/>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2990" name="Line 131"/>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2991" name="Line 132"/>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2992" name="Line 133"/>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grpSp>
                <p:nvGrpSpPr>
                  <p:cNvPr id="22823" name="Group 134"/>
                  <p:cNvGrpSpPr>
                    <a:grpSpLocks/>
                  </p:cNvGrpSpPr>
                  <p:nvPr/>
                </p:nvGrpSpPr>
                <p:grpSpPr bwMode="auto">
                  <a:xfrm>
                    <a:off x="2216" y="760"/>
                    <a:ext cx="144" cy="192"/>
                    <a:chOff x="816" y="1528"/>
                    <a:chExt cx="144" cy="192"/>
                  </a:xfrm>
                </p:grpSpPr>
                <p:sp>
                  <p:nvSpPr>
                    <p:cNvPr id="22984" name="Line 135"/>
                    <p:cNvSpPr>
                      <a:spLocks noChangeShapeType="1"/>
                    </p:cNvSpPr>
                    <p:nvPr/>
                  </p:nvSpPr>
                  <p:spPr bwMode="auto">
                    <a:xfrm flipH="1">
                      <a:off x="816" y="1536"/>
                      <a:ext cx="144" cy="0"/>
                    </a:xfrm>
                    <a:prstGeom prst="line">
                      <a:avLst/>
                    </a:prstGeom>
                    <a:noFill/>
                    <a:ln w="28575">
                      <a:solidFill>
                        <a:schemeClr val="tx1"/>
                      </a:solidFill>
                      <a:round/>
                      <a:headEnd/>
                      <a:tailEnd/>
                    </a:ln>
                  </p:spPr>
                  <p:txBody>
                    <a:bodyPr/>
                    <a:lstStyle/>
                    <a:p>
                      <a:endParaRPr lang="en-US"/>
                    </a:p>
                  </p:txBody>
                </p:sp>
                <p:sp>
                  <p:nvSpPr>
                    <p:cNvPr id="22985" name="Line 136"/>
                    <p:cNvSpPr>
                      <a:spLocks noChangeShapeType="1"/>
                    </p:cNvSpPr>
                    <p:nvPr/>
                  </p:nvSpPr>
                  <p:spPr bwMode="auto">
                    <a:xfrm flipH="1">
                      <a:off x="848" y="1568"/>
                      <a:ext cx="96" cy="0"/>
                    </a:xfrm>
                    <a:prstGeom prst="line">
                      <a:avLst/>
                    </a:prstGeom>
                    <a:noFill/>
                    <a:ln w="28575">
                      <a:solidFill>
                        <a:schemeClr val="tx1"/>
                      </a:solidFill>
                      <a:round/>
                      <a:headEnd/>
                      <a:tailEnd/>
                    </a:ln>
                  </p:spPr>
                  <p:txBody>
                    <a:bodyPr/>
                    <a:lstStyle/>
                    <a:p>
                      <a:endParaRPr lang="en-US"/>
                    </a:p>
                  </p:txBody>
                </p:sp>
                <p:grpSp>
                  <p:nvGrpSpPr>
                    <p:cNvPr id="22844" name="Group 137"/>
                    <p:cNvGrpSpPr>
                      <a:grpSpLocks/>
                    </p:cNvGrpSpPr>
                    <p:nvPr/>
                  </p:nvGrpSpPr>
                  <p:grpSpPr bwMode="auto">
                    <a:xfrm>
                      <a:off x="816" y="1528"/>
                      <a:ext cx="32" cy="192"/>
                      <a:chOff x="816" y="1632"/>
                      <a:chExt cx="32" cy="192"/>
                    </a:xfrm>
                  </p:grpSpPr>
                  <p:sp>
                    <p:nvSpPr>
                      <p:cNvPr id="22987" name="Line 138"/>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2988" name="Line 139"/>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sp>
                <p:nvSpPr>
                  <p:cNvPr id="22979" name="Rectangle 140"/>
                  <p:cNvSpPr>
                    <a:spLocks noChangeArrowheads="1"/>
                  </p:cNvSpPr>
                  <p:nvPr/>
                </p:nvSpPr>
                <p:spPr bwMode="auto">
                  <a:xfrm>
                    <a:off x="2408"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980" name="Rectangle 141"/>
                  <p:cNvSpPr>
                    <a:spLocks noChangeArrowheads="1"/>
                  </p:cNvSpPr>
                  <p:nvPr/>
                </p:nvSpPr>
                <p:spPr bwMode="auto">
                  <a:xfrm>
                    <a:off x="4112"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981" name="Rectangle 142"/>
                  <p:cNvSpPr>
                    <a:spLocks noChangeArrowheads="1"/>
                  </p:cNvSpPr>
                  <p:nvPr/>
                </p:nvSpPr>
                <p:spPr bwMode="auto">
                  <a:xfrm>
                    <a:off x="4216"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2982" name="Rectangle 143"/>
                  <p:cNvSpPr>
                    <a:spLocks noChangeArrowheads="1"/>
                  </p:cNvSpPr>
                  <p:nvPr/>
                </p:nvSpPr>
                <p:spPr bwMode="auto">
                  <a:xfrm>
                    <a:off x="2352"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2983" name="Line 144"/>
                  <p:cNvSpPr>
                    <a:spLocks noChangeShapeType="1"/>
                  </p:cNvSpPr>
                  <p:nvPr/>
                </p:nvSpPr>
                <p:spPr bwMode="auto">
                  <a:xfrm>
                    <a:off x="2400" y="224"/>
                    <a:ext cx="1776" cy="0"/>
                  </a:xfrm>
                  <a:prstGeom prst="line">
                    <a:avLst/>
                  </a:prstGeom>
                  <a:noFill/>
                  <a:ln w="9525">
                    <a:solidFill>
                      <a:schemeClr val="tx1"/>
                    </a:solidFill>
                    <a:round/>
                    <a:headEnd/>
                    <a:tailEnd/>
                  </a:ln>
                </p:spPr>
                <p:txBody>
                  <a:bodyPr/>
                  <a:lstStyle/>
                  <a:p>
                    <a:endParaRPr lang="en-US"/>
                  </a:p>
                </p:txBody>
              </p:sp>
            </p:grpSp>
          </p:grpSp>
        </p:grpSp>
        <p:grpSp>
          <p:nvGrpSpPr>
            <p:cNvPr id="22847" name="Group 145"/>
            <p:cNvGrpSpPr>
              <a:grpSpLocks/>
            </p:cNvGrpSpPr>
            <p:nvPr/>
          </p:nvGrpSpPr>
          <p:grpSpPr bwMode="auto">
            <a:xfrm>
              <a:off x="2136" y="2448"/>
              <a:ext cx="624" cy="288"/>
              <a:chOff x="3648" y="1536"/>
              <a:chExt cx="624" cy="288"/>
            </a:xfrm>
          </p:grpSpPr>
          <p:sp>
            <p:nvSpPr>
              <p:cNvPr id="22971" name="Rectangle 146"/>
              <p:cNvSpPr>
                <a:spLocks noChangeArrowheads="1"/>
              </p:cNvSpPr>
              <p:nvPr/>
            </p:nvSpPr>
            <p:spPr bwMode="auto">
              <a:xfrm>
                <a:off x="3648" y="1536"/>
                <a:ext cx="624" cy="144"/>
              </a:xfrm>
              <a:prstGeom prst="rect">
                <a:avLst/>
              </a:prstGeom>
              <a:solidFill>
                <a:schemeClr val="bg1"/>
              </a:solidFill>
              <a:ln w="9525">
                <a:noFill/>
                <a:miter lim="800000"/>
                <a:headEnd/>
                <a:tailEnd/>
              </a:ln>
            </p:spPr>
            <p:txBody>
              <a:bodyPr wrap="none" anchor="ctr"/>
              <a:lstStyle/>
              <a:p>
                <a:r>
                  <a:rPr lang="en-US"/>
                  <a:t>Pattern</a:t>
                </a:r>
              </a:p>
            </p:txBody>
          </p:sp>
          <p:sp>
            <p:nvSpPr>
              <p:cNvPr id="22972" name="Line 147"/>
              <p:cNvSpPr>
                <a:spLocks noChangeShapeType="1"/>
              </p:cNvSpPr>
              <p:nvPr/>
            </p:nvSpPr>
            <p:spPr bwMode="auto">
              <a:xfrm>
                <a:off x="3936" y="1680"/>
                <a:ext cx="288" cy="144"/>
              </a:xfrm>
              <a:prstGeom prst="line">
                <a:avLst/>
              </a:prstGeom>
              <a:noFill/>
              <a:ln w="9525">
                <a:solidFill>
                  <a:schemeClr val="tx1"/>
                </a:solidFill>
                <a:round/>
                <a:headEnd/>
                <a:tailEnd type="triangle" w="med" len="med"/>
              </a:ln>
            </p:spPr>
            <p:txBody>
              <a:bodyPr/>
              <a:lstStyle/>
              <a:p>
                <a:endParaRPr lang="en-US"/>
              </a:p>
            </p:txBody>
          </p:sp>
        </p:grpSp>
        <p:grpSp>
          <p:nvGrpSpPr>
            <p:cNvPr id="222272" name="Group 148"/>
            <p:cNvGrpSpPr>
              <a:grpSpLocks/>
            </p:cNvGrpSpPr>
            <p:nvPr/>
          </p:nvGrpSpPr>
          <p:grpSpPr bwMode="auto">
            <a:xfrm>
              <a:off x="1056" y="3168"/>
              <a:ext cx="1032" cy="192"/>
              <a:chOff x="1512" y="960"/>
              <a:chExt cx="1032" cy="192"/>
            </a:xfrm>
          </p:grpSpPr>
          <p:sp>
            <p:nvSpPr>
              <p:cNvPr id="22969" name="Rectangle 149"/>
              <p:cNvSpPr>
                <a:spLocks noChangeArrowheads="1"/>
              </p:cNvSpPr>
              <p:nvPr/>
            </p:nvSpPr>
            <p:spPr bwMode="auto">
              <a:xfrm>
                <a:off x="1512" y="1008"/>
                <a:ext cx="864" cy="144"/>
              </a:xfrm>
              <a:prstGeom prst="rect">
                <a:avLst/>
              </a:prstGeom>
              <a:solidFill>
                <a:schemeClr val="bg1"/>
              </a:solidFill>
              <a:ln w="9525">
                <a:noFill/>
                <a:miter lim="800000"/>
                <a:headEnd/>
                <a:tailEnd/>
              </a:ln>
            </p:spPr>
            <p:txBody>
              <a:bodyPr wrap="none" anchor="ctr"/>
              <a:lstStyle/>
              <a:p>
                <a:r>
                  <a:rPr lang="en-US"/>
                  <a:t>Molding board</a:t>
                </a:r>
              </a:p>
            </p:txBody>
          </p:sp>
          <p:sp>
            <p:nvSpPr>
              <p:cNvPr id="22970" name="Line 150"/>
              <p:cNvSpPr>
                <a:spLocks noChangeShapeType="1"/>
              </p:cNvSpPr>
              <p:nvPr/>
            </p:nvSpPr>
            <p:spPr bwMode="auto">
              <a:xfrm flipV="1">
                <a:off x="2400" y="960"/>
                <a:ext cx="144" cy="144"/>
              </a:xfrm>
              <a:prstGeom prst="line">
                <a:avLst/>
              </a:prstGeom>
              <a:noFill/>
              <a:ln w="9525">
                <a:solidFill>
                  <a:schemeClr val="tx1"/>
                </a:solidFill>
                <a:round/>
                <a:headEnd/>
                <a:tailEnd type="triangle" w="med" len="med"/>
              </a:ln>
            </p:spPr>
            <p:txBody>
              <a:bodyPr/>
              <a:lstStyle/>
              <a:p>
                <a:endParaRPr lang="en-US"/>
              </a:p>
            </p:txBody>
          </p:sp>
        </p:grpSp>
        <p:sp>
          <p:nvSpPr>
            <p:cNvPr id="22968" name="Rectangle 151"/>
            <p:cNvSpPr>
              <a:spLocks noChangeArrowheads="1"/>
            </p:cNvSpPr>
            <p:nvPr/>
          </p:nvSpPr>
          <p:spPr bwMode="auto">
            <a:xfrm>
              <a:off x="2376" y="3408"/>
              <a:ext cx="1248" cy="144"/>
            </a:xfrm>
            <a:prstGeom prst="rect">
              <a:avLst/>
            </a:prstGeom>
            <a:solidFill>
              <a:schemeClr val="bg1"/>
            </a:solidFill>
            <a:ln w="9525">
              <a:noFill/>
              <a:miter lim="800000"/>
              <a:headEnd/>
              <a:tailEnd/>
            </a:ln>
          </p:spPr>
          <p:txBody>
            <a:bodyPr wrap="none" anchor="ctr"/>
            <a:lstStyle/>
            <a:p>
              <a:r>
                <a:rPr lang="en-US" b="1" u="sng"/>
                <a:t>FIRST OPERATION</a:t>
              </a:r>
            </a:p>
          </p:txBody>
        </p:sp>
      </p:grpSp>
      <p:grpSp>
        <p:nvGrpSpPr>
          <p:cNvPr id="222273" name="Group 152"/>
          <p:cNvGrpSpPr>
            <a:grpSpLocks/>
          </p:cNvGrpSpPr>
          <p:nvPr/>
        </p:nvGrpSpPr>
        <p:grpSpPr bwMode="auto">
          <a:xfrm>
            <a:off x="3721100" y="215900"/>
            <a:ext cx="5372100" cy="1676400"/>
            <a:chOff x="3504" y="1104"/>
            <a:chExt cx="3384" cy="1056"/>
          </a:xfrm>
        </p:grpSpPr>
        <p:grpSp>
          <p:nvGrpSpPr>
            <p:cNvPr id="222274" name="Group 153"/>
            <p:cNvGrpSpPr>
              <a:grpSpLocks/>
            </p:cNvGrpSpPr>
            <p:nvPr/>
          </p:nvGrpSpPr>
          <p:grpSpPr bwMode="auto">
            <a:xfrm>
              <a:off x="6216" y="1104"/>
              <a:ext cx="672" cy="240"/>
              <a:chOff x="4224" y="96"/>
              <a:chExt cx="672" cy="240"/>
            </a:xfrm>
          </p:grpSpPr>
          <p:sp>
            <p:nvSpPr>
              <p:cNvPr id="22960" name="Rectangle 154"/>
              <p:cNvSpPr>
                <a:spLocks noChangeArrowheads="1"/>
              </p:cNvSpPr>
              <p:nvPr/>
            </p:nvSpPr>
            <p:spPr bwMode="auto">
              <a:xfrm>
                <a:off x="4272" y="96"/>
                <a:ext cx="624" cy="144"/>
              </a:xfrm>
              <a:prstGeom prst="rect">
                <a:avLst/>
              </a:prstGeom>
              <a:solidFill>
                <a:schemeClr val="bg1"/>
              </a:solidFill>
              <a:ln w="9525">
                <a:noFill/>
                <a:miter lim="800000"/>
                <a:headEnd/>
                <a:tailEnd/>
              </a:ln>
            </p:spPr>
            <p:txBody>
              <a:bodyPr wrap="none" anchor="ctr"/>
              <a:lstStyle/>
              <a:p>
                <a:r>
                  <a:rPr lang="en-US"/>
                  <a:t>Drag</a:t>
                </a:r>
              </a:p>
            </p:txBody>
          </p:sp>
          <p:sp>
            <p:nvSpPr>
              <p:cNvPr id="22961" name="Line 155"/>
              <p:cNvSpPr>
                <a:spLocks noChangeShapeType="1"/>
              </p:cNvSpPr>
              <p:nvPr/>
            </p:nvSpPr>
            <p:spPr bwMode="auto">
              <a:xfrm flipH="1">
                <a:off x="4224" y="192"/>
                <a:ext cx="192" cy="144"/>
              </a:xfrm>
              <a:prstGeom prst="line">
                <a:avLst/>
              </a:prstGeom>
              <a:noFill/>
              <a:ln w="9525">
                <a:solidFill>
                  <a:schemeClr val="tx1"/>
                </a:solidFill>
                <a:round/>
                <a:headEnd/>
                <a:tailEnd type="triangle" w="med" len="med"/>
              </a:ln>
            </p:spPr>
            <p:txBody>
              <a:bodyPr/>
              <a:lstStyle/>
              <a:p>
                <a:endParaRPr lang="en-US"/>
              </a:p>
            </p:txBody>
          </p:sp>
        </p:grpSp>
        <p:grpSp>
          <p:nvGrpSpPr>
            <p:cNvPr id="222275" name="Group 156"/>
            <p:cNvGrpSpPr>
              <a:grpSpLocks/>
            </p:cNvGrpSpPr>
            <p:nvPr/>
          </p:nvGrpSpPr>
          <p:grpSpPr bwMode="auto">
            <a:xfrm>
              <a:off x="4752" y="1536"/>
              <a:ext cx="1056" cy="336"/>
              <a:chOff x="3816" y="1776"/>
              <a:chExt cx="1056" cy="336"/>
            </a:xfrm>
          </p:grpSpPr>
          <p:sp>
            <p:nvSpPr>
              <p:cNvPr id="22948" name="Line 157"/>
              <p:cNvSpPr>
                <a:spLocks noChangeShapeType="1"/>
              </p:cNvSpPr>
              <p:nvPr/>
            </p:nvSpPr>
            <p:spPr bwMode="auto">
              <a:xfrm>
                <a:off x="3816" y="2112"/>
                <a:ext cx="1056" cy="0"/>
              </a:xfrm>
              <a:prstGeom prst="line">
                <a:avLst/>
              </a:prstGeom>
              <a:noFill/>
              <a:ln w="28575">
                <a:solidFill>
                  <a:schemeClr val="tx1"/>
                </a:solidFill>
                <a:round/>
                <a:headEnd/>
                <a:tailEnd/>
              </a:ln>
            </p:spPr>
            <p:txBody>
              <a:bodyPr/>
              <a:lstStyle/>
              <a:p>
                <a:endParaRPr lang="en-US"/>
              </a:p>
            </p:txBody>
          </p:sp>
          <p:grpSp>
            <p:nvGrpSpPr>
              <p:cNvPr id="222276" name="Group 158"/>
              <p:cNvGrpSpPr>
                <a:grpSpLocks/>
              </p:cNvGrpSpPr>
              <p:nvPr/>
            </p:nvGrpSpPr>
            <p:grpSpPr bwMode="auto">
              <a:xfrm>
                <a:off x="3816" y="1776"/>
                <a:ext cx="1056" cy="336"/>
                <a:chOff x="3816" y="1776"/>
                <a:chExt cx="1056" cy="336"/>
              </a:xfrm>
            </p:grpSpPr>
            <p:sp>
              <p:nvSpPr>
                <p:cNvPr id="22950" name="Line 159"/>
                <p:cNvSpPr>
                  <a:spLocks noChangeShapeType="1"/>
                </p:cNvSpPr>
                <p:nvPr/>
              </p:nvSpPr>
              <p:spPr bwMode="auto">
                <a:xfrm flipH="1">
                  <a:off x="4440" y="1920"/>
                  <a:ext cx="432" cy="0"/>
                </a:xfrm>
                <a:prstGeom prst="line">
                  <a:avLst/>
                </a:prstGeom>
                <a:noFill/>
                <a:ln w="28575">
                  <a:solidFill>
                    <a:schemeClr val="tx1"/>
                  </a:solidFill>
                  <a:round/>
                  <a:headEnd/>
                  <a:tailEnd/>
                </a:ln>
              </p:spPr>
              <p:txBody>
                <a:bodyPr/>
                <a:lstStyle/>
                <a:p>
                  <a:endParaRPr lang="en-US"/>
                </a:p>
              </p:txBody>
            </p:sp>
            <p:grpSp>
              <p:nvGrpSpPr>
                <p:cNvPr id="222277" name="Group 160"/>
                <p:cNvGrpSpPr>
                  <a:grpSpLocks/>
                </p:cNvGrpSpPr>
                <p:nvPr/>
              </p:nvGrpSpPr>
              <p:grpSpPr bwMode="auto">
                <a:xfrm>
                  <a:off x="3816" y="1776"/>
                  <a:ext cx="1056" cy="336"/>
                  <a:chOff x="3816" y="1776"/>
                  <a:chExt cx="1056" cy="336"/>
                </a:xfrm>
              </p:grpSpPr>
              <p:sp>
                <p:nvSpPr>
                  <p:cNvPr id="22952" name="Line 161"/>
                  <p:cNvSpPr>
                    <a:spLocks noChangeShapeType="1"/>
                  </p:cNvSpPr>
                  <p:nvPr/>
                </p:nvSpPr>
                <p:spPr bwMode="auto">
                  <a:xfrm flipV="1">
                    <a:off x="3816" y="1920"/>
                    <a:ext cx="0" cy="192"/>
                  </a:xfrm>
                  <a:prstGeom prst="line">
                    <a:avLst/>
                  </a:prstGeom>
                  <a:noFill/>
                  <a:ln w="28575">
                    <a:solidFill>
                      <a:schemeClr val="tx1"/>
                    </a:solidFill>
                    <a:round/>
                    <a:headEnd/>
                    <a:tailEnd/>
                  </a:ln>
                </p:spPr>
                <p:txBody>
                  <a:bodyPr/>
                  <a:lstStyle/>
                  <a:p>
                    <a:endParaRPr lang="en-US"/>
                  </a:p>
                </p:txBody>
              </p:sp>
              <p:sp>
                <p:nvSpPr>
                  <p:cNvPr id="22953" name="Line 162"/>
                  <p:cNvSpPr>
                    <a:spLocks noChangeShapeType="1"/>
                  </p:cNvSpPr>
                  <p:nvPr/>
                </p:nvSpPr>
                <p:spPr bwMode="auto">
                  <a:xfrm>
                    <a:off x="4872" y="1920"/>
                    <a:ext cx="0" cy="192"/>
                  </a:xfrm>
                  <a:prstGeom prst="line">
                    <a:avLst/>
                  </a:prstGeom>
                  <a:noFill/>
                  <a:ln w="28575">
                    <a:solidFill>
                      <a:schemeClr val="tx1"/>
                    </a:solidFill>
                    <a:round/>
                    <a:headEnd/>
                    <a:tailEnd/>
                  </a:ln>
                </p:spPr>
                <p:txBody>
                  <a:bodyPr/>
                  <a:lstStyle/>
                  <a:p>
                    <a:endParaRPr lang="en-US"/>
                  </a:p>
                </p:txBody>
              </p:sp>
              <p:sp>
                <p:nvSpPr>
                  <p:cNvPr id="22954" name="Line 163"/>
                  <p:cNvSpPr>
                    <a:spLocks noChangeShapeType="1"/>
                  </p:cNvSpPr>
                  <p:nvPr/>
                </p:nvSpPr>
                <p:spPr bwMode="auto">
                  <a:xfrm>
                    <a:off x="3816" y="1920"/>
                    <a:ext cx="432" cy="0"/>
                  </a:xfrm>
                  <a:prstGeom prst="line">
                    <a:avLst/>
                  </a:prstGeom>
                  <a:noFill/>
                  <a:ln w="28575">
                    <a:solidFill>
                      <a:schemeClr val="tx1"/>
                    </a:solidFill>
                    <a:round/>
                    <a:headEnd/>
                    <a:tailEnd/>
                  </a:ln>
                </p:spPr>
                <p:txBody>
                  <a:bodyPr/>
                  <a:lstStyle/>
                  <a:p>
                    <a:endParaRPr lang="en-US"/>
                  </a:p>
                </p:txBody>
              </p:sp>
              <p:sp>
                <p:nvSpPr>
                  <p:cNvPr id="22955" name="Line 164"/>
                  <p:cNvSpPr>
                    <a:spLocks noChangeShapeType="1"/>
                  </p:cNvSpPr>
                  <p:nvPr/>
                </p:nvSpPr>
                <p:spPr bwMode="auto">
                  <a:xfrm flipV="1">
                    <a:off x="4240" y="1776"/>
                    <a:ext cx="0" cy="144"/>
                  </a:xfrm>
                  <a:prstGeom prst="line">
                    <a:avLst/>
                  </a:prstGeom>
                  <a:noFill/>
                  <a:ln w="28575">
                    <a:solidFill>
                      <a:schemeClr val="tx1"/>
                    </a:solidFill>
                    <a:round/>
                    <a:headEnd/>
                    <a:tailEnd/>
                  </a:ln>
                </p:spPr>
                <p:txBody>
                  <a:bodyPr/>
                  <a:lstStyle/>
                  <a:p>
                    <a:endParaRPr lang="en-US"/>
                  </a:p>
                </p:txBody>
              </p:sp>
              <p:sp>
                <p:nvSpPr>
                  <p:cNvPr id="22956" name="Line 165"/>
                  <p:cNvSpPr>
                    <a:spLocks noChangeShapeType="1"/>
                  </p:cNvSpPr>
                  <p:nvPr/>
                </p:nvSpPr>
                <p:spPr bwMode="auto">
                  <a:xfrm flipV="1">
                    <a:off x="4440" y="1776"/>
                    <a:ext cx="0" cy="144"/>
                  </a:xfrm>
                  <a:prstGeom prst="line">
                    <a:avLst/>
                  </a:prstGeom>
                  <a:noFill/>
                  <a:ln w="28575">
                    <a:solidFill>
                      <a:schemeClr val="tx1"/>
                    </a:solidFill>
                    <a:round/>
                    <a:headEnd/>
                    <a:tailEnd/>
                  </a:ln>
                </p:spPr>
                <p:txBody>
                  <a:bodyPr/>
                  <a:lstStyle/>
                  <a:p>
                    <a:endParaRPr lang="en-US"/>
                  </a:p>
                </p:txBody>
              </p:sp>
              <p:sp>
                <p:nvSpPr>
                  <p:cNvPr id="22957" name="Line 166"/>
                  <p:cNvSpPr>
                    <a:spLocks noChangeShapeType="1"/>
                  </p:cNvSpPr>
                  <p:nvPr/>
                </p:nvSpPr>
                <p:spPr bwMode="auto">
                  <a:xfrm>
                    <a:off x="4248" y="1776"/>
                    <a:ext cx="192" cy="0"/>
                  </a:xfrm>
                  <a:prstGeom prst="line">
                    <a:avLst/>
                  </a:prstGeom>
                  <a:noFill/>
                  <a:ln w="28575">
                    <a:solidFill>
                      <a:schemeClr val="tx1"/>
                    </a:solidFill>
                    <a:round/>
                    <a:headEnd/>
                    <a:tailEnd/>
                  </a:ln>
                </p:spPr>
                <p:txBody>
                  <a:bodyPr/>
                  <a:lstStyle/>
                  <a:p>
                    <a:endParaRPr lang="en-US"/>
                  </a:p>
                </p:txBody>
              </p:sp>
              <p:sp>
                <p:nvSpPr>
                  <p:cNvPr id="22958" name="Freeform 167"/>
                  <p:cNvSpPr>
                    <a:spLocks/>
                  </p:cNvSpPr>
                  <p:nvPr/>
                </p:nvSpPr>
                <p:spPr bwMode="auto">
                  <a:xfrm>
                    <a:off x="3904" y="1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9525">
                    <a:solidFill>
                      <a:schemeClr val="tx1"/>
                    </a:solidFill>
                    <a:round/>
                    <a:headEnd/>
                    <a:tailEnd/>
                  </a:ln>
                </p:spPr>
                <p:txBody>
                  <a:bodyPr/>
                  <a:lstStyle/>
                  <a:p>
                    <a:endParaRPr lang="en-US"/>
                  </a:p>
                </p:txBody>
              </p:sp>
              <p:sp>
                <p:nvSpPr>
                  <p:cNvPr id="22959" name="Freeform 168"/>
                  <p:cNvSpPr>
                    <a:spLocks/>
                  </p:cNvSpPr>
                  <p:nvPr/>
                </p:nvSpPr>
                <p:spPr bwMode="auto">
                  <a:xfrm>
                    <a:off x="4560" y="1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9525">
                    <a:solidFill>
                      <a:schemeClr val="tx1"/>
                    </a:solidFill>
                    <a:round/>
                    <a:headEnd/>
                    <a:tailEnd/>
                  </a:ln>
                </p:spPr>
                <p:txBody>
                  <a:bodyPr/>
                  <a:lstStyle/>
                  <a:p>
                    <a:endParaRPr lang="en-US"/>
                  </a:p>
                </p:txBody>
              </p:sp>
            </p:grpSp>
          </p:grpSp>
        </p:grpSp>
        <p:grpSp>
          <p:nvGrpSpPr>
            <p:cNvPr id="222278" name="Group 169"/>
            <p:cNvGrpSpPr>
              <a:grpSpLocks/>
            </p:cNvGrpSpPr>
            <p:nvPr/>
          </p:nvGrpSpPr>
          <p:grpSpPr bwMode="auto">
            <a:xfrm>
              <a:off x="4344" y="1872"/>
              <a:ext cx="1920" cy="240"/>
              <a:chOff x="2352" y="864"/>
              <a:chExt cx="1920" cy="240"/>
            </a:xfrm>
          </p:grpSpPr>
          <p:sp>
            <p:nvSpPr>
              <p:cNvPr id="22945" name="Rectangle 170"/>
              <p:cNvSpPr>
                <a:spLocks noChangeArrowheads="1"/>
              </p:cNvSpPr>
              <p:nvPr/>
            </p:nvSpPr>
            <p:spPr bwMode="auto">
              <a:xfrm>
                <a:off x="2352" y="864"/>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2946" name="Rectangle 171"/>
              <p:cNvSpPr>
                <a:spLocks noChangeArrowheads="1"/>
              </p:cNvSpPr>
              <p:nvPr/>
            </p:nvSpPr>
            <p:spPr bwMode="auto">
              <a:xfrm>
                <a:off x="2544"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947" name="Rectangle 172"/>
              <p:cNvSpPr>
                <a:spLocks noChangeArrowheads="1"/>
              </p:cNvSpPr>
              <p:nvPr/>
            </p:nvSpPr>
            <p:spPr bwMode="auto">
              <a:xfrm>
                <a:off x="3816"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grpSp>
        <p:grpSp>
          <p:nvGrpSpPr>
            <p:cNvPr id="222279" name="Group 173"/>
            <p:cNvGrpSpPr>
              <a:grpSpLocks/>
            </p:cNvGrpSpPr>
            <p:nvPr/>
          </p:nvGrpSpPr>
          <p:grpSpPr bwMode="auto">
            <a:xfrm>
              <a:off x="4200" y="1232"/>
              <a:ext cx="2208" cy="728"/>
              <a:chOff x="2208" y="224"/>
              <a:chExt cx="2208" cy="728"/>
            </a:xfrm>
          </p:grpSpPr>
          <p:sp>
            <p:nvSpPr>
              <p:cNvPr id="22925" name="Line 174"/>
              <p:cNvSpPr>
                <a:spLocks noChangeShapeType="1"/>
              </p:cNvSpPr>
              <p:nvPr/>
            </p:nvSpPr>
            <p:spPr bwMode="auto">
              <a:xfrm>
                <a:off x="2208" y="952"/>
                <a:ext cx="48" cy="0"/>
              </a:xfrm>
              <a:prstGeom prst="line">
                <a:avLst/>
              </a:prstGeom>
              <a:noFill/>
              <a:ln w="28575">
                <a:solidFill>
                  <a:schemeClr val="tx1"/>
                </a:solidFill>
                <a:round/>
                <a:headEnd/>
                <a:tailEnd/>
              </a:ln>
            </p:spPr>
            <p:txBody>
              <a:bodyPr/>
              <a:lstStyle/>
              <a:p>
                <a:endParaRPr lang="en-US"/>
              </a:p>
            </p:txBody>
          </p:sp>
          <p:grpSp>
            <p:nvGrpSpPr>
              <p:cNvPr id="222280" name="Group 175"/>
              <p:cNvGrpSpPr>
                <a:grpSpLocks/>
              </p:cNvGrpSpPr>
              <p:nvPr/>
            </p:nvGrpSpPr>
            <p:grpSpPr bwMode="auto">
              <a:xfrm>
                <a:off x="2216" y="224"/>
                <a:ext cx="2200" cy="728"/>
                <a:chOff x="2216" y="224"/>
                <a:chExt cx="2200" cy="728"/>
              </a:xfrm>
            </p:grpSpPr>
            <p:sp>
              <p:nvSpPr>
                <p:cNvPr id="22927" name="Line 176"/>
                <p:cNvSpPr>
                  <a:spLocks noChangeShapeType="1"/>
                </p:cNvSpPr>
                <p:nvPr/>
              </p:nvSpPr>
              <p:spPr bwMode="auto">
                <a:xfrm>
                  <a:off x="4368" y="800"/>
                  <a:ext cx="0" cy="144"/>
                </a:xfrm>
                <a:prstGeom prst="line">
                  <a:avLst/>
                </a:prstGeom>
                <a:noFill/>
                <a:ln w="28575">
                  <a:solidFill>
                    <a:schemeClr val="tx1"/>
                  </a:solidFill>
                  <a:round/>
                  <a:headEnd/>
                  <a:tailEnd/>
                </a:ln>
              </p:spPr>
              <p:txBody>
                <a:bodyPr/>
                <a:lstStyle/>
                <a:p>
                  <a:endParaRPr lang="en-US"/>
                </a:p>
              </p:txBody>
            </p:sp>
            <p:grpSp>
              <p:nvGrpSpPr>
                <p:cNvPr id="222281" name="Group 177"/>
                <p:cNvGrpSpPr>
                  <a:grpSpLocks/>
                </p:cNvGrpSpPr>
                <p:nvPr/>
              </p:nvGrpSpPr>
              <p:grpSpPr bwMode="auto">
                <a:xfrm>
                  <a:off x="2216" y="224"/>
                  <a:ext cx="2200" cy="728"/>
                  <a:chOff x="2216" y="224"/>
                  <a:chExt cx="2200" cy="728"/>
                </a:xfrm>
              </p:grpSpPr>
              <p:grpSp>
                <p:nvGrpSpPr>
                  <p:cNvPr id="222282" name="Group 178"/>
                  <p:cNvGrpSpPr>
                    <a:grpSpLocks/>
                  </p:cNvGrpSpPr>
                  <p:nvPr/>
                </p:nvGrpSpPr>
                <p:grpSpPr bwMode="auto">
                  <a:xfrm>
                    <a:off x="4272" y="760"/>
                    <a:ext cx="144" cy="192"/>
                    <a:chOff x="2880" y="1536"/>
                    <a:chExt cx="144" cy="192"/>
                  </a:xfrm>
                </p:grpSpPr>
                <p:sp>
                  <p:nvSpPr>
                    <p:cNvPr id="22941" name="Line 179"/>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2942" name="Line 180"/>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2943" name="Line 181"/>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2944" name="Line 182"/>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grpSp>
                <p:nvGrpSpPr>
                  <p:cNvPr id="222283" name="Group 183"/>
                  <p:cNvGrpSpPr>
                    <a:grpSpLocks/>
                  </p:cNvGrpSpPr>
                  <p:nvPr/>
                </p:nvGrpSpPr>
                <p:grpSpPr bwMode="auto">
                  <a:xfrm>
                    <a:off x="2216" y="760"/>
                    <a:ext cx="144" cy="192"/>
                    <a:chOff x="816" y="1528"/>
                    <a:chExt cx="144" cy="192"/>
                  </a:xfrm>
                </p:grpSpPr>
                <p:sp>
                  <p:nvSpPr>
                    <p:cNvPr id="22936" name="Line 184"/>
                    <p:cNvSpPr>
                      <a:spLocks noChangeShapeType="1"/>
                    </p:cNvSpPr>
                    <p:nvPr/>
                  </p:nvSpPr>
                  <p:spPr bwMode="auto">
                    <a:xfrm flipH="1">
                      <a:off x="816" y="1536"/>
                      <a:ext cx="144" cy="0"/>
                    </a:xfrm>
                    <a:prstGeom prst="line">
                      <a:avLst/>
                    </a:prstGeom>
                    <a:noFill/>
                    <a:ln w="28575">
                      <a:solidFill>
                        <a:schemeClr val="tx1"/>
                      </a:solidFill>
                      <a:round/>
                      <a:headEnd/>
                      <a:tailEnd/>
                    </a:ln>
                  </p:spPr>
                  <p:txBody>
                    <a:bodyPr/>
                    <a:lstStyle/>
                    <a:p>
                      <a:endParaRPr lang="en-US"/>
                    </a:p>
                  </p:txBody>
                </p:sp>
                <p:sp>
                  <p:nvSpPr>
                    <p:cNvPr id="22937" name="Line 185"/>
                    <p:cNvSpPr>
                      <a:spLocks noChangeShapeType="1"/>
                    </p:cNvSpPr>
                    <p:nvPr/>
                  </p:nvSpPr>
                  <p:spPr bwMode="auto">
                    <a:xfrm flipH="1">
                      <a:off x="848" y="1568"/>
                      <a:ext cx="96" cy="0"/>
                    </a:xfrm>
                    <a:prstGeom prst="line">
                      <a:avLst/>
                    </a:prstGeom>
                    <a:noFill/>
                    <a:ln w="28575">
                      <a:solidFill>
                        <a:schemeClr val="tx1"/>
                      </a:solidFill>
                      <a:round/>
                      <a:headEnd/>
                      <a:tailEnd/>
                    </a:ln>
                  </p:spPr>
                  <p:txBody>
                    <a:bodyPr/>
                    <a:lstStyle/>
                    <a:p>
                      <a:endParaRPr lang="en-US"/>
                    </a:p>
                  </p:txBody>
                </p:sp>
                <p:grpSp>
                  <p:nvGrpSpPr>
                    <p:cNvPr id="222284" name="Group 186"/>
                    <p:cNvGrpSpPr>
                      <a:grpSpLocks/>
                    </p:cNvGrpSpPr>
                    <p:nvPr/>
                  </p:nvGrpSpPr>
                  <p:grpSpPr bwMode="auto">
                    <a:xfrm>
                      <a:off x="816" y="1528"/>
                      <a:ext cx="32" cy="192"/>
                      <a:chOff x="816" y="1632"/>
                      <a:chExt cx="32" cy="192"/>
                    </a:xfrm>
                  </p:grpSpPr>
                  <p:sp>
                    <p:nvSpPr>
                      <p:cNvPr id="22939" name="Line 187"/>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2940" name="Line 188"/>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sp>
                <p:nvSpPr>
                  <p:cNvPr id="22931" name="Rectangle 189"/>
                  <p:cNvSpPr>
                    <a:spLocks noChangeArrowheads="1"/>
                  </p:cNvSpPr>
                  <p:nvPr/>
                </p:nvSpPr>
                <p:spPr bwMode="auto">
                  <a:xfrm>
                    <a:off x="2408"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932" name="Rectangle 190"/>
                  <p:cNvSpPr>
                    <a:spLocks noChangeArrowheads="1"/>
                  </p:cNvSpPr>
                  <p:nvPr/>
                </p:nvSpPr>
                <p:spPr bwMode="auto">
                  <a:xfrm>
                    <a:off x="4112"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933" name="Rectangle 191"/>
                  <p:cNvSpPr>
                    <a:spLocks noChangeArrowheads="1"/>
                  </p:cNvSpPr>
                  <p:nvPr/>
                </p:nvSpPr>
                <p:spPr bwMode="auto">
                  <a:xfrm>
                    <a:off x="4216"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2934" name="Rectangle 192"/>
                  <p:cNvSpPr>
                    <a:spLocks noChangeArrowheads="1"/>
                  </p:cNvSpPr>
                  <p:nvPr/>
                </p:nvSpPr>
                <p:spPr bwMode="auto">
                  <a:xfrm>
                    <a:off x="2352"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2935" name="Line 193"/>
                  <p:cNvSpPr>
                    <a:spLocks noChangeShapeType="1"/>
                  </p:cNvSpPr>
                  <p:nvPr/>
                </p:nvSpPr>
                <p:spPr bwMode="auto">
                  <a:xfrm>
                    <a:off x="2400" y="224"/>
                    <a:ext cx="1776" cy="0"/>
                  </a:xfrm>
                  <a:prstGeom prst="line">
                    <a:avLst/>
                  </a:prstGeom>
                  <a:noFill/>
                  <a:ln w="9525">
                    <a:solidFill>
                      <a:schemeClr val="tx1"/>
                    </a:solidFill>
                    <a:round/>
                    <a:headEnd/>
                    <a:tailEnd/>
                  </a:ln>
                </p:spPr>
                <p:txBody>
                  <a:bodyPr/>
                  <a:lstStyle/>
                  <a:p>
                    <a:endParaRPr lang="en-US"/>
                  </a:p>
                </p:txBody>
              </p:sp>
            </p:grpSp>
          </p:grpSp>
        </p:grpSp>
        <p:grpSp>
          <p:nvGrpSpPr>
            <p:cNvPr id="222285" name="Group 194"/>
            <p:cNvGrpSpPr>
              <a:grpSpLocks/>
            </p:cNvGrpSpPr>
            <p:nvPr/>
          </p:nvGrpSpPr>
          <p:grpSpPr bwMode="auto">
            <a:xfrm>
              <a:off x="3504" y="1968"/>
              <a:ext cx="1032" cy="192"/>
              <a:chOff x="1512" y="960"/>
              <a:chExt cx="1032" cy="192"/>
            </a:xfrm>
          </p:grpSpPr>
          <p:sp>
            <p:nvSpPr>
              <p:cNvPr id="22923" name="Rectangle 195"/>
              <p:cNvSpPr>
                <a:spLocks noChangeArrowheads="1"/>
              </p:cNvSpPr>
              <p:nvPr/>
            </p:nvSpPr>
            <p:spPr bwMode="auto">
              <a:xfrm>
                <a:off x="1512" y="1008"/>
                <a:ext cx="864" cy="144"/>
              </a:xfrm>
              <a:prstGeom prst="rect">
                <a:avLst/>
              </a:prstGeom>
              <a:solidFill>
                <a:schemeClr val="bg1"/>
              </a:solidFill>
              <a:ln w="9525">
                <a:noFill/>
                <a:miter lim="800000"/>
                <a:headEnd/>
                <a:tailEnd/>
              </a:ln>
            </p:spPr>
            <p:txBody>
              <a:bodyPr wrap="none" anchor="ctr"/>
              <a:lstStyle/>
              <a:p>
                <a:r>
                  <a:rPr lang="en-US"/>
                  <a:t>Molding board</a:t>
                </a:r>
              </a:p>
            </p:txBody>
          </p:sp>
          <p:sp>
            <p:nvSpPr>
              <p:cNvPr id="22924" name="Line 196"/>
              <p:cNvSpPr>
                <a:spLocks noChangeShapeType="1"/>
              </p:cNvSpPr>
              <p:nvPr/>
            </p:nvSpPr>
            <p:spPr bwMode="auto">
              <a:xfrm flipV="1">
                <a:off x="2400" y="960"/>
                <a:ext cx="144" cy="144"/>
              </a:xfrm>
              <a:prstGeom prst="line">
                <a:avLst/>
              </a:prstGeom>
              <a:noFill/>
              <a:ln w="9525">
                <a:solidFill>
                  <a:schemeClr val="tx1"/>
                </a:solidFill>
                <a:round/>
                <a:headEnd/>
                <a:tailEnd type="triangle" w="med" len="med"/>
              </a:ln>
            </p:spPr>
            <p:txBody>
              <a:bodyPr/>
              <a:lstStyle/>
              <a:p>
                <a:endParaRPr lang="en-US"/>
              </a:p>
            </p:txBody>
          </p:sp>
        </p:grpSp>
      </p:grpSp>
      <p:grpSp>
        <p:nvGrpSpPr>
          <p:cNvPr id="222286" name="Group 197"/>
          <p:cNvGrpSpPr>
            <a:grpSpLocks/>
          </p:cNvGrpSpPr>
          <p:nvPr/>
        </p:nvGrpSpPr>
        <p:grpSpPr bwMode="auto">
          <a:xfrm>
            <a:off x="5041900" y="1435100"/>
            <a:ext cx="3048000" cy="381000"/>
            <a:chOff x="2352" y="864"/>
            <a:chExt cx="1920" cy="240"/>
          </a:xfrm>
        </p:grpSpPr>
        <p:sp>
          <p:nvSpPr>
            <p:cNvPr id="22915" name="Rectangle 198"/>
            <p:cNvSpPr>
              <a:spLocks noChangeArrowheads="1"/>
            </p:cNvSpPr>
            <p:nvPr/>
          </p:nvSpPr>
          <p:spPr bwMode="auto">
            <a:xfrm>
              <a:off x="2352" y="864"/>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2916" name="Rectangle 199"/>
            <p:cNvSpPr>
              <a:spLocks noChangeArrowheads="1"/>
            </p:cNvSpPr>
            <p:nvPr/>
          </p:nvSpPr>
          <p:spPr bwMode="auto">
            <a:xfrm>
              <a:off x="2544"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917" name="Rectangle 200"/>
            <p:cNvSpPr>
              <a:spLocks noChangeArrowheads="1"/>
            </p:cNvSpPr>
            <p:nvPr/>
          </p:nvSpPr>
          <p:spPr bwMode="auto">
            <a:xfrm>
              <a:off x="3816" y="960"/>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grpSp>
      <p:sp>
        <p:nvSpPr>
          <p:cNvPr id="222409" name="Rectangle 201"/>
          <p:cNvSpPr>
            <a:spLocks noChangeArrowheads="1"/>
          </p:cNvSpPr>
          <p:nvPr/>
        </p:nvSpPr>
        <p:spPr bwMode="auto">
          <a:xfrm>
            <a:off x="5715000" y="1905000"/>
            <a:ext cx="2133600" cy="457200"/>
          </a:xfrm>
          <a:prstGeom prst="rect">
            <a:avLst/>
          </a:prstGeom>
          <a:solidFill>
            <a:schemeClr val="bg1"/>
          </a:solidFill>
          <a:ln w="9525">
            <a:noFill/>
            <a:miter lim="800000"/>
            <a:headEnd/>
            <a:tailEnd/>
          </a:ln>
        </p:spPr>
        <p:txBody>
          <a:bodyPr wrap="none" anchor="ctr"/>
          <a:lstStyle/>
          <a:p>
            <a:endParaRPr lang="en-US" b="1" u="sng"/>
          </a:p>
        </p:txBody>
      </p:sp>
      <p:sp>
        <p:nvSpPr>
          <p:cNvPr id="222410" name="Line 202"/>
          <p:cNvSpPr>
            <a:spLocks noChangeShapeType="1"/>
          </p:cNvSpPr>
          <p:nvPr/>
        </p:nvSpPr>
        <p:spPr bwMode="auto">
          <a:xfrm>
            <a:off x="1524000" y="2286000"/>
            <a:ext cx="9144000" cy="0"/>
          </a:xfrm>
          <a:prstGeom prst="line">
            <a:avLst/>
          </a:prstGeom>
          <a:noFill/>
          <a:ln w="9525">
            <a:solidFill>
              <a:schemeClr val="tx1"/>
            </a:solidFill>
            <a:round/>
            <a:headEnd/>
            <a:tailEnd/>
          </a:ln>
        </p:spPr>
        <p:txBody>
          <a:bodyPr/>
          <a:lstStyle/>
          <a:p>
            <a:endParaRPr lang="en-US"/>
          </a:p>
        </p:txBody>
      </p:sp>
      <p:grpSp>
        <p:nvGrpSpPr>
          <p:cNvPr id="222287" name="Group 203"/>
          <p:cNvGrpSpPr>
            <a:grpSpLocks/>
          </p:cNvGrpSpPr>
          <p:nvPr/>
        </p:nvGrpSpPr>
        <p:grpSpPr bwMode="auto">
          <a:xfrm>
            <a:off x="4838700" y="266700"/>
            <a:ext cx="3505200" cy="1155700"/>
            <a:chOff x="1608" y="2400"/>
            <a:chExt cx="2208" cy="728"/>
          </a:xfrm>
        </p:grpSpPr>
        <p:grpSp>
          <p:nvGrpSpPr>
            <p:cNvPr id="222288" name="Group 204"/>
            <p:cNvGrpSpPr>
              <a:grpSpLocks/>
            </p:cNvGrpSpPr>
            <p:nvPr/>
          </p:nvGrpSpPr>
          <p:grpSpPr bwMode="auto">
            <a:xfrm>
              <a:off x="1608" y="2400"/>
              <a:ext cx="2208" cy="728"/>
              <a:chOff x="1608" y="2720"/>
              <a:chExt cx="2208" cy="728"/>
            </a:xfrm>
          </p:grpSpPr>
          <p:sp>
            <p:nvSpPr>
              <p:cNvPr id="22872" name="Rectangle 205" descr="Large confetti"/>
              <p:cNvSpPr>
                <a:spLocks noChangeArrowheads="1"/>
              </p:cNvSpPr>
              <p:nvPr/>
            </p:nvSpPr>
            <p:spPr bwMode="auto">
              <a:xfrm rot="10800000">
                <a:off x="2592" y="2736"/>
                <a:ext cx="912" cy="24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873" name="Rectangle 206" descr="Large confetti"/>
              <p:cNvSpPr>
                <a:spLocks noChangeArrowheads="1"/>
              </p:cNvSpPr>
              <p:nvPr/>
            </p:nvSpPr>
            <p:spPr bwMode="auto">
              <a:xfrm rot="10800000">
                <a:off x="1872" y="2736"/>
                <a:ext cx="912" cy="24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874" name="Rectangle 207" descr="Large confetti"/>
              <p:cNvSpPr>
                <a:spLocks noChangeAspect="1" noChangeArrowheads="1"/>
              </p:cNvSpPr>
              <p:nvPr/>
            </p:nvSpPr>
            <p:spPr bwMode="auto">
              <a:xfrm rot="10800000">
                <a:off x="2800" y="2976"/>
                <a:ext cx="704" cy="204"/>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875" name="Rectangle 208" descr="Large confetti"/>
              <p:cNvSpPr>
                <a:spLocks noChangeAspect="1" noChangeArrowheads="1"/>
              </p:cNvSpPr>
              <p:nvPr/>
            </p:nvSpPr>
            <p:spPr bwMode="auto">
              <a:xfrm rot="10800000">
                <a:off x="1920" y="2968"/>
                <a:ext cx="672" cy="195"/>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876" name="Rectangle 209" descr="Large confetti"/>
              <p:cNvSpPr>
                <a:spLocks noChangeAspect="1" noChangeArrowheads="1"/>
              </p:cNvSpPr>
              <p:nvPr/>
            </p:nvSpPr>
            <p:spPr bwMode="auto">
              <a:xfrm rot="10800000">
                <a:off x="1840" y="3024"/>
                <a:ext cx="304" cy="336"/>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877" name="Rectangle 210" descr="Large confetti"/>
              <p:cNvSpPr>
                <a:spLocks noChangeAspect="1" noChangeArrowheads="1"/>
              </p:cNvSpPr>
              <p:nvPr/>
            </p:nvSpPr>
            <p:spPr bwMode="auto">
              <a:xfrm rot="10800000">
                <a:off x="3232" y="3168"/>
                <a:ext cx="272" cy="204"/>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grpSp>
            <p:nvGrpSpPr>
              <p:cNvPr id="222289" name="Group 211"/>
              <p:cNvGrpSpPr>
                <a:grpSpLocks/>
              </p:cNvGrpSpPr>
              <p:nvPr/>
            </p:nvGrpSpPr>
            <p:grpSpPr bwMode="auto">
              <a:xfrm>
                <a:off x="1608" y="2720"/>
                <a:ext cx="2208" cy="728"/>
                <a:chOff x="2208" y="224"/>
                <a:chExt cx="2208" cy="728"/>
              </a:xfrm>
            </p:grpSpPr>
            <p:sp>
              <p:nvSpPr>
                <p:cNvPr id="22895" name="Line 212"/>
                <p:cNvSpPr>
                  <a:spLocks noChangeShapeType="1"/>
                </p:cNvSpPr>
                <p:nvPr/>
              </p:nvSpPr>
              <p:spPr bwMode="auto">
                <a:xfrm>
                  <a:off x="2208" y="952"/>
                  <a:ext cx="48" cy="0"/>
                </a:xfrm>
                <a:prstGeom prst="line">
                  <a:avLst/>
                </a:prstGeom>
                <a:noFill/>
                <a:ln w="28575">
                  <a:solidFill>
                    <a:schemeClr val="tx1"/>
                  </a:solidFill>
                  <a:round/>
                  <a:headEnd/>
                  <a:tailEnd/>
                </a:ln>
              </p:spPr>
              <p:txBody>
                <a:bodyPr/>
                <a:lstStyle/>
                <a:p>
                  <a:endParaRPr lang="en-US"/>
                </a:p>
              </p:txBody>
            </p:sp>
            <p:grpSp>
              <p:nvGrpSpPr>
                <p:cNvPr id="222290" name="Group 213"/>
                <p:cNvGrpSpPr>
                  <a:grpSpLocks/>
                </p:cNvGrpSpPr>
                <p:nvPr/>
              </p:nvGrpSpPr>
              <p:grpSpPr bwMode="auto">
                <a:xfrm>
                  <a:off x="2216" y="224"/>
                  <a:ext cx="2200" cy="728"/>
                  <a:chOff x="2216" y="224"/>
                  <a:chExt cx="2200" cy="728"/>
                </a:xfrm>
              </p:grpSpPr>
              <p:sp>
                <p:nvSpPr>
                  <p:cNvPr id="22897" name="Line 214"/>
                  <p:cNvSpPr>
                    <a:spLocks noChangeShapeType="1"/>
                  </p:cNvSpPr>
                  <p:nvPr/>
                </p:nvSpPr>
                <p:spPr bwMode="auto">
                  <a:xfrm>
                    <a:off x="4368" y="800"/>
                    <a:ext cx="0" cy="144"/>
                  </a:xfrm>
                  <a:prstGeom prst="line">
                    <a:avLst/>
                  </a:prstGeom>
                  <a:noFill/>
                  <a:ln w="28575">
                    <a:solidFill>
                      <a:schemeClr val="tx1"/>
                    </a:solidFill>
                    <a:round/>
                    <a:headEnd/>
                    <a:tailEnd/>
                  </a:ln>
                </p:spPr>
                <p:txBody>
                  <a:bodyPr/>
                  <a:lstStyle/>
                  <a:p>
                    <a:endParaRPr lang="en-US"/>
                  </a:p>
                </p:txBody>
              </p:sp>
              <p:grpSp>
                <p:nvGrpSpPr>
                  <p:cNvPr id="222291" name="Group 215"/>
                  <p:cNvGrpSpPr>
                    <a:grpSpLocks/>
                  </p:cNvGrpSpPr>
                  <p:nvPr/>
                </p:nvGrpSpPr>
                <p:grpSpPr bwMode="auto">
                  <a:xfrm>
                    <a:off x="2216" y="224"/>
                    <a:ext cx="2200" cy="728"/>
                    <a:chOff x="2216" y="224"/>
                    <a:chExt cx="2200" cy="728"/>
                  </a:xfrm>
                </p:grpSpPr>
                <p:grpSp>
                  <p:nvGrpSpPr>
                    <p:cNvPr id="222292" name="Group 216"/>
                    <p:cNvGrpSpPr>
                      <a:grpSpLocks/>
                    </p:cNvGrpSpPr>
                    <p:nvPr/>
                  </p:nvGrpSpPr>
                  <p:grpSpPr bwMode="auto">
                    <a:xfrm>
                      <a:off x="4272" y="760"/>
                      <a:ext cx="144" cy="192"/>
                      <a:chOff x="2880" y="1536"/>
                      <a:chExt cx="144" cy="192"/>
                    </a:xfrm>
                  </p:grpSpPr>
                  <p:sp>
                    <p:nvSpPr>
                      <p:cNvPr id="22911" name="Line 217"/>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2912" name="Line 218"/>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2913" name="Line 219"/>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2914" name="Line 220"/>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grpSp>
                  <p:nvGrpSpPr>
                    <p:cNvPr id="222293" name="Group 221"/>
                    <p:cNvGrpSpPr>
                      <a:grpSpLocks/>
                    </p:cNvGrpSpPr>
                    <p:nvPr/>
                  </p:nvGrpSpPr>
                  <p:grpSpPr bwMode="auto">
                    <a:xfrm>
                      <a:off x="2216" y="760"/>
                      <a:ext cx="144" cy="192"/>
                      <a:chOff x="816" y="1528"/>
                      <a:chExt cx="144" cy="192"/>
                    </a:xfrm>
                  </p:grpSpPr>
                  <p:sp>
                    <p:nvSpPr>
                      <p:cNvPr id="22906" name="Line 222"/>
                      <p:cNvSpPr>
                        <a:spLocks noChangeShapeType="1"/>
                      </p:cNvSpPr>
                      <p:nvPr/>
                    </p:nvSpPr>
                    <p:spPr bwMode="auto">
                      <a:xfrm flipH="1">
                        <a:off x="816" y="1536"/>
                        <a:ext cx="144" cy="0"/>
                      </a:xfrm>
                      <a:prstGeom prst="line">
                        <a:avLst/>
                      </a:prstGeom>
                      <a:noFill/>
                      <a:ln w="28575">
                        <a:solidFill>
                          <a:schemeClr val="tx1"/>
                        </a:solidFill>
                        <a:round/>
                        <a:headEnd/>
                        <a:tailEnd/>
                      </a:ln>
                    </p:spPr>
                    <p:txBody>
                      <a:bodyPr/>
                      <a:lstStyle/>
                      <a:p>
                        <a:endParaRPr lang="en-US"/>
                      </a:p>
                    </p:txBody>
                  </p:sp>
                  <p:sp>
                    <p:nvSpPr>
                      <p:cNvPr id="22907" name="Line 223"/>
                      <p:cNvSpPr>
                        <a:spLocks noChangeShapeType="1"/>
                      </p:cNvSpPr>
                      <p:nvPr/>
                    </p:nvSpPr>
                    <p:spPr bwMode="auto">
                      <a:xfrm flipH="1">
                        <a:off x="848" y="1568"/>
                        <a:ext cx="96" cy="0"/>
                      </a:xfrm>
                      <a:prstGeom prst="line">
                        <a:avLst/>
                      </a:prstGeom>
                      <a:noFill/>
                      <a:ln w="28575">
                        <a:solidFill>
                          <a:schemeClr val="tx1"/>
                        </a:solidFill>
                        <a:round/>
                        <a:headEnd/>
                        <a:tailEnd/>
                      </a:ln>
                    </p:spPr>
                    <p:txBody>
                      <a:bodyPr/>
                      <a:lstStyle/>
                      <a:p>
                        <a:endParaRPr lang="en-US"/>
                      </a:p>
                    </p:txBody>
                  </p:sp>
                  <p:grpSp>
                    <p:nvGrpSpPr>
                      <p:cNvPr id="222294" name="Group 224"/>
                      <p:cNvGrpSpPr>
                        <a:grpSpLocks/>
                      </p:cNvGrpSpPr>
                      <p:nvPr/>
                    </p:nvGrpSpPr>
                    <p:grpSpPr bwMode="auto">
                      <a:xfrm>
                        <a:off x="816" y="1528"/>
                        <a:ext cx="32" cy="192"/>
                        <a:chOff x="816" y="1632"/>
                        <a:chExt cx="32" cy="192"/>
                      </a:xfrm>
                    </p:grpSpPr>
                    <p:sp>
                      <p:nvSpPr>
                        <p:cNvPr id="22909" name="Line 225"/>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2910" name="Line 226"/>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sp>
                  <p:nvSpPr>
                    <p:cNvPr id="22901" name="Rectangle 227"/>
                    <p:cNvSpPr>
                      <a:spLocks noChangeArrowheads="1"/>
                    </p:cNvSpPr>
                    <p:nvPr/>
                  </p:nvSpPr>
                  <p:spPr bwMode="auto">
                    <a:xfrm>
                      <a:off x="2408"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902" name="Rectangle 228"/>
                    <p:cNvSpPr>
                      <a:spLocks noChangeArrowheads="1"/>
                    </p:cNvSpPr>
                    <p:nvPr/>
                  </p:nvSpPr>
                  <p:spPr bwMode="auto">
                    <a:xfrm>
                      <a:off x="4112" y="240"/>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903" name="Rectangle 229"/>
                    <p:cNvSpPr>
                      <a:spLocks noChangeArrowheads="1"/>
                    </p:cNvSpPr>
                    <p:nvPr/>
                  </p:nvSpPr>
                  <p:spPr bwMode="auto">
                    <a:xfrm>
                      <a:off x="4216"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2904" name="Rectangle 230"/>
                    <p:cNvSpPr>
                      <a:spLocks noChangeArrowheads="1"/>
                    </p:cNvSpPr>
                    <p:nvPr/>
                  </p:nvSpPr>
                  <p:spPr bwMode="auto">
                    <a:xfrm>
                      <a:off x="2352" y="672"/>
                      <a:ext cx="48" cy="192"/>
                    </a:xfrm>
                    <a:prstGeom prst="rect">
                      <a:avLst/>
                    </a:prstGeom>
                    <a:solidFill>
                      <a:schemeClr val="bg1"/>
                    </a:solidFill>
                    <a:ln w="28575">
                      <a:solidFill>
                        <a:schemeClr val="tx1"/>
                      </a:solidFill>
                      <a:miter lim="800000"/>
                      <a:headEnd/>
                      <a:tailEnd/>
                    </a:ln>
                  </p:spPr>
                  <p:txBody>
                    <a:bodyPr wrap="none" anchor="ctr"/>
                    <a:lstStyle/>
                    <a:p>
                      <a:endParaRPr lang="en-US"/>
                    </a:p>
                  </p:txBody>
                </p:sp>
                <p:sp>
                  <p:nvSpPr>
                    <p:cNvPr id="22905" name="Line 231"/>
                    <p:cNvSpPr>
                      <a:spLocks noChangeShapeType="1"/>
                    </p:cNvSpPr>
                    <p:nvPr/>
                  </p:nvSpPr>
                  <p:spPr bwMode="auto">
                    <a:xfrm>
                      <a:off x="2400" y="224"/>
                      <a:ext cx="1776" cy="0"/>
                    </a:xfrm>
                    <a:prstGeom prst="line">
                      <a:avLst/>
                    </a:prstGeom>
                    <a:noFill/>
                    <a:ln w="9525">
                      <a:solidFill>
                        <a:schemeClr val="tx1"/>
                      </a:solidFill>
                      <a:round/>
                      <a:headEnd/>
                      <a:tailEnd/>
                    </a:ln>
                  </p:spPr>
                  <p:txBody>
                    <a:bodyPr/>
                    <a:lstStyle/>
                    <a:p>
                      <a:endParaRPr lang="en-US"/>
                    </a:p>
                  </p:txBody>
                </p:sp>
              </p:grpSp>
            </p:grpSp>
          </p:grpSp>
          <p:sp>
            <p:nvSpPr>
              <p:cNvPr id="22879" name="Rectangle 232" descr="Large confetti"/>
              <p:cNvSpPr>
                <a:spLocks noChangeArrowheads="1"/>
              </p:cNvSpPr>
              <p:nvPr/>
            </p:nvSpPr>
            <p:spPr bwMode="auto">
              <a:xfrm rot="10800000">
                <a:off x="2600" y="2976"/>
                <a:ext cx="192" cy="48"/>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880" name="Freeform 233" descr="Large confetti"/>
              <p:cNvSpPr>
                <a:spLocks noChangeAspect="1"/>
              </p:cNvSpPr>
              <p:nvPr/>
            </p:nvSpPr>
            <p:spPr bwMode="auto">
              <a:xfrm>
                <a:off x="2256" y="316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grpSp>
            <p:nvGrpSpPr>
              <p:cNvPr id="222295" name="Group 234"/>
              <p:cNvGrpSpPr>
                <a:grpSpLocks/>
              </p:cNvGrpSpPr>
              <p:nvPr/>
            </p:nvGrpSpPr>
            <p:grpSpPr bwMode="auto">
              <a:xfrm>
                <a:off x="2160" y="3024"/>
                <a:ext cx="1056" cy="336"/>
                <a:chOff x="2160" y="1488"/>
                <a:chExt cx="1056" cy="336"/>
              </a:xfrm>
            </p:grpSpPr>
            <p:sp>
              <p:nvSpPr>
                <p:cNvPr id="22884" name="Line 235"/>
                <p:cNvSpPr>
                  <a:spLocks noChangeShapeType="1"/>
                </p:cNvSpPr>
                <p:nvPr/>
              </p:nvSpPr>
              <p:spPr bwMode="auto">
                <a:xfrm flipV="1">
                  <a:off x="2160" y="1632"/>
                  <a:ext cx="0" cy="192"/>
                </a:xfrm>
                <a:prstGeom prst="line">
                  <a:avLst/>
                </a:prstGeom>
                <a:noFill/>
                <a:ln w="28575">
                  <a:solidFill>
                    <a:schemeClr val="tx1"/>
                  </a:solidFill>
                  <a:round/>
                  <a:headEnd/>
                  <a:tailEnd/>
                </a:ln>
              </p:spPr>
              <p:txBody>
                <a:bodyPr/>
                <a:lstStyle/>
                <a:p>
                  <a:endParaRPr lang="en-US"/>
                </a:p>
              </p:txBody>
            </p:sp>
            <p:sp>
              <p:nvSpPr>
                <p:cNvPr id="22885" name="Line 236"/>
                <p:cNvSpPr>
                  <a:spLocks noChangeShapeType="1"/>
                </p:cNvSpPr>
                <p:nvPr/>
              </p:nvSpPr>
              <p:spPr bwMode="auto">
                <a:xfrm>
                  <a:off x="3216" y="1632"/>
                  <a:ext cx="0" cy="192"/>
                </a:xfrm>
                <a:prstGeom prst="line">
                  <a:avLst/>
                </a:prstGeom>
                <a:noFill/>
                <a:ln w="28575">
                  <a:solidFill>
                    <a:schemeClr val="tx1"/>
                  </a:solidFill>
                  <a:round/>
                  <a:headEnd/>
                  <a:tailEnd/>
                </a:ln>
              </p:spPr>
              <p:txBody>
                <a:bodyPr/>
                <a:lstStyle/>
                <a:p>
                  <a:endParaRPr lang="en-US"/>
                </a:p>
              </p:txBody>
            </p:sp>
            <p:sp>
              <p:nvSpPr>
                <p:cNvPr id="22886" name="Line 237"/>
                <p:cNvSpPr>
                  <a:spLocks noChangeShapeType="1"/>
                </p:cNvSpPr>
                <p:nvPr/>
              </p:nvSpPr>
              <p:spPr bwMode="auto">
                <a:xfrm>
                  <a:off x="2160" y="1632"/>
                  <a:ext cx="96" cy="0"/>
                </a:xfrm>
                <a:prstGeom prst="line">
                  <a:avLst/>
                </a:prstGeom>
                <a:noFill/>
                <a:ln w="28575">
                  <a:solidFill>
                    <a:schemeClr val="tx1"/>
                  </a:solidFill>
                  <a:round/>
                  <a:headEnd/>
                  <a:tailEnd/>
                </a:ln>
              </p:spPr>
              <p:txBody>
                <a:bodyPr/>
                <a:lstStyle/>
                <a:p>
                  <a:endParaRPr lang="en-US"/>
                </a:p>
              </p:txBody>
            </p:sp>
            <p:sp>
              <p:nvSpPr>
                <p:cNvPr id="22887" name="Line 238"/>
                <p:cNvSpPr>
                  <a:spLocks noChangeShapeType="1"/>
                </p:cNvSpPr>
                <p:nvPr/>
              </p:nvSpPr>
              <p:spPr bwMode="auto">
                <a:xfrm flipV="1">
                  <a:off x="2584" y="1488"/>
                  <a:ext cx="0" cy="144"/>
                </a:xfrm>
                <a:prstGeom prst="line">
                  <a:avLst/>
                </a:prstGeom>
                <a:noFill/>
                <a:ln w="28575">
                  <a:solidFill>
                    <a:schemeClr val="tx1"/>
                  </a:solidFill>
                  <a:round/>
                  <a:headEnd/>
                  <a:tailEnd/>
                </a:ln>
              </p:spPr>
              <p:txBody>
                <a:bodyPr/>
                <a:lstStyle/>
                <a:p>
                  <a:endParaRPr lang="en-US"/>
                </a:p>
              </p:txBody>
            </p:sp>
            <p:sp>
              <p:nvSpPr>
                <p:cNvPr id="22888" name="Line 239"/>
                <p:cNvSpPr>
                  <a:spLocks noChangeShapeType="1"/>
                </p:cNvSpPr>
                <p:nvPr/>
              </p:nvSpPr>
              <p:spPr bwMode="auto">
                <a:xfrm flipV="1">
                  <a:off x="2784" y="1488"/>
                  <a:ext cx="0" cy="144"/>
                </a:xfrm>
                <a:prstGeom prst="line">
                  <a:avLst/>
                </a:prstGeom>
                <a:noFill/>
                <a:ln w="28575">
                  <a:solidFill>
                    <a:schemeClr val="tx1"/>
                  </a:solidFill>
                  <a:round/>
                  <a:headEnd/>
                  <a:tailEnd/>
                </a:ln>
              </p:spPr>
              <p:txBody>
                <a:bodyPr/>
                <a:lstStyle/>
                <a:p>
                  <a:endParaRPr lang="en-US"/>
                </a:p>
              </p:txBody>
            </p:sp>
            <p:sp>
              <p:nvSpPr>
                <p:cNvPr id="22889" name="Line 240"/>
                <p:cNvSpPr>
                  <a:spLocks noChangeShapeType="1"/>
                </p:cNvSpPr>
                <p:nvPr/>
              </p:nvSpPr>
              <p:spPr bwMode="auto">
                <a:xfrm>
                  <a:off x="2592" y="1488"/>
                  <a:ext cx="192" cy="0"/>
                </a:xfrm>
                <a:prstGeom prst="line">
                  <a:avLst/>
                </a:prstGeom>
                <a:noFill/>
                <a:ln w="28575">
                  <a:solidFill>
                    <a:schemeClr val="tx1"/>
                  </a:solidFill>
                  <a:round/>
                  <a:headEnd/>
                  <a:tailEnd/>
                </a:ln>
              </p:spPr>
              <p:txBody>
                <a:bodyPr/>
                <a:lstStyle/>
                <a:p>
                  <a:endParaRPr lang="en-US"/>
                </a:p>
              </p:txBody>
            </p:sp>
            <p:sp>
              <p:nvSpPr>
                <p:cNvPr id="22890" name="Freeform 241"/>
                <p:cNvSpPr>
                  <a:spLocks/>
                </p:cNvSpPr>
                <p:nvPr/>
              </p:nvSpPr>
              <p:spPr bwMode="auto">
                <a:xfrm>
                  <a:off x="2248" y="1632"/>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19050">
                  <a:solidFill>
                    <a:schemeClr val="tx1"/>
                  </a:solidFill>
                  <a:round/>
                  <a:headEnd/>
                  <a:tailEnd/>
                </a:ln>
              </p:spPr>
              <p:txBody>
                <a:bodyPr/>
                <a:lstStyle/>
                <a:p>
                  <a:endParaRPr lang="en-US"/>
                </a:p>
              </p:txBody>
            </p:sp>
            <p:sp>
              <p:nvSpPr>
                <p:cNvPr id="22891" name="Freeform 242"/>
                <p:cNvSpPr>
                  <a:spLocks/>
                </p:cNvSpPr>
                <p:nvPr/>
              </p:nvSpPr>
              <p:spPr bwMode="auto">
                <a:xfrm>
                  <a:off x="2904" y="162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19050">
                  <a:solidFill>
                    <a:schemeClr val="tx1"/>
                  </a:solidFill>
                  <a:round/>
                  <a:headEnd/>
                  <a:tailEnd/>
                </a:ln>
              </p:spPr>
              <p:txBody>
                <a:bodyPr/>
                <a:lstStyle/>
                <a:p>
                  <a:endParaRPr lang="en-US"/>
                </a:p>
              </p:txBody>
            </p:sp>
            <p:sp>
              <p:nvSpPr>
                <p:cNvPr id="22892" name="Line 243"/>
                <p:cNvSpPr>
                  <a:spLocks noChangeAspect="1" noChangeShapeType="1"/>
                </p:cNvSpPr>
                <p:nvPr/>
              </p:nvSpPr>
              <p:spPr bwMode="auto">
                <a:xfrm>
                  <a:off x="2472" y="1632"/>
                  <a:ext cx="109" cy="1"/>
                </a:xfrm>
                <a:prstGeom prst="line">
                  <a:avLst/>
                </a:prstGeom>
                <a:noFill/>
                <a:ln w="28575">
                  <a:solidFill>
                    <a:schemeClr val="tx1"/>
                  </a:solidFill>
                  <a:round/>
                  <a:headEnd/>
                  <a:tailEnd/>
                </a:ln>
              </p:spPr>
              <p:txBody>
                <a:bodyPr/>
                <a:lstStyle/>
                <a:p>
                  <a:endParaRPr lang="en-US"/>
                </a:p>
              </p:txBody>
            </p:sp>
            <p:sp>
              <p:nvSpPr>
                <p:cNvPr id="22893" name="Line 244"/>
                <p:cNvSpPr>
                  <a:spLocks noChangeAspect="1" noChangeShapeType="1"/>
                </p:cNvSpPr>
                <p:nvPr/>
              </p:nvSpPr>
              <p:spPr bwMode="auto">
                <a:xfrm>
                  <a:off x="2787" y="1632"/>
                  <a:ext cx="115" cy="1"/>
                </a:xfrm>
                <a:prstGeom prst="line">
                  <a:avLst/>
                </a:prstGeom>
                <a:noFill/>
                <a:ln w="28575">
                  <a:solidFill>
                    <a:schemeClr val="tx1"/>
                  </a:solidFill>
                  <a:round/>
                  <a:headEnd/>
                  <a:tailEnd/>
                </a:ln>
              </p:spPr>
              <p:txBody>
                <a:bodyPr/>
                <a:lstStyle/>
                <a:p>
                  <a:endParaRPr lang="en-US"/>
                </a:p>
              </p:txBody>
            </p:sp>
            <p:sp>
              <p:nvSpPr>
                <p:cNvPr id="22894" name="Line 245"/>
                <p:cNvSpPr>
                  <a:spLocks noChangeShapeType="1"/>
                </p:cNvSpPr>
                <p:nvPr/>
              </p:nvSpPr>
              <p:spPr bwMode="auto">
                <a:xfrm>
                  <a:off x="3120" y="1632"/>
                  <a:ext cx="96" cy="0"/>
                </a:xfrm>
                <a:prstGeom prst="line">
                  <a:avLst/>
                </a:prstGeom>
                <a:noFill/>
                <a:ln w="28575">
                  <a:solidFill>
                    <a:schemeClr val="tx1"/>
                  </a:solidFill>
                  <a:round/>
                  <a:headEnd/>
                  <a:tailEnd/>
                </a:ln>
              </p:spPr>
              <p:txBody>
                <a:bodyPr/>
                <a:lstStyle/>
                <a:p>
                  <a:endParaRPr lang="en-US"/>
                </a:p>
              </p:txBody>
            </p:sp>
          </p:grpSp>
          <p:sp>
            <p:nvSpPr>
              <p:cNvPr id="22882" name="Freeform 246" descr="Large confetti"/>
              <p:cNvSpPr>
                <a:spLocks noChangeAspect="1"/>
              </p:cNvSpPr>
              <p:nvPr/>
            </p:nvSpPr>
            <p:spPr bwMode="auto">
              <a:xfrm>
                <a:off x="2904" y="3152"/>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sp>
            <p:nvSpPr>
              <p:cNvPr id="22883" name="Line 247"/>
              <p:cNvSpPr>
                <a:spLocks noChangeShapeType="1"/>
              </p:cNvSpPr>
              <p:nvPr/>
            </p:nvSpPr>
            <p:spPr bwMode="auto">
              <a:xfrm>
                <a:off x="2160" y="3360"/>
                <a:ext cx="1056" cy="0"/>
              </a:xfrm>
              <a:prstGeom prst="line">
                <a:avLst/>
              </a:prstGeom>
              <a:noFill/>
              <a:ln w="28575">
                <a:solidFill>
                  <a:schemeClr val="tx1"/>
                </a:solidFill>
                <a:round/>
                <a:headEnd/>
                <a:tailEnd/>
              </a:ln>
            </p:spPr>
            <p:txBody>
              <a:bodyPr/>
              <a:lstStyle/>
              <a:p>
                <a:endParaRPr lang="en-US"/>
              </a:p>
            </p:txBody>
          </p:sp>
        </p:grpSp>
        <p:sp>
          <p:nvSpPr>
            <p:cNvPr id="22871" name="Line 248"/>
            <p:cNvSpPr>
              <a:spLocks noChangeShapeType="1"/>
            </p:cNvSpPr>
            <p:nvPr/>
          </p:nvSpPr>
          <p:spPr bwMode="auto">
            <a:xfrm>
              <a:off x="1792" y="3048"/>
              <a:ext cx="1872" cy="0"/>
            </a:xfrm>
            <a:prstGeom prst="line">
              <a:avLst/>
            </a:prstGeom>
            <a:noFill/>
            <a:ln w="19050">
              <a:solidFill>
                <a:schemeClr val="tx1"/>
              </a:solidFill>
              <a:round/>
              <a:headEnd/>
              <a:tailEnd/>
            </a:ln>
          </p:spPr>
          <p:txBody>
            <a:bodyPr/>
            <a:lstStyle/>
            <a:p>
              <a:endParaRPr lang="en-US"/>
            </a:p>
          </p:txBody>
        </p:sp>
      </p:grpSp>
      <p:grpSp>
        <p:nvGrpSpPr>
          <p:cNvPr id="222298" name="Group 249"/>
          <p:cNvGrpSpPr>
            <a:grpSpLocks/>
          </p:cNvGrpSpPr>
          <p:nvPr/>
        </p:nvGrpSpPr>
        <p:grpSpPr bwMode="auto">
          <a:xfrm>
            <a:off x="3073400" y="3962400"/>
            <a:ext cx="1676400" cy="533400"/>
            <a:chOff x="4240" y="2480"/>
            <a:chExt cx="1056" cy="336"/>
          </a:xfrm>
        </p:grpSpPr>
        <p:sp>
          <p:nvSpPr>
            <p:cNvPr id="22859" name="Line 250"/>
            <p:cNvSpPr>
              <a:spLocks noChangeShapeType="1"/>
            </p:cNvSpPr>
            <p:nvPr/>
          </p:nvSpPr>
          <p:spPr bwMode="auto">
            <a:xfrm flipH="1">
              <a:off x="4864" y="2624"/>
              <a:ext cx="432" cy="0"/>
            </a:xfrm>
            <a:prstGeom prst="line">
              <a:avLst/>
            </a:prstGeom>
            <a:noFill/>
            <a:ln w="28575">
              <a:solidFill>
                <a:schemeClr val="tx1"/>
              </a:solidFill>
              <a:round/>
              <a:headEnd/>
              <a:tailEnd/>
            </a:ln>
          </p:spPr>
          <p:txBody>
            <a:bodyPr/>
            <a:lstStyle/>
            <a:p>
              <a:endParaRPr lang="en-US"/>
            </a:p>
          </p:txBody>
        </p:sp>
        <p:grpSp>
          <p:nvGrpSpPr>
            <p:cNvPr id="222299" name="Group 251"/>
            <p:cNvGrpSpPr>
              <a:grpSpLocks/>
            </p:cNvGrpSpPr>
            <p:nvPr/>
          </p:nvGrpSpPr>
          <p:grpSpPr bwMode="auto">
            <a:xfrm>
              <a:off x="4240" y="2480"/>
              <a:ext cx="1056" cy="336"/>
              <a:chOff x="1536" y="2256"/>
              <a:chExt cx="1056" cy="336"/>
            </a:xfrm>
          </p:grpSpPr>
          <p:sp>
            <p:nvSpPr>
              <p:cNvPr id="22863" name="Line 252"/>
              <p:cNvSpPr>
                <a:spLocks noChangeShapeType="1"/>
              </p:cNvSpPr>
              <p:nvPr/>
            </p:nvSpPr>
            <p:spPr bwMode="auto">
              <a:xfrm flipV="1">
                <a:off x="1536" y="2400"/>
                <a:ext cx="0" cy="192"/>
              </a:xfrm>
              <a:prstGeom prst="line">
                <a:avLst/>
              </a:prstGeom>
              <a:noFill/>
              <a:ln w="28575">
                <a:solidFill>
                  <a:schemeClr val="tx1"/>
                </a:solidFill>
                <a:round/>
                <a:headEnd/>
                <a:tailEnd/>
              </a:ln>
            </p:spPr>
            <p:txBody>
              <a:bodyPr/>
              <a:lstStyle/>
              <a:p>
                <a:endParaRPr lang="en-US"/>
              </a:p>
            </p:txBody>
          </p:sp>
          <p:sp>
            <p:nvSpPr>
              <p:cNvPr id="22864" name="Line 253"/>
              <p:cNvSpPr>
                <a:spLocks noChangeShapeType="1"/>
              </p:cNvSpPr>
              <p:nvPr/>
            </p:nvSpPr>
            <p:spPr bwMode="auto">
              <a:xfrm>
                <a:off x="2592" y="2400"/>
                <a:ext cx="0" cy="192"/>
              </a:xfrm>
              <a:prstGeom prst="line">
                <a:avLst/>
              </a:prstGeom>
              <a:noFill/>
              <a:ln w="28575">
                <a:solidFill>
                  <a:schemeClr val="tx1"/>
                </a:solidFill>
                <a:round/>
                <a:headEnd/>
                <a:tailEnd/>
              </a:ln>
            </p:spPr>
            <p:txBody>
              <a:bodyPr/>
              <a:lstStyle/>
              <a:p>
                <a:endParaRPr lang="en-US"/>
              </a:p>
            </p:txBody>
          </p:sp>
          <p:sp>
            <p:nvSpPr>
              <p:cNvPr id="22865" name="Line 254"/>
              <p:cNvSpPr>
                <a:spLocks noChangeShapeType="1"/>
              </p:cNvSpPr>
              <p:nvPr/>
            </p:nvSpPr>
            <p:spPr bwMode="auto">
              <a:xfrm>
                <a:off x="1536" y="2592"/>
                <a:ext cx="1056" cy="0"/>
              </a:xfrm>
              <a:prstGeom prst="line">
                <a:avLst/>
              </a:prstGeom>
              <a:noFill/>
              <a:ln w="28575">
                <a:solidFill>
                  <a:schemeClr val="tx1"/>
                </a:solidFill>
                <a:round/>
                <a:headEnd/>
                <a:tailEnd/>
              </a:ln>
            </p:spPr>
            <p:txBody>
              <a:bodyPr/>
              <a:lstStyle/>
              <a:p>
                <a:endParaRPr lang="en-US"/>
              </a:p>
            </p:txBody>
          </p:sp>
          <p:sp>
            <p:nvSpPr>
              <p:cNvPr id="22866" name="Line 255"/>
              <p:cNvSpPr>
                <a:spLocks noChangeShapeType="1"/>
              </p:cNvSpPr>
              <p:nvPr/>
            </p:nvSpPr>
            <p:spPr bwMode="auto">
              <a:xfrm>
                <a:off x="1536" y="2400"/>
                <a:ext cx="432" cy="0"/>
              </a:xfrm>
              <a:prstGeom prst="line">
                <a:avLst/>
              </a:prstGeom>
              <a:noFill/>
              <a:ln w="28575">
                <a:solidFill>
                  <a:schemeClr val="tx1"/>
                </a:solidFill>
                <a:round/>
                <a:headEnd/>
                <a:tailEnd/>
              </a:ln>
            </p:spPr>
            <p:txBody>
              <a:bodyPr/>
              <a:lstStyle/>
              <a:p>
                <a:endParaRPr lang="en-US"/>
              </a:p>
            </p:txBody>
          </p:sp>
          <p:sp>
            <p:nvSpPr>
              <p:cNvPr id="22867" name="Line 256"/>
              <p:cNvSpPr>
                <a:spLocks noChangeShapeType="1"/>
              </p:cNvSpPr>
              <p:nvPr/>
            </p:nvSpPr>
            <p:spPr bwMode="auto">
              <a:xfrm flipV="1">
                <a:off x="1960" y="2256"/>
                <a:ext cx="0" cy="144"/>
              </a:xfrm>
              <a:prstGeom prst="line">
                <a:avLst/>
              </a:prstGeom>
              <a:noFill/>
              <a:ln w="28575">
                <a:solidFill>
                  <a:schemeClr val="tx1"/>
                </a:solidFill>
                <a:round/>
                <a:headEnd/>
                <a:tailEnd/>
              </a:ln>
            </p:spPr>
            <p:txBody>
              <a:bodyPr/>
              <a:lstStyle/>
              <a:p>
                <a:endParaRPr lang="en-US"/>
              </a:p>
            </p:txBody>
          </p:sp>
          <p:sp>
            <p:nvSpPr>
              <p:cNvPr id="22868" name="Line 257"/>
              <p:cNvSpPr>
                <a:spLocks noChangeShapeType="1"/>
              </p:cNvSpPr>
              <p:nvPr/>
            </p:nvSpPr>
            <p:spPr bwMode="auto">
              <a:xfrm flipV="1">
                <a:off x="2160" y="2256"/>
                <a:ext cx="0" cy="144"/>
              </a:xfrm>
              <a:prstGeom prst="line">
                <a:avLst/>
              </a:prstGeom>
              <a:noFill/>
              <a:ln w="28575">
                <a:solidFill>
                  <a:schemeClr val="tx1"/>
                </a:solidFill>
                <a:round/>
                <a:headEnd/>
                <a:tailEnd/>
              </a:ln>
            </p:spPr>
            <p:txBody>
              <a:bodyPr/>
              <a:lstStyle/>
              <a:p>
                <a:endParaRPr lang="en-US"/>
              </a:p>
            </p:txBody>
          </p:sp>
          <p:sp>
            <p:nvSpPr>
              <p:cNvPr id="22869" name="Line 258"/>
              <p:cNvSpPr>
                <a:spLocks noChangeShapeType="1"/>
              </p:cNvSpPr>
              <p:nvPr/>
            </p:nvSpPr>
            <p:spPr bwMode="auto">
              <a:xfrm>
                <a:off x="1968" y="2256"/>
                <a:ext cx="192" cy="0"/>
              </a:xfrm>
              <a:prstGeom prst="line">
                <a:avLst/>
              </a:prstGeom>
              <a:noFill/>
              <a:ln w="28575">
                <a:solidFill>
                  <a:schemeClr val="tx1"/>
                </a:solidFill>
                <a:round/>
                <a:headEnd/>
                <a:tailEnd/>
              </a:ln>
            </p:spPr>
            <p:txBody>
              <a:bodyPr/>
              <a:lstStyle/>
              <a:p>
                <a:endParaRPr lang="en-US"/>
              </a:p>
            </p:txBody>
          </p:sp>
        </p:grpSp>
        <p:sp>
          <p:nvSpPr>
            <p:cNvPr id="22861" name="Freeform 259"/>
            <p:cNvSpPr>
              <a:spLocks/>
            </p:cNvSpPr>
            <p:nvPr/>
          </p:nvSpPr>
          <p:spPr bwMode="auto">
            <a:xfrm>
              <a:off x="4328" y="262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28575">
              <a:solidFill>
                <a:schemeClr val="tx1"/>
              </a:solidFill>
              <a:round/>
              <a:headEnd/>
              <a:tailEnd/>
            </a:ln>
          </p:spPr>
          <p:txBody>
            <a:bodyPr/>
            <a:lstStyle/>
            <a:p>
              <a:endParaRPr lang="en-US"/>
            </a:p>
          </p:txBody>
        </p:sp>
        <p:sp>
          <p:nvSpPr>
            <p:cNvPr id="22862" name="Freeform 260"/>
            <p:cNvSpPr>
              <a:spLocks/>
            </p:cNvSpPr>
            <p:nvPr/>
          </p:nvSpPr>
          <p:spPr bwMode="auto">
            <a:xfrm>
              <a:off x="4984" y="262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noFill/>
            <a:ln w="28575">
              <a:solidFill>
                <a:schemeClr val="tx1"/>
              </a:solidFill>
              <a:round/>
              <a:headEnd/>
              <a:tailEnd/>
            </a:ln>
          </p:spPr>
          <p:txBody>
            <a:bodyPr/>
            <a:lstStyle/>
            <a:p>
              <a:endParaRPr lang="en-US"/>
            </a:p>
          </p:txBody>
        </p:sp>
      </p:grpSp>
      <p:grpSp>
        <p:nvGrpSpPr>
          <p:cNvPr id="222300" name="Group 261"/>
          <p:cNvGrpSpPr>
            <a:grpSpLocks/>
          </p:cNvGrpSpPr>
          <p:nvPr/>
        </p:nvGrpSpPr>
        <p:grpSpPr bwMode="auto">
          <a:xfrm>
            <a:off x="2159000" y="3505200"/>
            <a:ext cx="3517900" cy="990600"/>
            <a:chOff x="352" y="2208"/>
            <a:chExt cx="2216" cy="624"/>
          </a:xfrm>
        </p:grpSpPr>
        <p:sp>
          <p:nvSpPr>
            <p:cNvPr id="22843" name="Line 262"/>
            <p:cNvSpPr>
              <a:spLocks noChangeShapeType="1"/>
            </p:cNvSpPr>
            <p:nvPr/>
          </p:nvSpPr>
          <p:spPr bwMode="auto">
            <a:xfrm>
              <a:off x="2424" y="2720"/>
              <a:ext cx="144" cy="0"/>
            </a:xfrm>
            <a:prstGeom prst="line">
              <a:avLst/>
            </a:prstGeom>
            <a:noFill/>
            <a:ln w="28575">
              <a:solidFill>
                <a:schemeClr val="tx1"/>
              </a:solidFill>
              <a:round/>
              <a:headEnd/>
              <a:tailEnd/>
            </a:ln>
          </p:spPr>
          <p:txBody>
            <a:bodyPr/>
            <a:lstStyle/>
            <a:p>
              <a:endParaRPr lang="en-US"/>
            </a:p>
          </p:txBody>
        </p:sp>
        <p:grpSp>
          <p:nvGrpSpPr>
            <p:cNvPr id="222301" name="Group 263"/>
            <p:cNvGrpSpPr>
              <a:grpSpLocks/>
            </p:cNvGrpSpPr>
            <p:nvPr/>
          </p:nvGrpSpPr>
          <p:grpSpPr bwMode="auto">
            <a:xfrm>
              <a:off x="352" y="2208"/>
              <a:ext cx="2216" cy="624"/>
              <a:chOff x="3640" y="2192"/>
              <a:chExt cx="2216" cy="624"/>
            </a:xfrm>
          </p:grpSpPr>
          <p:sp>
            <p:nvSpPr>
              <p:cNvPr id="22845" name="Rectangle 264"/>
              <p:cNvSpPr>
                <a:spLocks noChangeArrowheads="1"/>
              </p:cNvSpPr>
              <p:nvPr/>
            </p:nvSpPr>
            <p:spPr bwMode="auto">
              <a:xfrm>
                <a:off x="5552" y="219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846" name="Rectangle 265"/>
              <p:cNvSpPr>
                <a:spLocks noChangeArrowheads="1"/>
              </p:cNvSpPr>
              <p:nvPr/>
            </p:nvSpPr>
            <p:spPr bwMode="auto">
              <a:xfrm>
                <a:off x="3848" y="219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grpSp>
            <p:nvGrpSpPr>
              <p:cNvPr id="222302" name="Group 266"/>
              <p:cNvGrpSpPr>
                <a:grpSpLocks/>
              </p:cNvGrpSpPr>
              <p:nvPr/>
            </p:nvGrpSpPr>
            <p:grpSpPr bwMode="auto">
              <a:xfrm>
                <a:off x="5656" y="2560"/>
                <a:ext cx="200" cy="192"/>
                <a:chOff x="5032" y="1104"/>
                <a:chExt cx="200" cy="192"/>
              </a:xfrm>
            </p:grpSpPr>
            <p:sp>
              <p:nvSpPr>
                <p:cNvPr id="22855" name="Line 267"/>
                <p:cNvSpPr>
                  <a:spLocks noChangeShapeType="1"/>
                </p:cNvSpPr>
                <p:nvPr/>
              </p:nvSpPr>
              <p:spPr bwMode="auto">
                <a:xfrm>
                  <a:off x="5232" y="1248"/>
                  <a:ext cx="0" cy="48"/>
                </a:xfrm>
                <a:prstGeom prst="line">
                  <a:avLst/>
                </a:prstGeom>
                <a:noFill/>
                <a:ln w="28575">
                  <a:solidFill>
                    <a:schemeClr val="tx1"/>
                  </a:solidFill>
                  <a:round/>
                  <a:headEnd/>
                  <a:tailEnd/>
                </a:ln>
              </p:spPr>
              <p:txBody>
                <a:bodyPr/>
                <a:lstStyle/>
                <a:p>
                  <a:endParaRPr lang="en-US"/>
                </a:p>
              </p:txBody>
            </p:sp>
            <p:grpSp>
              <p:nvGrpSpPr>
                <p:cNvPr id="222303" name="Group 268"/>
                <p:cNvGrpSpPr>
                  <a:grpSpLocks/>
                </p:cNvGrpSpPr>
                <p:nvPr/>
              </p:nvGrpSpPr>
              <p:grpSpPr bwMode="auto">
                <a:xfrm>
                  <a:off x="5032" y="1104"/>
                  <a:ext cx="200" cy="192"/>
                  <a:chOff x="5032" y="1104"/>
                  <a:chExt cx="200" cy="192"/>
                </a:xfrm>
              </p:grpSpPr>
              <p:sp>
                <p:nvSpPr>
                  <p:cNvPr id="22857" name="Line 269"/>
                  <p:cNvSpPr>
                    <a:spLocks noChangeShapeType="1"/>
                  </p:cNvSpPr>
                  <p:nvPr/>
                </p:nvSpPr>
                <p:spPr bwMode="auto">
                  <a:xfrm>
                    <a:off x="5088" y="1296"/>
                    <a:ext cx="144" cy="0"/>
                  </a:xfrm>
                  <a:prstGeom prst="line">
                    <a:avLst/>
                  </a:prstGeom>
                  <a:noFill/>
                  <a:ln w="28575">
                    <a:solidFill>
                      <a:schemeClr val="tx1"/>
                    </a:solidFill>
                    <a:round/>
                    <a:headEnd/>
                    <a:tailEnd/>
                  </a:ln>
                </p:spPr>
                <p:txBody>
                  <a:bodyPr/>
                  <a:lstStyle/>
                  <a:p>
                    <a:endParaRPr lang="en-US"/>
                  </a:p>
                </p:txBody>
              </p:sp>
              <p:sp>
                <p:nvSpPr>
                  <p:cNvPr id="22858" name="Rectangle 270"/>
                  <p:cNvSpPr>
                    <a:spLocks noChangeArrowheads="1"/>
                  </p:cNvSpPr>
                  <p:nvPr/>
                </p:nvSpPr>
                <p:spPr bwMode="auto">
                  <a:xfrm>
                    <a:off x="5032" y="1104"/>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grpSp>
          <p:grpSp>
            <p:nvGrpSpPr>
              <p:cNvPr id="222304" name="Group 271"/>
              <p:cNvGrpSpPr>
                <a:grpSpLocks/>
              </p:cNvGrpSpPr>
              <p:nvPr/>
            </p:nvGrpSpPr>
            <p:grpSpPr bwMode="auto">
              <a:xfrm>
                <a:off x="3640" y="2568"/>
                <a:ext cx="200" cy="192"/>
                <a:chOff x="3016" y="1112"/>
                <a:chExt cx="200" cy="192"/>
              </a:xfrm>
            </p:grpSpPr>
            <p:sp>
              <p:nvSpPr>
                <p:cNvPr id="22849" name="Rectangle 272"/>
                <p:cNvSpPr>
                  <a:spLocks noChangeArrowheads="1"/>
                </p:cNvSpPr>
                <p:nvPr/>
              </p:nvSpPr>
              <p:spPr bwMode="auto">
                <a:xfrm>
                  <a:off x="3168" y="111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nvGrpSpPr>
                <p:cNvPr id="222305" name="Group 273"/>
                <p:cNvGrpSpPr>
                  <a:grpSpLocks/>
                </p:cNvGrpSpPr>
                <p:nvPr/>
              </p:nvGrpSpPr>
              <p:grpSpPr bwMode="auto">
                <a:xfrm>
                  <a:off x="3016" y="1256"/>
                  <a:ext cx="152" cy="48"/>
                  <a:chOff x="3016" y="1256"/>
                  <a:chExt cx="152" cy="48"/>
                </a:xfrm>
              </p:grpSpPr>
              <p:grpSp>
                <p:nvGrpSpPr>
                  <p:cNvPr id="222306" name="Group 274"/>
                  <p:cNvGrpSpPr>
                    <a:grpSpLocks/>
                  </p:cNvGrpSpPr>
                  <p:nvPr/>
                </p:nvGrpSpPr>
                <p:grpSpPr bwMode="auto">
                  <a:xfrm>
                    <a:off x="3016" y="1264"/>
                    <a:ext cx="152" cy="40"/>
                    <a:chOff x="3016" y="1264"/>
                    <a:chExt cx="152" cy="40"/>
                  </a:xfrm>
                </p:grpSpPr>
                <p:sp>
                  <p:nvSpPr>
                    <p:cNvPr id="22853" name="Line 275"/>
                    <p:cNvSpPr>
                      <a:spLocks noChangeShapeType="1"/>
                    </p:cNvSpPr>
                    <p:nvPr/>
                  </p:nvSpPr>
                  <p:spPr bwMode="auto">
                    <a:xfrm flipH="1">
                      <a:off x="3024" y="1264"/>
                      <a:ext cx="144" cy="0"/>
                    </a:xfrm>
                    <a:prstGeom prst="line">
                      <a:avLst/>
                    </a:prstGeom>
                    <a:noFill/>
                    <a:ln w="28575">
                      <a:solidFill>
                        <a:schemeClr val="tx1"/>
                      </a:solidFill>
                      <a:round/>
                      <a:headEnd/>
                      <a:tailEnd/>
                    </a:ln>
                  </p:spPr>
                  <p:txBody>
                    <a:bodyPr/>
                    <a:lstStyle/>
                    <a:p>
                      <a:endParaRPr lang="en-US"/>
                    </a:p>
                  </p:txBody>
                </p:sp>
                <p:sp>
                  <p:nvSpPr>
                    <p:cNvPr id="22854" name="Line 276"/>
                    <p:cNvSpPr>
                      <a:spLocks noChangeShapeType="1"/>
                    </p:cNvSpPr>
                    <p:nvPr/>
                  </p:nvSpPr>
                  <p:spPr bwMode="auto">
                    <a:xfrm flipH="1">
                      <a:off x="3016" y="1304"/>
                      <a:ext cx="144" cy="0"/>
                    </a:xfrm>
                    <a:prstGeom prst="line">
                      <a:avLst/>
                    </a:prstGeom>
                    <a:noFill/>
                    <a:ln w="28575">
                      <a:solidFill>
                        <a:schemeClr val="tx1"/>
                      </a:solidFill>
                      <a:round/>
                      <a:headEnd/>
                      <a:tailEnd/>
                    </a:ln>
                  </p:spPr>
                  <p:txBody>
                    <a:bodyPr/>
                    <a:lstStyle/>
                    <a:p>
                      <a:endParaRPr lang="en-US"/>
                    </a:p>
                  </p:txBody>
                </p:sp>
              </p:grpSp>
              <p:sp>
                <p:nvSpPr>
                  <p:cNvPr id="22852" name="Line 277"/>
                  <p:cNvSpPr>
                    <a:spLocks noChangeShapeType="1"/>
                  </p:cNvSpPr>
                  <p:nvPr/>
                </p:nvSpPr>
                <p:spPr bwMode="auto">
                  <a:xfrm>
                    <a:off x="3016" y="1256"/>
                    <a:ext cx="0" cy="48"/>
                  </a:xfrm>
                  <a:prstGeom prst="line">
                    <a:avLst/>
                  </a:prstGeom>
                  <a:noFill/>
                  <a:ln w="9525">
                    <a:solidFill>
                      <a:schemeClr val="tx1"/>
                    </a:solidFill>
                    <a:round/>
                    <a:headEnd/>
                    <a:tailEnd/>
                  </a:ln>
                </p:spPr>
                <p:txBody>
                  <a:bodyPr/>
                  <a:lstStyle/>
                  <a:p>
                    <a:endParaRPr lang="en-US"/>
                  </a:p>
                </p:txBody>
              </p:sp>
            </p:grpSp>
          </p:grpSp>
        </p:grpSp>
      </p:grpSp>
      <p:grpSp>
        <p:nvGrpSpPr>
          <p:cNvPr id="222307" name="Group 278"/>
          <p:cNvGrpSpPr>
            <a:grpSpLocks/>
          </p:cNvGrpSpPr>
          <p:nvPr/>
        </p:nvGrpSpPr>
        <p:grpSpPr bwMode="auto">
          <a:xfrm>
            <a:off x="3060700" y="3263900"/>
            <a:ext cx="152400" cy="914400"/>
            <a:chOff x="4224" y="2064"/>
            <a:chExt cx="96" cy="576"/>
          </a:xfrm>
        </p:grpSpPr>
        <p:sp>
          <p:nvSpPr>
            <p:cNvPr id="22840" name="Line 279"/>
            <p:cNvSpPr>
              <a:spLocks noChangeShapeType="1"/>
            </p:cNvSpPr>
            <p:nvPr/>
          </p:nvSpPr>
          <p:spPr bwMode="auto">
            <a:xfrm>
              <a:off x="4224" y="2112"/>
              <a:ext cx="48" cy="528"/>
            </a:xfrm>
            <a:prstGeom prst="line">
              <a:avLst/>
            </a:prstGeom>
            <a:noFill/>
            <a:ln w="28575">
              <a:solidFill>
                <a:srgbClr val="FF0066"/>
              </a:solidFill>
              <a:round/>
              <a:headEnd/>
              <a:tailEnd/>
            </a:ln>
          </p:spPr>
          <p:txBody>
            <a:bodyPr/>
            <a:lstStyle/>
            <a:p>
              <a:endParaRPr lang="en-US"/>
            </a:p>
          </p:txBody>
        </p:sp>
        <p:sp>
          <p:nvSpPr>
            <p:cNvPr id="22841" name="Line 280"/>
            <p:cNvSpPr>
              <a:spLocks noChangeShapeType="1"/>
            </p:cNvSpPr>
            <p:nvPr/>
          </p:nvSpPr>
          <p:spPr bwMode="auto">
            <a:xfrm flipH="1">
              <a:off x="4320" y="2112"/>
              <a:ext cx="0" cy="528"/>
            </a:xfrm>
            <a:prstGeom prst="line">
              <a:avLst/>
            </a:prstGeom>
            <a:noFill/>
            <a:ln w="28575">
              <a:solidFill>
                <a:srgbClr val="FF0066"/>
              </a:solidFill>
              <a:round/>
              <a:headEnd/>
              <a:tailEnd/>
            </a:ln>
          </p:spPr>
          <p:txBody>
            <a:bodyPr/>
            <a:lstStyle/>
            <a:p>
              <a:endParaRPr lang="en-US"/>
            </a:p>
          </p:txBody>
        </p:sp>
        <p:sp>
          <p:nvSpPr>
            <p:cNvPr id="22842" name="Freeform 281"/>
            <p:cNvSpPr>
              <a:spLocks/>
            </p:cNvSpPr>
            <p:nvPr/>
          </p:nvSpPr>
          <p:spPr bwMode="auto">
            <a:xfrm>
              <a:off x="4224" y="2064"/>
              <a:ext cx="96" cy="48"/>
            </a:xfrm>
            <a:custGeom>
              <a:avLst/>
              <a:gdLst>
                <a:gd name="T0" fmla="*/ 0 w 96"/>
                <a:gd name="T1" fmla="*/ 48 h 48"/>
                <a:gd name="T2" fmla="*/ 48 w 96"/>
                <a:gd name="T3" fmla="*/ 0 h 48"/>
                <a:gd name="T4" fmla="*/ 96 w 96"/>
                <a:gd name="T5" fmla="*/ 48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48"/>
                  </a:moveTo>
                  <a:cubicBezTo>
                    <a:pt x="16" y="24"/>
                    <a:pt x="32" y="0"/>
                    <a:pt x="48" y="0"/>
                  </a:cubicBezTo>
                  <a:cubicBezTo>
                    <a:pt x="64" y="0"/>
                    <a:pt x="80" y="24"/>
                    <a:pt x="96" y="48"/>
                  </a:cubicBezTo>
                </a:path>
              </a:pathLst>
            </a:custGeom>
            <a:noFill/>
            <a:ln w="28575">
              <a:solidFill>
                <a:srgbClr val="FF0066"/>
              </a:solidFill>
              <a:round/>
              <a:headEnd/>
              <a:tailEnd/>
            </a:ln>
          </p:spPr>
          <p:txBody>
            <a:bodyPr/>
            <a:lstStyle/>
            <a:p>
              <a:endParaRPr lang="en-US"/>
            </a:p>
          </p:txBody>
        </p:sp>
      </p:grpSp>
      <p:grpSp>
        <p:nvGrpSpPr>
          <p:cNvPr id="222308" name="Group 282"/>
          <p:cNvGrpSpPr>
            <a:grpSpLocks/>
          </p:cNvGrpSpPr>
          <p:nvPr/>
        </p:nvGrpSpPr>
        <p:grpSpPr bwMode="auto">
          <a:xfrm>
            <a:off x="2463800" y="3505200"/>
            <a:ext cx="2895600" cy="0"/>
            <a:chOff x="3264" y="2592"/>
            <a:chExt cx="1824" cy="0"/>
          </a:xfrm>
        </p:grpSpPr>
        <p:sp>
          <p:nvSpPr>
            <p:cNvPr id="22837" name="Line 283"/>
            <p:cNvSpPr>
              <a:spLocks noChangeShapeType="1"/>
            </p:cNvSpPr>
            <p:nvPr/>
          </p:nvSpPr>
          <p:spPr bwMode="auto">
            <a:xfrm flipV="1">
              <a:off x="3264" y="2592"/>
              <a:ext cx="384" cy="0"/>
            </a:xfrm>
            <a:prstGeom prst="line">
              <a:avLst/>
            </a:prstGeom>
            <a:noFill/>
            <a:ln w="28575">
              <a:solidFill>
                <a:schemeClr val="tx1"/>
              </a:solidFill>
              <a:round/>
              <a:headEnd/>
              <a:tailEnd/>
            </a:ln>
          </p:spPr>
          <p:txBody>
            <a:bodyPr/>
            <a:lstStyle/>
            <a:p>
              <a:endParaRPr lang="en-US"/>
            </a:p>
          </p:txBody>
        </p:sp>
        <p:sp>
          <p:nvSpPr>
            <p:cNvPr id="22838" name="Line 284"/>
            <p:cNvSpPr>
              <a:spLocks noChangeShapeType="1"/>
            </p:cNvSpPr>
            <p:nvPr/>
          </p:nvSpPr>
          <p:spPr bwMode="auto">
            <a:xfrm flipV="1">
              <a:off x="3744" y="2592"/>
              <a:ext cx="1060" cy="0"/>
            </a:xfrm>
            <a:prstGeom prst="line">
              <a:avLst/>
            </a:prstGeom>
            <a:noFill/>
            <a:ln w="28575">
              <a:solidFill>
                <a:schemeClr val="tx1"/>
              </a:solidFill>
              <a:round/>
              <a:headEnd/>
              <a:tailEnd/>
            </a:ln>
          </p:spPr>
          <p:txBody>
            <a:bodyPr/>
            <a:lstStyle/>
            <a:p>
              <a:endParaRPr lang="en-US"/>
            </a:p>
          </p:txBody>
        </p:sp>
        <p:sp>
          <p:nvSpPr>
            <p:cNvPr id="22839" name="Line 285"/>
            <p:cNvSpPr>
              <a:spLocks noChangeShapeType="1"/>
            </p:cNvSpPr>
            <p:nvPr/>
          </p:nvSpPr>
          <p:spPr bwMode="auto">
            <a:xfrm flipH="1">
              <a:off x="4896" y="2592"/>
              <a:ext cx="192" cy="0"/>
            </a:xfrm>
            <a:prstGeom prst="line">
              <a:avLst/>
            </a:prstGeom>
            <a:noFill/>
            <a:ln w="28575">
              <a:solidFill>
                <a:schemeClr val="tx1"/>
              </a:solidFill>
              <a:round/>
              <a:headEnd/>
              <a:tailEnd/>
            </a:ln>
          </p:spPr>
          <p:txBody>
            <a:bodyPr/>
            <a:lstStyle/>
            <a:p>
              <a:endParaRPr lang="en-US"/>
            </a:p>
          </p:txBody>
        </p:sp>
      </p:grpSp>
      <p:grpSp>
        <p:nvGrpSpPr>
          <p:cNvPr id="222309" name="Group 286"/>
          <p:cNvGrpSpPr>
            <a:grpSpLocks/>
          </p:cNvGrpSpPr>
          <p:nvPr/>
        </p:nvGrpSpPr>
        <p:grpSpPr bwMode="auto">
          <a:xfrm>
            <a:off x="1790700" y="3048000"/>
            <a:ext cx="1282700" cy="228600"/>
            <a:chOff x="3464" y="1920"/>
            <a:chExt cx="808" cy="144"/>
          </a:xfrm>
        </p:grpSpPr>
        <p:sp>
          <p:nvSpPr>
            <p:cNvPr id="22835" name="Rectangle 287"/>
            <p:cNvSpPr>
              <a:spLocks noChangeArrowheads="1"/>
            </p:cNvSpPr>
            <p:nvPr/>
          </p:nvSpPr>
          <p:spPr bwMode="auto">
            <a:xfrm>
              <a:off x="3464" y="1920"/>
              <a:ext cx="568" cy="144"/>
            </a:xfrm>
            <a:prstGeom prst="rect">
              <a:avLst/>
            </a:prstGeom>
            <a:solidFill>
              <a:schemeClr val="bg1"/>
            </a:solidFill>
            <a:ln w="9525">
              <a:noFill/>
              <a:miter lim="800000"/>
              <a:headEnd/>
              <a:tailEnd/>
            </a:ln>
          </p:spPr>
          <p:txBody>
            <a:bodyPr wrap="none" anchor="ctr"/>
            <a:lstStyle/>
            <a:p>
              <a:pPr algn="l"/>
              <a:r>
                <a:rPr lang="en-US"/>
                <a:t>Riser pin</a:t>
              </a:r>
            </a:p>
          </p:txBody>
        </p:sp>
        <p:sp>
          <p:nvSpPr>
            <p:cNvPr id="22836" name="Line 288"/>
            <p:cNvSpPr>
              <a:spLocks noChangeShapeType="1"/>
            </p:cNvSpPr>
            <p:nvPr/>
          </p:nvSpPr>
          <p:spPr bwMode="auto">
            <a:xfrm>
              <a:off x="4128" y="2016"/>
              <a:ext cx="144" cy="48"/>
            </a:xfrm>
            <a:prstGeom prst="line">
              <a:avLst/>
            </a:prstGeom>
            <a:noFill/>
            <a:ln w="9525">
              <a:solidFill>
                <a:srgbClr val="FF3300"/>
              </a:solidFill>
              <a:round/>
              <a:headEnd/>
              <a:tailEnd type="triangle" w="med" len="med"/>
            </a:ln>
          </p:spPr>
          <p:txBody>
            <a:bodyPr/>
            <a:lstStyle/>
            <a:p>
              <a:endParaRPr lang="en-US"/>
            </a:p>
          </p:txBody>
        </p:sp>
      </p:grpSp>
      <p:grpSp>
        <p:nvGrpSpPr>
          <p:cNvPr id="222311" name="Group 289"/>
          <p:cNvGrpSpPr>
            <a:grpSpLocks/>
          </p:cNvGrpSpPr>
          <p:nvPr/>
        </p:nvGrpSpPr>
        <p:grpSpPr bwMode="auto">
          <a:xfrm>
            <a:off x="3530600" y="2984500"/>
            <a:ext cx="1435100" cy="368300"/>
            <a:chOff x="1872" y="1928"/>
            <a:chExt cx="904" cy="232"/>
          </a:xfrm>
        </p:grpSpPr>
        <p:sp>
          <p:nvSpPr>
            <p:cNvPr id="22833" name="Rectangle 290"/>
            <p:cNvSpPr>
              <a:spLocks noChangeArrowheads="1"/>
            </p:cNvSpPr>
            <p:nvPr/>
          </p:nvSpPr>
          <p:spPr bwMode="auto">
            <a:xfrm>
              <a:off x="1872" y="1928"/>
              <a:ext cx="624" cy="144"/>
            </a:xfrm>
            <a:prstGeom prst="rect">
              <a:avLst/>
            </a:prstGeom>
            <a:solidFill>
              <a:schemeClr val="bg1"/>
            </a:solidFill>
            <a:ln w="9525">
              <a:noFill/>
              <a:miter lim="800000"/>
              <a:headEnd/>
              <a:tailEnd/>
            </a:ln>
          </p:spPr>
          <p:txBody>
            <a:bodyPr wrap="none" anchor="ctr"/>
            <a:lstStyle/>
            <a:p>
              <a:pPr algn="l"/>
              <a:r>
                <a:rPr lang="en-US"/>
                <a:t>Sprue pin</a:t>
              </a:r>
            </a:p>
          </p:txBody>
        </p:sp>
        <p:sp>
          <p:nvSpPr>
            <p:cNvPr id="22834" name="Line 291"/>
            <p:cNvSpPr>
              <a:spLocks noChangeShapeType="1"/>
            </p:cNvSpPr>
            <p:nvPr/>
          </p:nvSpPr>
          <p:spPr bwMode="auto">
            <a:xfrm>
              <a:off x="2536" y="2064"/>
              <a:ext cx="240" cy="96"/>
            </a:xfrm>
            <a:prstGeom prst="line">
              <a:avLst/>
            </a:prstGeom>
            <a:noFill/>
            <a:ln w="9525">
              <a:solidFill>
                <a:srgbClr val="FF3300"/>
              </a:solidFill>
              <a:round/>
              <a:headEnd/>
              <a:tailEnd type="triangle" w="med" len="med"/>
            </a:ln>
          </p:spPr>
          <p:txBody>
            <a:bodyPr/>
            <a:lstStyle/>
            <a:p>
              <a:endParaRPr lang="en-US"/>
            </a:p>
          </p:txBody>
        </p:sp>
      </p:grpSp>
      <p:grpSp>
        <p:nvGrpSpPr>
          <p:cNvPr id="222312" name="Group 292"/>
          <p:cNvGrpSpPr>
            <a:grpSpLocks/>
          </p:cNvGrpSpPr>
          <p:nvPr/>
        </p:nvGrpSpPr>
        <p:grpSpPr bwMode="auto">
          <a:xfrm>
            <a:off x="5143500" y="3225800"/>
            <a:ext cx="609600" cy="495300"/>
            <a:chOff x="5520" y="1968"/>
            <a:chExt cx="384" cy="312"/>
          </a:xfrm>
        </p:grpSpPr>
        <p:sp>
          <p:nvSpPr>
            <p:cNvPr id="22831" name="Line 293"/>
            <p:cNvSpPr>
              <a:spLocks noChangeShapeType="1"/>
            </p:cNvSpPr>
            <p:nvPr/>
          </p:nvSpPr>
          <p:spPr bwMode="auto">
            <a:xfrm flipH="1">
              <a:off x="5664" y="2088"/>
              <a:ext cx="96" cy="192"/>
            </a:xfrm>
            <a:prstGeom prst="line">
              <a:avLst/>
            </a:prstGeom>
            <a:noFill/>
            <a:ln w="9525">
              <a:solidFill>
                <a:srgbClr val="FF3300"/>
              </a:solidFill>
              <a:round/>
              <a:headEnd/>
              <a:tailEnd type="triangle" w="med" len="med"/>
            </a:ln>
          </p:spPr>
          <p:txBody>
            <a:bodyPr/>
            <a:lstStyle/>
            <a:p>
              <a:endParaRPr lang="en-US"/>
            </a:p>
          </p:txBody>
        </p:sp>
        <p:sp>
          <p:nvSpPr>
            <p:cNvPr id="22832" name="Rectangle 294"/>
            <p:cNvSpPr>
              <a:spLocks noChangeArrowheads="1"/>
            </p:cNvSpPr>
            <p:nvPr/>
          </p:nvSpPr>
          <p:spPr bwMode="auto">
            <a:xfrm>
              <a:off x="5520" y="1968"/>
              <a:ext cx="384" cy="144"/>
            </a:xfrm>
            <a:prstGeom prst="rect">
              <a:avLst/>
            </a:prstGeom>
            <a:solidFill>
              <a:schemeClr val="bg1"/>
            </a:solidFill>
            <a:ln w="9525">
              <a:noFill/>
              <a:miter lim="800000"/>
              <a:headEnd/>
              <a:tailEnd/>
            </a:ln>
          </p:spPr>
          <p:txBody>
            <a:bodyPr wrap="none" anchor="ctr"/>
            <a:lstStyle/>
            <a:p>
              <a:pPr algn="l"/>
              <a:r>
                <a:rPr lang="en-US"/>
                <a:t>Cope</a:t>
              </a:r>
            </a:p>
          </p:txBody>
        </p:sp>
      </p:grpSp>
      <p:grpSp>
        <p:nvGrpSpPr>
          <p:cNvPr id="222313" name="Group 295"/>
          <p:cNvGrpSpPr>
            <a:grpSpLocks/>
          </p:cNvGrpSpPr>
          <p:nvPr/>
        </p:nvGrpSpPr>
        <p:grpSpPr bwMode="auto">
          <a:xfrm>
            <a:off x="1524000" y="4343400"/>
            <a:ext cx="4140200" cy="1524000"/>
            <a:chOff x="2672" y="3120"/>
            <a:chExt cx="2608" cy="960"/>
          </a:xfrm>
        </p:grpSpPr>
        <p:grpSp>
          <p:nvGrpSpPr>
            <p:cNvPr id="222314" name="Group 296"/>
            <p:cNvGrpSpPr>
              <a:grpSpLocks/>
            </p:cNvGrpSpPr>
            <p:nvPr/>
          </p:nvGrpSpPr>
          <p:grpSpPr bwMode="auto">
            <a:xfrm>
              <a:off x="3072" y="3120"/>
              <a:ext cx="2208" cy="960"/>
              <a:chOff x="3072" y="3120"/>
              <a:chExt cx="2208" cy="960"/>
            </a:xfrm>
          </p:grpSpPr>
          <p:grpSp>
            <p:nvGrpSpPr>
              <p:cNvPr id="222315" name="Group 297"/>
              <p:cNvGrpSpPr>
                <a:grpSpLocks/>
              </p:cNvGrpSpPr>
              <p:nvPr/>
            </p:nvGrpSpPr>
            <p:grpSpPr bwMode="auto">
              <a:xfrm>
                <a:off x="3336" y="3200"/>
                <a:ext cx="1648" cy="640"/>
                <a:chOff x="1360" y="2832"/>
                <a:chExt cx="1648" cy="640"/>
              </a:xfrm>
            </p:grpSpPr>
            <p:sp>
              <p:nvSpPr>
                <p:cNvPr id="22814" name="Rectangle 298" descr="Large confetti"/>
                <p:cNvSpPr>
                  <a:spLocks noChangeArrowheads="1"/>
                </p:cNvSpPr>
                <p:nvPr/>
              </p:nvSpPr>
              <p:spPr bwMode="auto">
                <a:xfrm>
                  <a:off x="2745" y="2848"/>
                  <a:ext cx="47" cy="6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16" name="Group 299"/>
                <p:cNvGrpSpPr>
                  <a:grpSpLocks/>
                </p:cNvGrpSpPr>
                <p:nvPr/>
              </p:nvGrpSpPr>
              <p:grpSpPr bwMode="auto">
                <a:xfrm>
                  <a:off x="1360" y="2832"/>
                  <a:ext cx="1648" cy="640"/>
                  <a:chOff x="1360" y="2824"/>
                  <a:chExt cx="1648" cy="640"/>
                </a:xfrm>
              </p:grpSpPr>
              <p:sp>
                <p:nvSpPr>
                  <p:cNvPr id="22816" name="Rectangle 300" descr="Large confetti"/>
                  <p:cNvSpPr>
                    <a:spLocks noChangeArrowheads="1"/>
                  </p:cNvSpPr>
                  <p:nvPr/>
                </p:nvSpPr>
                <p:spPr bwMode="auto">
                  <a:xfrm>
                    <a:off x="2872" y="2824"/>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17" name="Group 301"/>
                  <p:cNvGrpSpPr>
                    <a:grpSpLocks/>
                  </p:cNvGrpSpPr>
                  <p:nvPr/>
                </p:nvGrpSpPr>
                <p:grpSpPr bwMode="auto">
                  <a:xfrm>
                    <a:off x="1360" y="2840"/>
                    <a:ext cx="1648" cy="624"/>
                    <a:chOff x="1360" y="2840"/>
                    <a:chExt cx="1648" cy="624"/>
                  </a:xfrm>
                </p:grpSpPr>
                <p:sp>
                  <p:nvSpPr>
                    <p:cNvPr id="22818" name="Freeform 302" descr="Large confetti"/>
                    <p:cNvSpPr>
                      <a:spLocks/>
                    </p:cNvSpPr>
                    <p:nvPr/>
                  </p:nvSpPr>
                  <p:spPr bwMode="auto">
                    <a:xfrm rot="10800000">
                      <a:off x="1760" y="294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grpSp>
                  <p:nvGrpSpPr>
                    <p:cNvPr id="222318" name="Group 303"/>
                    <p:cNvGrpSpPr>
                      <a:grpSpLocks/>
                    </p:cNvGrpSpPr>
                    <p:nvPr/>
                  </p:nvGrpSpPr>
                  <p:grpSpPr bwMode="auto">
                    <a:xfrm>
                      <a:off x="1360" y="2840"/>
                      <a:ext cx="1648" cy="624"/>
                      <a:chOff x="1360" y="2840"/>
                      <a:chExt cx="1648" cy="624"/>
                    </a:xfrm>
                  </p:grpSpPr>
                  <p:sp>
                    <p:nvSpPr>
                      <p:cNvPr id="22820" name="Rectangle 304" descr="Large confetti"/>
                      <p:cNvSpPr>
                        <a:spLocks noChangeArrowheads="1"/>
                      </p:cNvSpPr>
                      <p:nvPr/>
                    </p:nvSpPr>
                    <p:spPr bwMode="auto">
                      <a:xfrm>
                        <a:off x="2904" y="2872"/>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19" name="Group 305"/>
                      <p:cNvGrpSpPr>
                        <a:grpSpLocks/>
                      </p:cNvGrpSpPr>
                      <p:nvPr/>
                    </p:nvGrpSpPr>
                    <p:grpSpPr bwMode="auto">
                      <a:xfrm>
                        <a:off x="1360" y="2840"/>
                        <a:ext cx="1648" cy="624"/>
                        <a:chOff x="1360" y="2840"/>
                        <a:chExt cx="1648" cy="624"/>
                      </a:xfrm>
                    </p:grpSpPr>
                    <p:sp>
                      <p:nvSpPr>
                        <p:cNvPr id="22822" name="Rectangle 306" descr="Large confetti"/>
                        <p:cNvSpPr>
                          <a:spLocks noChangeArrowheads="1"/>
                        </p:cNvSpPr>
                        <p:nvPr/>
                      </p:nvSpPr>
                      <p:spPr bwMode="auto">
                        <a:xfrm>
                          <a:off x="2296"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2320" name="Group 307"/>
                        <p:cNvGrpSpPr>
                          <a:grpSpLocks/>
                        </p:cNvGrpSpPr>
                        <p:nvPr/>
                      </p:nvGrpSpPr>
                      <p:grpSpPr bwMode="auto">
                        <a:xfrm>
                          <a:off x="1360" y="2840"/>
                          <a:ext cx="1648" cy="624"/>
                          <a:chOff x="1360" y="2840"/>
                          <a:chExt cx="1648" cy="624"/>
                        </a:xfrm>
                      </p:grpSpPr>
                      <p:sp>
                        <p:nvSpPr>
                          <p:cNvPr id="22824" name="Rectangle 308" descr="Large confetti"/>
                          <p:cNvSpPr>
                            <a:spLocks noChangeArrowheads="1"/>
                          </p:cNvSpPr>
                          <p:nvPr/>
                        </p:nvSpPr>
                        <p:spPr bwMode="auto">
                          <a:xfrm>
                            <a:off x="1584"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5" name="Rectangle 309" descr="Large confetti"/>
                          <p:cNvSpPr>
                            <a:spLocks noChangeArrowheads="1"/>
                          </p:cNvSpPr>
                          <p:nvPr/>
                        </p:nvSpPr>
                        <p:spPr bwMode="auto">
                          <a:xfrm>
                            <a:off x="2752" y="2984"/>
                            <a:ext cx="256" cy="192"/>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6" name="Rectangle 310" descr="Large confetti"/>
                          <p:cNvSpPr>
                            <a:spLocks noChangeArrowheads="1"/>
                          </p:cNvSpPr>
                          <p:nvPr/>
                        </p:nvSpPr>
                        <p:spPr bwMode="auto">
                          <a:xfrm>
                            <a:off x="1392"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7" name="Rectangle 311" descr="Large confetti"/>
                          <p:cNvSpPr>
                            <a:spLocks noChangeArrowheads="1"/>
                          </p:cNvSpPr>
                          <p:nvPr/>
                        </p:nvSpPr>
                        <p:spPr bwMode="auto">
                          <a:xfrm>
                            <a:off x="2080"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8" name="Rectangle 312" descr="Large confetti"/>
                          <p:cNvSpPr>
                            <a:spLocks noChangeArrowheads="1"/>
                          </p:cNvSpPr>
                          <p:nvPr/>
                        </p:nvSpPr>
                        <p:spPr bwMode="auto">
                          <a:xfrm>
                            <a:off x="1360" y="2840"/>
                            <a:ext cx="304" cy="33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29" name="Rectangle 313" descr="Large confetti"/>
                          <p:cNvSpPr>
                            <a:spLocks noChangeArrowheads="1"/>
                          </p:cNvSpPr>
                          <p:nvPr/>
                        </p:nvSpPr>
                        <p:spPr bwMode="auto">
                          <a:xfrm>
                            <a:off x="2728" y="2904"/>
                            <a:ext cx="256" cy="80"/>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830" name="Freeform 314" descr="Large confetti"/>
                          <p:cNvSpPr>
                            <a:spLocks/>
                          </p:cNvSpPr>
                          <p:nvPr/>
                        </p:nvSpPr>
                        <p:spPr bwMode="auto">
                          <a:xfrm rot="10800000">
                            <a:off x="2392" y="2936"/>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3175">
                            <a:noFill/>
                            <a:round/>
                            <a:headEnd/>
                            <a:tailEnd/>
                          </a:ln>
                        </p:spPr>
                        <p:txBody>
                          <a:bodyPr/>
                          <a:lstStyle/>
                          <a:p>
                            <a:endParaRPr lang="en-US"/>
                          </a:p>
                        </p:txBody>
                      </p:sp>
                    </p:grpSp>
                  </p:grpSp>
                </p:grpSp>
              </p:grpSp>
            </p:grpSp>
          </p:grpSp>
          <p:grpSp>
            <p:nvGrpSpPr>
              <p:cNvPr id="222321" name="Group 315"/>
              <p:cNvGrpSpPr>
                <a:grpSpLocks/>
              </p:cNvGrpSpPr>
              <p:nvPr/>
            </p:nvGrpSpPr>
            <p:grpSpPr bwMode="auto">
              <a:xfrm>
                <a:off x="3648" y="3216"/>
                <a:ext cx="1056" cy="336"/>
                <a:chOff x="4237" y="2832"/>
                <a:chExt cx="1056" cy="336"/>
              </a:xfrm>
            </p:grpSpPr>
            <p:sp>
              <p:nvSpPr>
                <p:cNvPr id="22803" name="Line 316" descr="Large confetti"/>
                <p:cNvSpPr>
                  <a:spLocks noChangeShapeType="1"/>
                </p:cNvSpPr>
                <p:nvPr/>
              </p:nvSpPr>
              <p:spPr bwMode="auto">
                <a:xfrm>
                  <a:off x="4566" y="3024"/>
                  <a:ext cx="96" cy="0"/>
                </a:xfrm>
                <a:prstGeom prst="line">
                  <a:avLst/>
                </a:prstGeom>
                <a:noFill/>
                <a:ln w="28575">
                  <a:solidFill>
                    <a:schemeClr val="tx1"/>
                  </a:solidFill>
                  <a:round/>
                  <a:headEnd/>
                  <a:tailEnd/>
                </a:ln>
              </p:spPr>
              <p:txBody>
                <a:bodyPr/>
                <a:lstStyle/>
                <a:p>
                  <a:endParaRPr lang="en-US"/>
                </a:p>
              </p:txBody>
            </p:sp>
            <p:sp>
              <p:nvSpPr>
                <p:cNvPr id="22804" name="Line 317" descr="Large confetti"/>
                <p:cNvSpPr>
                  <a:spLocks noChangeShapeType="1"/>
                </p:cNvSpPr>
                <p:nvPr/>
              </p:nvSpPr>
              <p:spPr bwMode="auto">
                <a:xfrm rot="10800000" flipV="1">
                  <a:off x="4656" y="3024"/>
                  <a:ext cx="0" cy="144"/>
                </a:xfrm>
                <a:prstGeom prst="line">
                  <a:avLst/>
                </a:prstGeom>
                <a:noFill/>
                <a:ln w="28575">
                  <a:solidFill>
                    <a:schemeClr val="tx1"/>
                  </a:solidFill>
                  <a:round/>
                  <a:headEnd/>
                  <a:tailEnd/>
                </a:ln>
              </p:spPr>
              <p:txBody>
                <a:bodyPr/>
                <a:lstStyle/>
                <a:p>
                  <a:endParaRPr lang="en-US"/>
                </a:p>
              </p:txBody>
            </p:sp>
            <p:sp>
              <p:nvSpPr>
                <p:cNvPr id="22805" name="Line 318" descr="Large confetti"/>
                <p:cNvSpPr>
                  <a:spLocks noChangeShapeType="1"/>
                </p:cNvSpPr>
                <p:nvPr/>
              </p:nvSpPr>
              <p:spPr bwMode="auto">
                <a:xfrm>
                  <a:off x="5192" y="3024"/>
                  <a:ext cx="96" cy="0"/>
                </a:xfrm>
                <a:prstGeom prst="line">
                  <a:avLst/>
                </a:prstGeom>
                <a:noFill/>
                <a:ln w="28575">
                  <a:solidFill>
                    <a:schemeClr val="tx1"/>
                  </a:solidFill>
                  <a:round/>
                  <a:headEnd/>
                  <a:tailEnd/>
                </a:ln>
              </p:spPr>
              <p:txBody>
                <a:bodyPr/>
                <a:lstStyle/>
                <a:p>
                  <a:endParaRPr lang="en-US"/>
                </a:p>
              </p:txBody>
            </p:sp>
            <p:sp>
              <p:nvSpPr>
                <p:cNvPr id="22806" name="Line 319" descr="Large confetti"/>
                <p:cNvSpPr>
                  <a:spLocks noChangeShapeType="1"/>
                </p:cNvSpPr>
                <p:nvPr/>
              </p:nvSpPr>
              <p:spPr bwMode="auto">
                <a:xfrm rot="10800000" flipV="1">
                  <a:off x="4848" y="3024"/>
                  <a:ext cx="0" cy="144"/>
                </a:xfrm>
                <a:prstGeom prst="line">
                  <a:avLst/>
                </a:prstGeom>
                <a:noFill/>
                <a:ln w="28575">
                  <a:solidFill>
                    <a:schemeClr val="tx1"/>
                  </a:solidFill>
                  <a:round/>
                  <a:headEnd/>
                  <a:tailEnd/>
                </a:ln>
              </p:spPr>
              <p:txBody>
                <a:bodyPr/>
                <a:lstStyle/>
                <a:p>
                  <a:endParaRPr lang="en-US"/>
                </a:p>
              </p:txBody>
            </p:sp>
            <p:sp>
              <p:nvSpPr>
                <p:cNvPr id="22807" name="Line 320" descr="Large confetti"/>
                <p:cNvSpPr>
                  <a:spLocks noChangeShapeType="1"/>
                </p:cNvSpPr>
                <p:nvPr/>
              </p:nvSpPr>
              <p:spPr bwMode="auto">
                <a:xfrm rot="10800000" flipH="1">
                  <a:off x="4237" y="3024"/>
                  <a:ext cx="121" cy="0"/>
                </a:xfrm>
                <a:prstGeom prst="line">
                  <a:avLst/>
                </a:prstGeom>
                <a:noFill/>
                <a:ln w="28575">
                  <a:solidFill>
                    <a:schemeClr val="tx1"/>
                  </a:solidFill>
                  <a:round/>
                  <a:headEnd/>
                  <a:tailEnd/>
                </a:ln>
              </p:spPr>
              <p:txBody>
                <a:bodyPr/>
                <a:lstStyle/>
                <a:p>
                  <a:endParaRPr lang="en-US"/>
                </a:p>
              </p:txBody>
            </p:sp>
            <p:sp>
              <p:nvSpPr>
                <p:cNvPr id="22808" name="Line 321" descr="Large confetti"/>
                <p:cNvSpPr>
                  <a:spLocks noChangeShapeType="1"/>
                </p:cNvSpPr>
                <p:nvPr/>
              </p:nvSpPr>
              <p:spPr bwMode="auto">
                <a:xfrm rot="10800000" flipV="1">
                  <a:off x="5293" y="2832"/>
                  <a:ext cx="0" cy="192"/>
                </a:xfrm>
                <a:prstGeom prst="line">
                  <a:avLst/>
                </a:prstGeom>
                <a:noFill/>
                <a:ln w="28575">
                  <a:solidFill>
                    <a:schemeClr val="tx1"/>
                  </a:solidFill>
                  <a:round/>
                  <a:headEnd/>
                  <a:tailEnd/>
                </a:ln>
              </p:spPr>
              <p:txBody>
                <a:bodyPr/>
                <a:lstStyle/>
                <a:p>
                  <a:endParaRPr lang="en-US"/>
                </a:p>
              </p:txBody>
            </p:sp>
            <p:sp>
              <p:nvSpPr>
                <p:cNvPr id="22809" name="Line 322" descr="Large confetti"/>
                <p:cNvSpPr>
                  <a:spLocks noChangeShapeType="1"/>
                </p:cNvSpPr>
                <p:nvPr/>
              </p:nvSpPr>
              <p:spPr bwMode="auto">
                <a:xfrm rot="10800000">
                  <a:off x="4237" y="2832"/>
                  <a:ext cx="0" cy="192"/>
                </a:xfrm>
                <a:prstGeom prst="line">
                  <a:avLst/>
                </a:prstGeom>
                <a:noFill/>
                <a:ln w="28575">
                  <a:solidFill>
                    <a:schemeClr val="tx1"/>
                  </a:solidFill>
                  <a:round/>
                  <a:headEnd/>
                  <a:tailEnd/>
                </a:ln>
              </p:spPr>
              <p:txBody>
                <a:bodyPr/>
                <a:lstStyle/>
                <a:p>
                  <a:endParaRPr lang="en-US"/>
                </a:p>
              </p:txBody>
            </p:sp>
            <p:sp>
              <p:nvSpPr>
                <p:cNvPr id="22810" name="Freeform 323" descr="Large confetti"/>
                <p:cNvSpPr>
                  <a:spLocks/>
                </p:cNvSpPr>
                <p:nvPr/>
              </p:nvSpPr>
              <p:spPr bwMode="auto">
                <a:xfrm rot="10800000">
                  <a:off x="4966" y="2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811" name="Freeform 324" descr="Large confetti"/>
                <p:cNvSpPr>
                  <a:spLocks/>
                </p:cNvSpPr>
                <p:nvPr/>
              </p:nvSpPr>
              <p:spPr bwMode="auto">
                <a:xfrm rot="10800000">
                  <a:off x="4334" y="2928"/>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812" name="Line 325" descr="Large confetti"/>
                <p:cNvSpPr>
                  <a:spLocks noChangeShapeType="1"/>
                </p:cNvSpPr>
                <p:nvPr/>
              </p:nvSpPr>
              <p:spPr bwMode="auto">
                <a:xfrm rot="10800000">
                  <a:off x="4669" y="3168"/>
                  <a:ext cx="192" cy="0"/>
                </a:xfrm>
                <a:prstGeom prst="line">
                  <a:avLst/>
                </a:prstGeom>
                <a:noFill/>
                <a:ln w="28575">
                  <a:solidFill>
                    <a:schemeClr val="tx1"/>
                  </a:solidFill>
                  <a:round/>
                  <a:headEnd/>
                  <a:tailEnd/>
                </a:ln>
              </p:spPr>
              <p:txBody>
                <a:bodyPr/>
                <a:lstStyle/>
                <a:p>
                  <a:endParaRPr lang="en-US"/>
                </a:p>
              </p:txBody>
            </p:sp>
            <p:sp>
              <p:nvSpPr>
                <p:cNvPr id="22813" name="Line 326" descr="Large confetti"/>
                <p:cNvSpPr>
                  <a:spLocks noChangeShapeType="1"/>
                </p:cNvSpPr>
                <p:nvPr/>
              </p:nvSpPr>
              <p:spPr bwMode="auto">
                <a:xfrm rot="10800000">
                  <a:off x="4861" y="3024"/>
                  <a:ext cx="121" cy="0"/>
                </a:xfrm>
                <a:prstGeom prst="line">
                  <a:avLst/>
                </a:prstGeom>
                <a:noFill/>
                <a:ln w="28575">
                  <a:solidFill>
                    <a:schemeClr val="tx1"/>
                  </a:solidFill>
                  <a:round/>
                  <a:headEnd/>
                  <a:tailEnd/>
                </a:ln>
              </p:spPr>
              <p:txBody>
                <a:bodyPr/>
                <a:lstStyle/>
                <a:p>
                  <a:endParaRPr lang="en-US"/>
                </a:p>
              </p:txBody>
            </p:sp>
          </p:grpSp>
          <p:grpSp>
            <p:nvGrpSpPr>
              <p:cNvPr id="222322" name="Group 327"/>
              <p:cNvGrpSpPr>
                <a:grpSpLocks/>
              </p:cNvGrpSpPr>
              <p:nvPr/>
            </p:nvGrpSpPr>
            <p:grpSpPr bwMode="auto">
              <a:xfrm>
                <a:off x="3072" y="3120"/>
                <a:ext cx="2208" cy="960"/>
                <a:chOff x="350" y="2744"/>
                <a:chExt cx="2208" cy="960"/>
              </a:xfrm>
            </p:grpSpPr>
            <p:sp>
              <p:nvSpPr>
                <p:cNvPr id="22781" name="Line 328"/>
                <p:cNvSpPr>
                  <a:spLocks noChangeShapeType="1"/>
                </p:cNvSpPr>
                <p:nvPr/>
              </p:nvSpPr>
              <p:spPr bwMode="auto">
                <a:xfrm rot="10800000">
                  <a:off x="2510" y="2744"/>
                  <a:ext cx="48" cy="0"/>
                </a:xfrm>
                <a:prstGeom prst="line">
                  <a:avLst/>
                </a:prstGeom>
                <a:noFill/>
                <a:ln w="28575">
                  <a:solidFill>
                    <a:schemeClr val="tx1"/>
                  </a:solidFill>
                  <a:round/>
                  <a:headEnd/>
                  <a:tailEnd/>
                </a:ln>
              </p:spPr>
              <p:txBody>
                <a:bodyPr/>
                <a:lstStyle/>
                <a:p>
                  <a:endParaRPr lang="en-US"/>
                </a:p>
              </p:txBody>
            </p:sp>
            <p:grpSp>
              <p:nvGrpSpPr>
                <p:cNvPr id="222323" name="Group 329"/>
                <p:cNvGrpSpPr>
                  <a:grpSpLocks/>
                </p:cNvGrpSpPr>
                <p:nvPr/>
              </p:nvGrpSpPr>
              <p:grpSpPr bwMode="auto">
                <a:xfrm>
                  <a:off x="350" y="2744"/>
                  <a:ext cx="2199" cy="960"/>
                  <a:chOff x="3638" y="2736"/>
                  <a:chExt cx="2199" cy="960"/>
                </a:xfrm>
              </p:grpSpPr>
              <p:sp>
                <p:nvSpPr>
                  <p:cNvPr id="22783" name="Line 330"/>
                  <p:cNvSpPr>
                    <a:spLocks noChangeShapeType="1"/>
                  </p:cNvSpPr>
                  <p:nvPr/>
                </p:nvSpPr>
                <p:spPr bwMode="auto">
                  <a:xfrm rot="10800000" flipH="1">
                    <a:off x="5693" y="2920"/>
                    <a:ext cx="144" cy="0"/>
                  </a:xfrm>
                  <a:prstGeom prst="line">
                    <a:avLst/>
                  </a:prstGeom>
                  <a:noFill/>
                  <a:ln w="28575">
                    <a:solidFill>
                      <a:schemeClr val="tx1"/>
                    </a:solidFill>
                    <a:round/>
                    <a:headEnd/>
                    <a:tailEnd/>
                  </a:ln>
                </p:spPr>
                <p:txBody>
                  <a:bodyPr/>
                  <a:lstStyle/>
                  <a:p>
                    <a:endParaRPr lang="en-US"/>
                  </a:p>
                </p:txBody>
              </p:sp>
              <p:grpSp>
                <p:nvGrpSpPr>
                  <p:cNvPr id="222324" name="Group 331"/>
                  <p:cNvGrpSpPr>
                    <a:grpSpLocks/>
                  </p:cNvGrpSpPr>
                  <p:nvPr/>
                </p:nvGrpSpPr>
                <p:grpSpPr bwMode="auto">
                  <a:xfrm>
                    <a:off x="3638" y="2736"/>
                    <a:ext cx="2199" cy="960"/>
                    <a:chOff x="3638" y="2736"/>
                    <a:chExt cx="2199" cy="960"/>
                  </a:xfrm>
                </p:grpSpPr>
                <p:sp>
                  <p:nvSpPr>
                    <p:cNvPr id="22785" name="Line 332"/>
                    <p:cNvSpPr>
                      <a:spLocks noChangeShapeType="1"/>
                    </p:cNvSpPr>
                    <p:nvPr/>
                  </p:nvSpPr>
                  <p:spPr bwMode="auto">
                    <a:xfrm rot="10800000">
                      <a:off x="3686" y="2744"/>
                      <a:ext cx="0" cy="144"/>
                    </a:xfrm>
                    <a:prstGeom prst="line">
                      <a:avLst/>
                    </a:prstGeom>
                    <a:noFill/>
                    <a:ln w="28575">
                      <a:solidFill>
                        <a:schemeClr val="tx1"/>
                      </a:solidFill>
                      <a:round/>
                      <a:headEnd/>
                      <a:tailEnd/>
                    </a:ln>
                  </p:spPr>
                  <p:txBody>
                    <a:bodyPr/>
                    <a:lstStyle/>
                    <a:p>
                      <a:endParaRPr lang="en-US"/>
                    </a:p>
                  </p:txBody>
                </p:sp>
                <p:grpSp>
                  <p:nvGrpSpPr>
                    <p:cNvPr id="222325" name="Group 333"/>
                    <p:cNvGrpSpPr>
                      <a:grpSpLocks/>
                    </p:cNvGrpSpPr>
                    <p:nvPr/>
                  </p:nvGrpSpPr>
                  <p:grpSpPr bwMode="auto">
                    <a:xfrm>
                      <a:off x="3638" y="2736"/>
                      <a:ext cx="2199" cy="960"/>
                      <a:chOff x="3638" y="2736"/>
                      <a:chExt cx="2199" cy="960"/>
                    </a:xfrm>
                  </p:grpSpPr>
                  <p:grpSp>
                    <p:nvGrpSpPr>
                      <p:cNvPr id="222326" name="Group 334"/>
                      <p:cNvGrpSpPr>
                        <a:grpSpLocks/>
                      </p:cNvGrpSpPr>
                      <p:nvPr/>
                    </p:nvGrpSpPr>
                    <p:grpSpPr bwMode="auto">
                      <a:xfrm rot="10800000">
                        <a:off x="3638" y="2736"/>
                        <a:ext cx="144" cy="192"/>
                        <a:chOff x="2880" y="1536"/>
                        <a:chExt cx="144" cy="192"/>
                      </a:xfrm>
                    </p:grpSpPr>
                    <p:sp>
                      <p:nvSpPr>
                        <p:cNvPr id="22799" name="Line 335"/>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2800" name="Line 336"/>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2801" name="Line 337"/>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2802" name="Line 338"/>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sp>
                    <p:nvSpPr>
                      <p:cNvPr id="22788" name="Rectangle 339"/>
                      <p:cNvSpPr>
                        <a:spLocks noChangeArrowheads="1"/>
                      </p:cNvSpPr>
                      <p:nvPr/>
                    </p:nvSpPr>
                    <p:spPr bwMode="auto">
                      <a:xfrm rot="10800000">
                        <a:off x="5550"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89" name="Rectangle 340"/>
                      <p:cNvSpPr>
                        <a:spLocks noChangeArrowheads="1"/>
                      </p:cNvSpPr>
                      <p:nvPr/>
                    </p:nvSpPr>
                    <p:spPr bwMode="auto">
                      <a:xfrm rot="10800000">
                        <a:off x="3790" y="3456"/>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2790" name="Rectangle 341"/>
                      <p:cNvSpPr>
                        <a:spLocks noChangeArrowheads="1"/>
                      </p:cNvSpPr>
                      <p:nvPr/>
                    </p:nvSpPr>
                    <p:spPr bwMode="auto">
                      <a:xfrm rot="10800000">
                        <a:off x="3846"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91" name="Rectangle 342"/>
                      <p:cNvSpPr>
                        <a:spLocks noChangeArrowheads="1"/>
                      </p:cNvSpPr>
                      <p:nvPr/>
                    </p:nvSpPr>
                    <p:spPr bwMode="auto">
                      <a:xfrm rot="10800000">
                        <a:off x="3790" y="2832"/>
                        <a:ext cx="48" cy="192"/>
                      </a:xfrm>
                      <a:prstGeom prst="rect">
                        <a:avLst/>
                      </a:prstGeom>
                      <a:solidFill>
                        <a:schemeClr val="accent2"/>
                      </a:solidFill>
                      <a:ln w="28575">
                        <a:solidFill>
                          <a:schemeClr val="tx1"/>
                        </a:solidFill>
                        <a:miter lim="800000"/>
                        <a:headEnd/>
                        <a:tailEnd/>
                      </a:ln>
                    </p:spPr>
                    <p:txBody>
                      <a:bodyPr rot="10800000" wrap="none" anchor="ctr"/>
                      <a:lstStyle/>
                      <a:p>
                        <a:endParaRPr lang="en-US"/>
                      </a:p>
                    </p:txBody>
                  </p:sp>
                  <p:sp>
                    <p:nvSpPr>
                      <p:cNvPr id="22792" name="Rectangle 343"/>
                      <p:cNvSpPr>
                        <a:spLocks noChangeArrowheads="1"/>
                      </p:cNvSpPr>
                      <p:nvPr/>
                    </p:nvSpPr>
                    <p:spPr bwMode="auto">
                      <a:xfrm rot="10800000">
                        <a:off x="5655" y="283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sp>
                    <p:nvSpPr>
                      <p:cNvPr id="22793" name="Rectangle 344"/>
                      <p:cNvSpPr>
                        <a:spLocks noChangeArrowheads="1"/>
                      </p:cNvSpPr>
                      <p:nvPr/>
                    </p:nvSpPr>
                    <p:spPr bwMode="auto">
                      <a:xfrm rot="10800000">
                        <a:off x="5256"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794" name="Rectangle 345"/>
                      <p:cNvSpPr>
                        <a:spLocks noChangeArrowheads="1"/>
                      </p:cNvSpPr>
                      <p:nvPr/>
                    </p:nvSpPr>
                    <p:spPr bwMode="auto">
                      <a:xfrm rot="10800000">
                        <a:off x="3998"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795" name="Line 346"/>
                      <p:cNvSpPr>
                        <a:spLocks noChangeShapeType="1"/>
                      </p:cNvSpPr>
                      <p:nvPr/>
                    </p:nvSpPr>
                    <p:spPr bwMode="auto">
                      <a:xfrm rot="10800000" flipH="1">
                        <a:off x="5709" y="2888"/>
                        <a:ext cx="96" cy="0"/>
                      </a:xfrm>
                      <a:prstGeom prst="line">
                        <a:avLst/>
                      </a:prstGeom>
                      <a:noFill/>
                      <a:ln w="28575">
                        <a:solidFill>
                          <a:schemeClr val="tx1"/>
                        </a:solidFill>
                        <a:round/>
                        <a:headEnd/>
                        <a:tailEnd/>
                      </a:ln>
                    </p:spPr>
                    <p:txBody>
                      <a:bodyPr/>
                      <a:lstStyle/>
                      <a:p>
                        <a:endParaRPr lang="en-US"/>
                      </a:p>
                    </p:txBody>
                  </p:sp>
                  <p:grpSp>
                    <p:nvGrpSpPr>
                      <p:cNvPr id="222327" name="Group 347"/>
                      <p:cNvGrpSpPr>
                        <a:grpSpLocks/>
                      </p:cNvGrpSpPr>
                      <p:nvPr/>
                    </p:nvGrpSpPr>
                    <p:grpSpPr bwMode="auto">
                      <a:xfrm rot="10800000">
                        <a:off x="5805" y="2736"/>
                        <a:ext cx="32" cy="192"/>
                        <a:chOff x="816" y="1632"/>
                        <a:chExt cx="32" cy="192"/>
                      </a:xfrm>
                    </p:grpSpPr>
                    <p:sp>
                      <p:nvSpPr>
                        <p:cNvPr id="22797" name="Line 348"/>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2798" name="Line 349"/>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grpSp>
            </p:grpSp>
          </p:grpSp>
        </p:grpSp>
        <p:grpSp>
          <p:nvGrpSpPr>
            <p:cNvPr id="222328" name="Group 350"/>
            <p:cNvGrpSpPr>
              <a:grpSpLocks/>
            </p:cNvGrpSpPr>
            <p:nvPr/>
          </p:nvGrpSpPr>
          <p:grpSpPr bwMode="auto">
            <a:xfrm>
              <a:off x="2672" y="3216"/>
              <a:ext cx="2424" cy="448"/>
              <a:chOff x="3240" y="2816"/>
              <a:chExt cx="2424" cy="448"/>
            </a:xfrm>
          </p:grpSpPr>
          <p:sp>
            <p:nvSpPr>
              <p:cNvPr id="22775" name="Rectangle 351"/>
              <p:cNvSpPr>
                <a:spLocks noChangeArrowheads="1"/>
              </p:cNvSpPr>
              <p:nvPr/>
            </p:nvSpPr>
            <p:spPr bwMode="auto">
              <a:xfrm>
                <a:off x="3240" y="3072"/>
                <a:ext cx="584" cy="192"/>
              </a:xfrm>
              <a:prstGeom prst="rect">
                <a:avLst/>
              </a:prstGeom>
              <a:solidFill>
                <a:schemeClr val="bg1"/>
              </a:solidFill>
              <a:ln w="9525">
                <a:noFill/>
                <a:miter lim="800000"/>
                <a:headEnd/>
                <a:tailEnd/>
              </a:ln>
            </p:spPr>
            <p:txBody>
              <a:bodyPr wrap="none" anchor="ctr"/>
              <a:lstStyle/>
              <a:p>
                <a:pPr algn="l"/>
                <a:r>
                  <a:rPr lang="en-US" sz="1600" b="1"/>
                  <a:t>Parting</a:t>
                </a:r>
              </a:p>
              <a:p>
                <a:pPr algn="l"/>
                <a:r>
                  <a:rPr lang="en-US" sz="1600" b="1"/>
                  <a:t> line</a:t>
                </a:r>
              </a:p>
            </p:txBody>
          </p:sp>
          <p:sp>
            <p:nvSpPr>
              <p:cNvPr id="22776" name="Line 352"/>
              <p:cNvSpPr>
                <a:spLocks noChangeShapeType="1"/>
              </p:cNvSpPr>
              <p:nvPr/>
            </p:nvSpPr>
            <p:spPr bwMode="auto">
              <a:xfrm>
                <a:off x="3840" y="2816"/>
                <a:ext cx="1824" cy="0"/>
              </a:xfrm>
              <a:prstGeom prst="line">
                <a:avLst/>
              </a:prstGeom>
              <a:noFill/>
              <a:ln w="28575">
                <a:solidFill>
                  <a:schemeClr val="tx1"/>
                </a:solidFill>
                <a:round/>
                <a:headEnd/>
                <a:tailEnd/>
              </a:ln>
            </p:spPr>
            <p:txBody>
              <a:bodyPr/>
              <a:lstStyle/>
              <a:p>
                <a:endParaRPr lang="en-US"/>
              </a:p>
            </p:txBody>
          </p:sp>
          <p:sp>
            <p:nvSpPr>
              <p:cNvPr id="22777" name="Line 353"/>
              <p:cNvSpPr>
                <a:spLocks noChangeShapeType="1"/>
              </p:cNvSpPr>
              <p:nvPr/>
            </p:nvSpPr>
            <p:spPr bwMode="auto">
              <a:xfrm flipV="1">
                <a:off x="3792" y="2832"/>
                <a:ext cx="288" cy="288"/>
              </a:xfrm>
              <a:prstGeom prst="line">
                <a:avLst/>
              </a:prstGeom>
              <a:noFill/>
              <a:ln w="9525">
                <a:solidFill>
                  <a:srgbClr val="FF3300"/>
                </a:solidFill>
                <a:round/>
                <a:headEnd/>
                <a:tailEnd type="triangle" w="med" len="med"/>
              </a:ln>
            </p:spPr>
            <p:txBody>
              <a:bodyPr/>
              <a:lstStyle/>
              <a:p>
                <a:endParaRPr lang="en-US"/>
              </a:p>
            </p:txBody>
          </p:sp>
        </p:grpSp>
      </p:grpSp>
      <p:sp>
        <p:nvSpPr>
          <p:cNvPr id="222562" name="Rectangle 354" descr="Large confetti"/>
          <p:cNvSpPr>
            <a:spLocks noChangeArrowheads="1"/>
          </p:cNvSpPr>
          <p:nvPr/>
        </p:nvSpPr>
        <p:spPr bwMode="auto">
          <a:xfrm rot="10800000">
            <a:off x="4864100" y="4508500"/>
            <a:ext cx="304800" cy="2921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63" name="Rectangle 355"/>
          <p:cNvSpPr>
            <a:spLocks noChangeArrowheads="1"/>
          </p:cNvSpPr>
          <p:nvPr/>
        </p:nvSpPr>
        <p:spPr bwMode="auto">
          <a:xfrm>
            <a:off x="4978400" y="4521200"/>
            <a:ext cx="76200" cy="88900"/>
          </a:xfrm>
          <a:prstGeom prst="rect">
            <a:avLst/>
          </a:prstGeom>
          <a:solidFill>
            <a:schemeClr val="bg1"/>
          </a:solidFill>
          <a:ln w="9525" algn="ctr">
            <a:noFill/>
            <a:miter lim="800000"/>
            <a:headEnd/>
            <a:tailEnd/>
          </a:ln>
        </p:spPr>
        <p:txBody>
          <a:bodyPr wrap="none" anchor="ctr"/>
          <a:lstStyle/>
          <a:p>
            <a:endParaRPr lang="en-US"/>
          </a:p>
        </p:txBody>
      </p:sp>
      <p:grpSp>
        <p:nvGrpSpPr>
          <p:cNvPr id="222329" name="Group 356"/>
          <p:cNvGrpSpPr>
            <a:grpSpLocks/>
          </p:cNvGrpSpPr>
          <p:nvPr/>
        </p:nvGrpSpPr>
        <p:grpSpPr bwMode="auto">
          <a:xfrm>
            <a:off x="4914900" y="3352800"/>
            <a:ext cx="139700" cy="1219200"/>
            <a:chOff x="2040" y="1968"/>
            <a:chExt cx="88" cy="768"/>
          </a:xfrm>
        </p:grpSpPr>
        <p:grpSp>
          <p:nvGrpSpPr>
            <p:cNvPr id="222330" name="Group 357"/>
            <p:cNvGrpSpPr>
              <a:grpSpLocks/>
            </p:cNvGrpSpPr>
            <p:nvPr/>
          </p:nvGrpSpPr>
          <p:grpSpPr bwMode="auto">
            <a:xfrm>
              <a:off x="2040" y="1968"/>
              <a:ext cx="88" cy="768"/>
              <a:chOff x="3888" y="2112"/>
              <a:chExt cx="96" cy="576"/>
            </a:xfrm>
          </p:grpSpPr>
          <p:sp>
            <p:nvSpPr>
              <p:cNvPr id="22770" name="Line 358"/>
              <p:cNvSpPr>
                <a:spLocks noChangeShapeType="1"/>
              </p:cNvSpPr>
              <p:nvPr/>
            </p:nvSpPr>
            <p:spPr bwMode="auto">
              <a:xfrm>
                <a:off x="3888" y="2160"/>
                <a:ext cx="48" cy="528"/>
              </a:xfrm>
              <a:prstGeom prst="line">
                <a:avLst/>
              </a:prstGeom>
              <a:noFill/>
              <a:ln w="28575">
                <a:solidFill>
                  <a:srgbClr val="FF0066"/>
                </a:solidFill>
                <a:round/>
                <a:headEnd/>
                <a:tailEnd/>
              </a:ln>
            </p:spPr>
            <p:txBody>
              <a:bodyPr/>
              <a:lstStyle/>
              <a:p>
                <a:endParaRPr lang="en-US"/>
              </a:p>
            </p:txBody>
          </p:sp>
          <p:sp>
            <p:nvSpPr>
              <p:cNvPr id="22771" name="Line 359"/>
              <p:cNvSpPr>
                <a:spLocks noChangeShapeType="1"/>
              </p:cNvSpPr>
              <p:nvPr/>
            </p:nvSpPr>
            <p:spPr bwMode="auto">
              <a:xfrm flipH="1">
                <a:off x="3984" y="2160"/>
                <a:ext cx="0" cy="528"/>
              </a:xfrm>
              <a:prstGeom prst="line">
                <a:avLst/>
              </a:prstGeom>
              <a:noFill/>
              <a:ln w="28575">
                <a:solidFill>
                  <a:srgbClr val="FF0066"/>
                </a:solidFill>
                <a:round/>
                <a:headEnd/>
                <a:tailEnd/>
              </a:ln>
            </p:spPr>
            <p:txBody>
              <a:bodyPr/>
              <a:lstStyle/>
              <a:p>
                <a:endParaRPr lang="en-US"/>
              </a:p>
            </p:txBody>
          </p:sp>
          <p:sp>
            <p:nvSpPr>
              <p:cNvPr id="22772" name="Freeform 360"/>
              <p:cNvSpPr>
                <a:spLocks/>
              </p:cNvSpPr>
              <p:nvPr/>
            </p:nvSpPr>
            <p:spPr bwMode="auto">
              <a:xfrm>
                <a:off x="3888" y="2112"/>
                <a:ext cx="96" cy="48"/>
              </a:xfrm>
              <a:custGeom>
                <a:avLst/>
                <a:gdLst>
                  <a:gd name="T0" fmla="*/ 0 w 96"/>
                  <a:gd name="T1" fmla="*/ 48 h 48"/>
                  <a:gd name="T2" fmla="*/ 48 w 96"/>
                  <a:gd name="T3" fmla="*/ 0 h 48"/>
                  <a:gd name="T4" fmla="*/ 96 w 96"/>
                  <a:gd name="T5" fmla="*/ 48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48"/>
                    </a:moveTo>
                    <a:cubicBezTo>
                      <a:pt x="16" y="24"/>
                      <a:pt x="32" y="0"/>
                      <a:pt x="48" y="0"/>
                    </a:cubicBezTo>
                    <a:cubicBezTo>
                      <a:pt x="64" y="0"/>
                      <a:pt x="80" y="24"/>
                      <a:pt x="96" y="48"/>
                    </a:cubicBezTo>
                  </a:path>
                </a:pathLst>
              </a:custGeom>
              <a:noFill/>
              <a:ln w="28575">
                <a:solidFill>
                  <a:srgbClr val="FF0066"/>
                </a:solidFill>
                <a:round/>
                <a:headEnd/>
                <a:tailEnd/>
              </a:ln>
            </p:spPr>
            <p:txBody>
              <a:bodyPr/>
              <a:lstStyle/>
              <a:p>
                <a:endParaRPr lang="en-US"/>
              </a:p>
            </p:txBody>
          </p:sp>
        </p:grpSp>
        <p:sp>
          <p:nvSpPr>
            <p:cNvPr id="22769" name="Line 361"/>
            <p:cNvSpPr>
              <a:spLocks noChangeShapeType="1"/>
            </p:cNvSpPr>
            <p:nvPr/>
          </p:nvSpPr>
          <p:spPr bwMode="auto">
            <a:xfrm>
              <a:off x="2080" y="2736"/>
              <a:ext cx="48" cy="0"/>
            </a:xfrm>
            <a:prstGeom prst="line">
              <a:avLst/>
            </a:prstGeom>
            <a:noFill/>
            <a:ln w="28575">
              <a:solidFill>
                <a:srgbClr val="FF0066"/>
              </a:solidFill>
              <a:round/>
              <a:headEnd/>
              <a:tailEnd/>
            </a:ln>
          </p:spPr>
          <p:txBody>
            <a:bodyPr/>
            <a:lstStyle/>
            <a:p>
              <a:endParaRPr lang="en-US"/>
            </a:p>
          </p:txBody>
        </p:sp>
      </p:grpSp>
      <p:sp>
        <p:nvSpPr>
          <p:cNvPr id="222570" name="Rectangle 362" descr="Large confetti"/>
          <p:cNvSpPr>
            <a:spLocks noChangeArrowheads="1"/>
          </p:cNvSpPr>
          <p:nvPr/>
        </p:nvSpPr>
        <p:spPr bwMode="auto">
          <a:xfrm rot="10800000">
            <a:off x="8331200" y="3898900"/>
            <a:ext cx="800100" cy="2794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1" name="Rectangle 363" descr="Large confetti"/>
          <p:cNvSpPr>
            <a:spLocks noChangeArrowheads="1"/>
          </p:cNvSpPr>
          <p:nvPr/>
        </p:nvSpPr>
        <p:spPr bwMode="auto">
          <a:xfrm rot="10800000">
            <a:off x="9283700" y="3594100"/>
            <a:ext cx="152400" cy="1524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2" name="Rectangle 364" descr="Large confetti"/>
          <p:cNvSpPr>
            <a:spLocks noChangeArrowheads="1"/>
          </p:cNvSpPr>
          <p:nvPr/>
        </p:nvSpPr>
        <p:spPr bwMode="auto">
          <a:xfrm rot="10800000">
            <a:off x="8902700" y="3568700"/>
            <a:ext cx="228600" cy="2286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3" name="Rectangle 365" descr="Large confetti"/>
          <p:cNvSpPr>
            <a:spLocks noChangeArrowheads="1"/>
          </p:cNvSpPr>
          <p:nvPr/>
        </p:nvSpPr>
        <p:spPr bwMode="auto">
          <a:xfrm rot="10800000">
            <a:off x="6845300" y="3517900"/>
            <a:ext cx="457200" cy="9906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4" name="Rectangle 366" descr="Large confetti"/>
          <p:cNvSpPr>
            <a:spLocks noChangeArrowheads="1"/>
          </p:cNvSpPr>
          <p:nvPr/>
        </p:nvSpPr>
        <p:spPr bwMode="auto">
          <a:xfrm rot="10800000">
            <a:off x="6845300" y="3810000"/>
            <a:ext cx="533400" cy="3175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5" name="Rectangle 367" descr="Large confetti"/>
          <p:cNvSpPr>
            <a:spLocks noChangeArrowheads="1"/>
          </p:cNvSpPr>
          <p:nvPr/>
        </p:nvSpPr>
        <p:spPr bwMode="auto">
          <a:xfrm rot="10800000">
            <a:off x="7454900" y="3898900"/>
            <a:ext cx="762000" cy="3048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6" name="Rectangle 368" descr="Large confetti"/>
          <p:cNvSpPr>
            <a:spLocks noChangeArrowheads="1"/>
          </p:cNvSpPr>
          <p:nvPr/>
        </p:nvSpPr>
        <p:spPr bwMode="auto">
          <a:xfrm rot="10800000">
            <a:off x="9232900" y="3670300"/>
            <a:ext cx="203200" cy="8382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7" name="Rectangle 369" descr="Large confetti"/>
          <p:cNvSpPr>
            <a:spLocks noChangeArrowheads="1"/>
          </p:cNvSpPr>
          <p:nvPr/>
        </p:nvSpPr>
        <p:spPr bwMode="auto">
          <a:xfrm rot="10800000">
            <a:off x="7454900" y="3517900"/>
            <a:ext cx="1447800" cy="3810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8" name="Rectangle 370" descr="Large confetti"/>
          <p:cNvSpPr>
            <a:spLocks noChangeArrowheads="1"/>
          </p:cNvSpPr>
          <p:nvPr/>
        </p:nvSpPr>
        <p:spPr bwMode="auto">
          <a:xfrm rot="10800000">
            <a:off x="9359900" y="3517900"/>
            <a:ext cx="76200" cy="762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79" name="Line 371"/>
          <p:cNvSpPr>
            <a:spLocks noChangeShapeType="1"/>
          </p:cNvSpPr>
          <p:nvPr/>
        </p:nvSpPr>
        <p:spPr bwMode="auto">
          <a:xfrm rot="10800000">
            <a:off x="6792913" y="4495800"/>
            <a:ext cx="2819400" cy="0"/>
          </a:xfrm>
          <a:prstGeom prst="line">
            <a:avLst/>
          </a:prstGeom>
          <a:noFill/>
          <a:ln w="38100">
            <a:solidFill>
              <a:schemeClr val="tx1"/>
            </a:solidFill>
            <a:round/>
            <a:headEnd/>
            <a:tailEnd/>
          </a:ln>
        </p:spPr>
        <p:txBody>
          <a:bodyPr/>
          <a:lstStyle/>
          <a:p>
            <a:endParaRPr lang="en-US"/>
          </a:p>
        </p:txBody>
      </p:sp>
      <p:sp>
        <p:nvSpPr>
          <p:cNvPr id="222580" name="Rectangle 372" descr="Large confetti"/>
          <p:cNvSpPr>
            <a:spLocks noChangeArrowheads="1"/>
          </p:cNvSpPr>
          <p:nvPr/>
        </p:nvSpPr>
        <p:spPr bwMode="auto">
          <a:xfrm rot="10800000">
            <a:off x="8902700" y="3670300"/>
            <a:ext cx="228600" cy="2286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81" name="Rectangle 373" descr="Large confetti"/>
          <p:cNvSpPr>
            <a:spLocks noChangeArrowheads="1"/>
          </p:cNvSpPr>
          <p:nvPr/>
        </p:nvSpPr>
        <p:spPr bwMode="auto">
          <a:xfrm rot="10800000">
            <a:off x="8991600" y="4127500"/>
            <a:ext cx="152400" cy="3302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582" name="Rectangle 374"/>
          <p:cNvSpPr>
            <a:spLocks noChangeArrowheads="1"/>
          </p:cNvSpPr>
          <p:nvPr/>
        </p:nvSpPr>
        <p:spPr bwMode="auto">
          <a:xfrm>
            <a:off x="6858000" y="6337300"/>
            <a:ext cx="2362200" cy="228600"/>
          </a:xfrm>
          <a:prstGeom prst="rect">
            <a:avLst/>
          </a:prstGeom>
          <a:solidFill>
            <a:schemeClr val="bg1"/>
          </a:solidFill>
          <a:ln w="9525">
            <a:noFill/>
            <a:miter lim="800000"/>
            <a:headEnd/>
            <a:tailEnd/>
          </a:ln>
        </p:spPr>
        <p:txBody>
          <a:bodyPr wrap="none" anchor="ctr"/>
          <a:lstStyle/>
          <a:p>
            <a:r>
              <a:rPr lang="en-US" b="1" u="sng" dirty="0"/>
              <a:t>COMPLETE MOLD</a:t>
            </a:r>
          </a:p>
        </p:txBody>
      </p:sp>
      <p:grpSp>
        <p:nvGrpSpPr>
          <p:cNvPr id="222331" name="Group 375"/>
          <p:cNvGrpSpPr>
            <a:grpSpLocks/>
          </p:cNvGrpSpPr>
          <p:nvPr/>
        </p:nvGrpSpPr>
        <p:grpSpPr bwMode="auto">
          <a:xfrm>
            <a:off x="6388100" y="3492500"/>
            <a:ext cx="3517900" cy="990600"/>
            <a:chOff x="808" y="1328"/>
            <a:chExt cx="2216" cy="624"/>
          </a:xfrm>
        </p:grpSpPr>
        <p:grpSp>
          <p:nvGrpSpPr>
            <p:cNvPr id="222332" name="Group 376"/>
            <p:cNvGrpSpPr>
              <a:grpSpLocks/>
            </p:cNvGrpSpPr>
            <p:nvPr/>
          </p:nvGrpSpPr>
          <p:grpSpPr bwMode="auto">
            <a:xfrm>
              <a:off x="2824" y="1696"/>
              <a:ext cx="200" cy="192"/>
              <a:chOff x="5032" y="1104"/>
              <a:chExt cx="200" cy="192"/>
            </a:xfrm>
          </p:grpSpPr>
          <p:sp>
            <p:nvSpPr>
              <p:cNvPr id="22764" name="Line 377"/>
              <p:cNvSpPr>
                <a:spLocks noChangeShapeType="1"/>
              </p:cNvSpPr>
              <p:nvPr/>
            </p:nvSpPr>
            <p:spPr bwMode="auto">
              <a:xfrm>
                <a:off x="5232" y="1248"/>
                <a:ext cx="0" cy="48"/>
              </a:xfrm>
              <a:prstGeom prst="line">
                <a:avLst/>
              </a:prstGeom>
              <a:noFill/>
              <a:ln w="28575">
                <a:solidFill>
                  <a:schemeClr val="tx1"/>
                </a:solidFill>
                <a:round/>
                <a:headEnd/>
                <a:tailEnd/>
              </a:ln>
            </p:spPr>
            <p:txBody>
              <a:bodyPr/>
              <a:lstStyle/>
              <a:p>
                <a:endParaRPr lang="en-US"/>
              </a:p>
            </p:txBody>
          </p:sp>
          <p:grpSp>
            <p:nvGrpSpPr>
              <p:cNvPr id="222333" name="Group 378"/>
              <p:cNvGrpSpPr>
                <a:grpSpLocks/>
              </p:cNvGrpSpPr>
              <p:nvPr/>
            </p:nvGrpSpPr>
            <p:grpSpPr bwMode="auto">
              <a:xfrm>
                <a:off x="5032" y="1104"/>
                <a:ext cx="200" cy="192"/>
                <a:chOff x="5032" y="1104"/>
                <a:chExt cx="200" cy="192"/>
              </a:xfrm>
            </p:grpSpPr>
            <p:sp>
              <p:nvSpPr>
                <p:cNvPr id="22766" name="Line 379"/>
                <p:cNvSpPr>
                  <a:spLocks noChangeShapeType="1"/>
                </p:cNvSpPr>
                <p:nvPr/>
              </p:nvSpPr>
              <p:spPr bwMode="auto">
                <a:xfrm>
                  <a:off x="5088" y="1296"/>
                  <a:ext cx="144" cy="0"/>
                </a:xfrm>
                <a:prstGeom prst="line">
                  <a:avLst/>
                </a:prstGeom>
                <a:noFill/>
                <a:ln w="28575">
                  <a:solidFill>
                    <a:schemeClr val="tx1"/>
                  </a:solidFill>
                  <a:round/>
                  <a:headEnd/>
                  <a:tailEnd/>
                </a:ln>
              </p:spPr>
              <p:txBody>
                <a:bodyPr/>
                <a:lstStyle/>
                <a:p>
                  <a:endParaRPr lang="en-US"/>
                </a:p>
              </p:txBody>
            </p:sp>
            <p:sp>
              <p:nvSpPr>
                <p:cNvPr id="22767" name="Rectangle 380"/>
                <p:cNvSpPr>
                  <a:spLocks noChangeArrowheads="1"/>
                </p:cNvSpPr>
                <p:nvPr/>
              </p:nvSpPr>
              <p:spPr bwMode="auto">
                <a:xfrm>
                  <a:off x="5032" y="1104"/>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grpSp>
        <p:grpSp>
          <p:nvGrpSpPr>
            <p:cNvPr id="222334" name="Group 381"/>
            <p:cNvGrpSpPr>
              <a:grpSpLocks/>
            </p:cNvGrpSpPr>
            <p:nvPr/>
          </p:nvGrpSpPr>
          <p:grpSpPr bwMode="auto">
            <a:xfrm>
              <a:off x="808" y="1328"/>
              <a:ext cx="2216" cy="624"/>
              <a:chOff x="808" y="1328"/>
              <a:chExt cx="2216" cy="624"/>
            </a:xfrm>
          </p:grpSpPr>
          <p:sp>
            <p:nvSpPr>
              <p:cNvPr id="22754" name="Rectangle 382"/>
              <p:cNvSpPr>
                <a:spLocks noChangeArrowheads="1"/>
              </p:cNvSpPr>
              <p:nvPr/>
            </p:nvSpPr>
            <p:spPr bwMode="auto">
              <a:xfrm>
                <a:off x="2720" y="1328"/>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55" name="Rectangle 383"/>
              <p:cNvSpPr>
                <a:spLocks noChangeArrowheads="1"/>
              </p:cNvSpPr>
              <p:nvPr/>
            </p:nvSpPr>
            <p:spPr bwMode="auto">
              <a:xfrm>
                <a:off x="1016" y="1328"/>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756" name="Line 384"/>
              <p:cNvSpPr>
                <a:spLocks noChangeShapeType="1"/>
              </p:cNvSpPr>
              <p:nvPr/>
            </p:nvSpPr>
            <p:spPr bwMode="auto">
              <a:xfrm>
                <a:off x="2880" y="1848"/>
                <a:ext cx="144" cy="0"/>
              </a:xfrm>
              <a:prstGeom prst="line">
                <a:avLst/>
              </a:prstGeom>
              <a:noFill/>
              <a:ln w="28575">
                <a:solidFill>
                  <a:schemeClr val="tx1"/>
                </a:solidFill>
                <a:round/>
                <a:headEnd/>
                <a:tailEnd/>
              </a:ln>
            </p:spPr>
            <p:txBody>
              <a:bodyPr/>
              <a:lstStyle/>
              <a:p>
                <a:endParaRPr lang="en-US"/>
              </a:p>
            </p:txBody>
          </p:sp>
          <p:grpSp>
            <p:nvGrpSpPr>
              <p:cNvPr id="222335" name="Group 385"/>
              <p:cNvGrpSpPr>
                <a:grpSpLocks/>
              </p:cNvGrpSpPr>
              <p:nvPr/>
            </p:nvGrpSpPr>
            <p:grpSpPr bwMode="auto">
              <a:xfrm>
                <a:off x="808" y="1704"/>
                <a:ext cx="200" cy="192"/>
                <a:chOff x="3016" y="1112"/>
                <a:chExt cx="200" cy="192"/>
              </a:xfrm>
            </p:grpSpPr>
            <p:sp>
              <p:nvSpPr>
                <p:cNvPr id="22758" name="Rectangle 386"/>
                <p:cNvSpPr>
                  <a:spLocks noChangeArrowheads="1"/>
                </p:cNvSpPr>
                <p:nvPr/>
              </p:nvSpPr>
              <p:spPr bwMode="auto">
                <a:xfrm>
                  <a:off x="3168" y="111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grpSp>
              <p:nvGrpSpPr>
                <p:cNvPr id="22848" name="Group 387"/>
                <p:cNvGrpSpPr>
                  <a:grpSpLocks/>
                </p:cNvGrpSpPr>
                <p:nvPr/>
              </p:nvGrpSpPr>
              <p:grpSpPr bwMode="auto">
                <a:xfrm>
                  <a:off x="3016" y="1256"/>
                  <a:ext cx="152" cy="48"/>
                  <a:chOff x="3016" y="1256"/>
                  <a:chExt cx="152" cy="48"/>
                </a:xfrm>
              </p:grpSpPr>
              <p:grpSp>
                <p:nvGrpSpPr>
                  <p:cNvPr id="22850" name="Group 388"/>
                  <p:cNvGrpSpPr>
                    <a:grpSpLocks/>
                  </p:cNvGrpSpPr>
                  <p:nvPr/>
                </p:nvGrpSpPr>
                <p:grpSpPr bwMode="auto">
                  <a:xfrm>
                    <a:off x="3016" y="1264"/>
                    <a:ext cx="152" cy="40"/>
                    <a:chOff x="3016" y="1264"/>
                    <a:chExt cx="152" cy="40"/>
                  </a:xfrm>
                </p:grpSpPr>
                <p:sp>
                  <p:nvSpPr>
                    <p:cNvPr id="22762" name="Line 389"/>
                    <p:cNvSpPr>
                      <a:spLocks noChangeShapeType="1"/>
                    </p:cNvSpPr>
                    <p:nvPr/>
                  </p:nvSpPr>
                  <p:spPr bwMode="auto">
                    <a:xfrm flipH="1">
                      <a:off x="3024" y="1264"/>
                      <a:ext cx="144" cy="0"/>
                    </a:xfrm>
                    <a:prstGeom prst="line">
                      <a:avLst/>
                    </a:prstGeom>
                    <a:noFill/>
                    <a:ln w="28575">
                      <a:solidFill>
                        <a:schemeClr val="tx1"/>
                      </a:solidFill>
                      <a:round/>
                      <a:headEnd/>
                      <a:tailEnd/>
                    </a:ln>
                  </p:spPr>
                  <p:txBody>
                    <a:bodyPr/>
                    <a:lstStyle/>
                    <a:p>
                      <a:endParaRPr lang="en-US"/>
                    </a:p>
                  </p:txBody>
                </p:sp>
                <p:sp>
                  <p:nvSpPr>
                    <p:cNvPr id="22763" name="Line 390"/>
                    <p:cNvSpPr>
                      <a:spLocks noChangeShapeType="1"/>
                    </p:cNvSpPr>
                    <p:nvPr/>
                  </p:nvSpPr>
                  <p:spPr bwMode="auto">
                    <a:xfrm flipH="1">
                      <a:off x="3016" y="1304"/>
                      <a:ext cx="144" cy="0"/>
                    </a:xfrm>
                    <a:prstGeom prst="line">
                      <a:avLst/>
                    </a:prstGeom>
                    <a:noFill/>
                    <a:ln w="28575">
                      <a:solidFill>
                        <a:schemeClr val="tx1"/>
                      </a:solidFill>
                      <a:round/>
                      <a:headEnd/>
                      <a:tailEnd/>
                    </a:ln>
                  </p:spPr>
                  <p:txBody>
                    <a:bodyPr/>
                    <a:lstStyle/>
                    <a:p>
                      <a:endParaRPr lang="en-US"/>
                    </a:p>
                  </p:txBody>
                </p:sp>
              </p:grpSp>
              <p:sp>
                <p:nvSpPr>
                  <p:cNvPr id="22761" name="Line 391"/>
                  <p:cNvSpPr>
                    <a:spLocks noChangeShapeType="1"/>
                  </p:cNvSpPr>
                  <p:nvPr/>
                </p:nvSpPr>
                <p:spPr bwMode="auto">
                  <a:xfrm>
                    <a:off x="3016" y="1256"/>
                    <a:ext cx="0" cy="48"/>
                  </a:xfrm>
                  <a:prstGeom prst="line">
                    <a:avLst/>
                  </a:prstGeom>
                  <a:noFill/>
                  <a:ln w="9525">
                    <a:solidFill>
                      <a:schemeClr val="tx1"/>
                    </a:solidFill>
                    <a:round/>
                    <a:headEnd/>
                    <a:tailEnd/>
                  </a:ln>
                </p:spPr>
                <p:txBody>
                  <a:bodyPr/>
                  <a:lstStyle/>
                  <a:p>
                    <a:endParaRPr lang="en-US"/>
                  </a:p>
                </p:txBody>
              </p:sp>
            </p:grpSp>
          </p:grpSp>
        </p:grpSp>
      </p:grpSp>
      <p:grpSp>
        <p:nvGrpSpPr>
          <p:cNvPr id="22851" name="Group 392"/>
          <p:cNvGrpSpPr>
            <a:grpSpLocks/>
          </p:cNvGrpSpPr>
          <p:nvPr/>
        </p:nvGrpSpPr>
        <p:grpSpPr bwMode="auto">
          <a:xfrm>
            <a:off x="7315200" y="3505200"/>
            <a:ext cx="139700" cy="698500"/>
            <a:chOff x="1392" y="1336"/>
            <a:chExt cx="88" cy="440"/>
          </a:xfrm>
        </p:grpSpPr>
        <p:sp>
          <p:nvSpPr>
            <p:cNvPr id="22750" name="Line 393"/>
            <p:cNvSpPr>
              <a:spLocks noChangeShapeType="1"/>
            </p:cNvSpPr>
            <p:nvPr/>
          </p:nvSpPr>
          <p:spPr bwMode="auto">
            <a:xfrm>
              <a:off x="1392" y="1336"/>
              <a:ext cx="44" cy="440"/>
            </a:xfrm>
            <a:prstGeom prst="line">
              <a:avLst/>
            </a:prstGeom>
            <a:noFill/>
            <a:ln w="28575">
              <a:solidFill>
                <a:srgbClr val="FF0066"/>
              </a:solidFill>
              <a:round/>
              <a:headEnd/>
              <a:tailEnd/>
            </a:ln>
          </p:spPr>
          <p:txBody>
            <a:bodyPr/>
            <a:lstStyle/>
            <a:p>
              <a:endParaRPr lang="en-US"/>
            </a:p>
          </p:txBody>
        </p:sp>
        <p:sp>
          <p:nvSpPr>
            <p:cNvPr id="22751" name="Line 394"/>
            <p:cNvSpPr>
              <a:spLocks noChangeShapeType="1"/>
            </p:cNvSpPr>
            <p:nvPr/>
          </p:nvSpPr>
          <p:spPr bwMode="auto">
            <a:xfrm flipH="1">
              <a:off x="1480" y="1336"/>
              <a:ext cx="0" cy="440"/>
            </a:xfrm>
            <a:prstGeom prst="line">
              <a:avLst/>
            </a:prstGeom>
            <a:noFill/>
            <a:ln w="28575">
              <a:solidFill>
                <a:srgbClr val="FF0066"/>
              </a:solidFill>
              <a:round/>
              <a:headEnd/>
              <a:tailEnd/>
            </a:ln>
          </p:spPr>
          <p:txBody>
            <a:bodyPr/>
            <a:lstStyle/>
            <a:p>
              <a:endParaRPr lang="en-US"/>
            </a:p>
          </p:txBody>
        </p:sp>
      </p:grpSp>
      <p:sp>
        <p:nvSpPr>
          <p:cNvPr id="222603" name="Line 395"/>
          <p:cNvSpPr>
            <a:spLocks noChangeShapeType="1"/>
          </p:cNvSpPr>
          <p:nvPr/>
        </p:nvSpPr>
        <p:spPr bwMode="auto">
          <a:xfrm>
            <a:off x="7924800" y="3467100"/>
            <a:ext cx="0" cy="457200"/>
          </a:xfrm>
          <a:prstGeom prst="line">
            <a:avLst/>
          </a:prstGeom>
          <a:noFill/>
          <a:ln w="19050">
            <a:solidFill>
              <a:schemeClr val="tx1"/>
            </a:solidFill>
            <a:round/>
            <a:headEnd/>
            <a:tailEnd/>
          </a:ln>
        </p:spPr>
        <p:txBody>
          <a:bodyPr/>
          <a:lstStyle/>
          <a:p>
            <a:endParaRPr lang="en-US"/>
          </a:p>
        </p:txBody>
      </p:sp>
      <p:sp>
        <p:nvSpPr>
          <p:cNvPr id="222604" name="Line 396"/>
          <p:cNvSpPr>
            <a:spLocks noChangeShapeType="1"/>
          </p:cNvSpPr>
          <p:nvPr/>
        </p:nvSpPr>
        <p:spPr bwMode="auto">
          <a:xfrm>
            <a:off x="8153400" y="3505200"/>
            <a:ext cx="0" cy="304800"/>
          </a:xfrm>
          <a:prstGeom prst="line">
            <a:avLst/>
          </a:prstGeom>
          <a:noFill/>
          <a:ln w="19050">
            <a:solidFill>
              <a:schemeClr val="tx1"/>
            </a:solidFill>
            <a:round/>
            <a:headEnd/>
            <a:tailEnd/>
          </a:ln>
        </p:spPr>
        <p:txBody>
          <a:bodyPr/>
          <a:lstStyle/>
          <a:p>
            <a:endParaRPr lang="en-US"/>
          </a:p>
        </p:txBody>
      </p:sp>
      <p:sp>
        <p:nvSpPr>
          <p:cNvPr id="222605" name="Line 397"/>
          <p:cNvSpPr>
            <a:spLocks noChangeShapeType="1"/>
          </p:cNvSpPr>
          <p:nvPr/>
        </p:nvSpPr>
        <p:spPr bwMode="auto">
          <a:xfrm>
            <a:off x="8267700" y="3505200"/>
            <a:ext cx="0" cy="304800"/>
          </a:xfrm>
          <a:prstGeom prst="line">
            <a:avLst/>
          </a:prstGeom>
          <a:noFill/>
          <a:ln w="19050">
            <a:solidFill>
              <a:schemeClr val="tx1"/>
            </a:solidFill>
            <a:round/>
            <a:headEnd/>
            <a:tailEnd/>
          </a:ln>
        </p:spPr>
        <p:txBody>
          <a:bodyPr/>
          <a:lstStyle/>
          <a:p>
            <a:endParaRPr lang="en-US"/>
          </a:p>
        </p:txBody>
      </p:sp>
      <p:sp>
        <p:nvSpPr>
          <p:cNvPr id="222606" name="Line 398"/>
          <p:cNvSpPr>
            <a:spLocks noChangeShapeType="1"/>
          </p:cNvSpPr>
          <p:nvPr/>
        </p:nvSpPr>
        <p:spPr bwMode="auto">
          <a:xfrm>
            <a:off x="8470900" y="3479800"/>
            <a:ext cx="0" cy="457200"/>
          </a:xfrm>
          <a:prstGeom prst="line">
            <a:avLst/>
          </a:prstGeom>
          <a:noFill/>
          <a:ln w="19050">
            <a:solidFill>
              <a:schemeClr val="tx1"/>
            </a:solidFill>
            <a:round/>
            <a:headEnd/>
            <a:tailEnd/>
          </a:ln>
        </p:spPr>
        <p:txBody>
          <a:bodyPr/>
          <a:lstStyle/>
          <a:p>
            <a:endParaRPr lang="en-US"/>
          </a:p>
        </p:txBody>
      </p:sp>
      <p:grpSp>
        <p:nvGrpSpPr>
          <p:cNvPr id="22856" name="Group 399"/>
          <p:cNvGrpSpPr>
            <a:grpSpLocks/>
          </p:cNvGrpSpPr>
          <p:nvPr/>
        </p:nvGrpSpPr>
        <p:grpSpPr bwMode="auto">
          <a:xfrm>
            <a:off x="7577138" y="3505200"/>
            <a:ext cx="296862" cy="520700"/>
            <a:chOff x="1557" y="1336"/>
            <a:chExt cx="187" cy="328"/>
          </a:xfrm>
        </p:grpSpPr>
        <p:grpSp>
          <p:nvGrpSpPr>
            <p:cNvPr id="22860" name="Group 400"/>
            <p:cNvGrpSpPr>
              <a:grpSpLocks/>
            </p:cNvGrpSpPr>
            <p:nvPr/>
          </p:nvGrpSpPr>
          <p:grpSpPr bwMode="auto">
            <a:xfrm>
              <a:off x="1584" y="1432"/>
              <a:ext cx="160" cy="232"/>
              <a:chOff x="2016" y="952"/>
              <a:chExt cx="160" cy="232"/>
            </a:xfrm>
          </p:grpSpPr>
          <p:sp>
            <p:nvSpPr>
              <p:cNvPr id="22743" name="Line 401"/>
              <p:cNvSpPr>
                <a:spLocks noChangeShapeType="1"/>
              </p:cNvSpPr>
              <p:nvPr/>
            </p:nvSpPr>
            <p:spPr bwMode="auto">
              <a:xfrm>
                <a:off x="2016" y="960"/>
                <a:ext cx="48" cy="0"/>
              </a:xfrm>
              <a:prstGeom prst="line">
                <a:avLst/>
              </a:prstGeom>
              <a:noFill/>
              <a:ln w="19050">
                <a:solidFill>
                  <a:srgbClr val="009900"/>
                </a:solidFill>
                <a:round/>
                <a:headEnd/>
                <a:tailEnd/>
              </a:ln>
            </p:spPr>
            <p:txBody>
              <a:bodyPr/>
              <a:lstStyle/>
              <a:p>
                <a:endParaRPr lang="en-US"/>
              </a:p>
            </p:txBody>
          </p:sp>
          <p:grpSp>
            <p:nvGrpSpPr>
              <p:cNvPr id="22870" name="Group 402"/>
              <p:cNvGrpSpPr>
                <a:grpSpLocks/>
              </p:cNvGrpSpPr>
              <p:nvPr/>
            </p:nvGrpSpPr>
            <p:grpSpPr bwMode="auto">
              <a:xfrm>
                <a:off x="2032" y="952"/>
                <a:ext cx="144" cy="232"/>
                <a:chOff x="2032" y="952"/>
                <a:chExt cx="144" cy="232"/>
              </a:xfrm>
            </p:grpSpPr>
            <p:sp>
              <p:nvSpPr>
                <p:cNvPr id="22745" name="Line 403"/>
                <p:cNvSpPr>
                  <a:spLocks noChangeShapeType="1"/>
                </p:cNvSpPr>
                <p:nvPr/>
              </p:nvSpPr>
              <p:spPr bwMode="auto">
                <a:xfrm>
                  <a:off x="2032" y="952"/>
                  <a:ext cx="0" cy="224"/>
                </a:xfrm>
                <a:prstGeom prst="line">
                  <a:avLst/>
                </a:prstGeom>
                <a:noFill/>
                <a:ln w="19050">
                  <a:solidFill>
                    <a:srgbClr val="009900"/>
                  </a:solidFill>
                  <a:round/>
                  <a:headEnd/>
                  <a:tailEnd/>
                </a:ln>
              </p:spPr>
              <p:txBody>
                <a:bodyPr/>
                <a:lstStyle/>
                <a:p>
                  <a:endParaRPr lang="en-US"/>
                </a:p>
              </p:txBody>
            </p:sp>
            <p:sp>
              <p:nvSpPr>
                <p:cNvPr id="22746" name="Line 404"/>
                <p:cNvSpPr>
                  <a:spLocks noChangeShapeType="1"/>
                </p:cNvSpPr>
                <p:nvPr/>
              </p:nvSpPr>
              <p:spPr bwMode="auto">
                <a:xfrm>
                  <a:off x="2056" y="960"/>
                  <a:ext cx="0" cy="192"/>
                </a:xfrm>
                <a:prstGeom prst="line">
                  <a:avLst/>
                </a:prstGeom>
                <a:noFill/>
                <a:ln w="19050">
                  <a:solidFill>
                    <a:srgbClr val="009900"/>
                  </a:solidFill>
                  <a:round/>
                  <a:headEnd/>
                  <a:tailEnd/>
                </a:ln>
              </p:spPr>
              <p:txBody>
                <a:bodyPr/>
                <a:lstStyle/>
                <a:p>
                  <a:endParaRPr lang="en-US"/>
                </a:p>
              </p:txBody>
            </p:sp>
            <p:sp>
              <p:nvSpPr>
                <p:cNvPr id="22747" name="Line 405"/>
                <p:cNvSpPr>
                  <a:spLocks noChangeShapeType="1"/>
                </p:cNvSpPr>
                <p:nvPr/>
              </p:nvSpPr>
              <p:spPr bwMode="auto">
                <a:xfrm>
                  <a:off x="2064" y="1152"/>
                  <a:ext cx="96" cy="0"/>
                </a:xfrm>
                <a:prstGeom prst="line">
                  <a:avLst/>
                </a:prstGeom>
                <a:noFill/>
                <a:ln w="19050">
                  <a:solidFill>
                    <a:srgbClr val="009900"/>
                  </a:solidFill>
                  <a:round/>
                  <a:headEnd/>
                  <a:tailEnd/>
                </a:ln>
              </p:spPr>
              <p:txBody>
                <a:bodyPr/>
                <a:lstStyle/>
                <a:p>
                  <a:endParaRPr lang="en-US"/>
                </a:p>
              </p:txBody>
            </p:sp>
            <p:sp>
              <p:nvSpPr>
                <p:cNvPr id="22748" name="Line 406"/>
                <p:cNvSpPr>
                  <a:spLocks noChangeShapeType="1"/>
                </p:cNvSpPr>
                <p:nvPr/>
              </p:nvSpPr>
              <p:spPr bwMode="auto">
                <a:xfrm>
                  <a:off x="2032" y="1176"/>
                  <a:ext cx="144" cy="0"/>
                </a:xfrm>
                <a:prstGeom prst="line">
                  <a:avLst/>
                </a:prstGeom>
                <a:noFill/>
                <a:ln w="19050">
                  <a:solidFill>
                    <a:srgbClr val="009900"/>
                  </a:solidFill>
                  <a:round/>
                  <a:headEnd/>
                  <a:tailEnd/>
                </a:ln>
              </p:spPr>
              <p:txBody>
                <a:bodyPr/>
                <a:lstStyle/>
                <a:p>
                  <a:endParaRPr lang="en-US"/>
                </a:p>
              </p:txBody>
            </p:sp>
            <p:sp>
              <p:nvSpPr>
                <p:cNvPr id="22749" name="Line 407"/>
                <p:cNvSpPr>
                  <a:spLocks noChangeShapeType="1"/>
                </p:cNvSpPr>
                <p:nvPr/>
              </p:nvSpPr>
              <p:spPr bwMode="auto">
                <a:xfrm rot="5400000">
                  <a:off x="2144" y="1160"/>
                  <a:ext cx="48" cy="0"/>
                </a:xfrm>
                <a:prstGeom prst="line">
                  <a:avLst/>
                </a:prstGeom>
                <a:noFill/>
                <a:ln w="19050">
                  <a:solidFill>
                    <a:srgbClr val="009900"/>
                  </a:solidFill>
                  <a:round/>
                  <a:headEnd/>
                  <a:tailEnd/>
                </a:ln>
              </p:spPr>
              <p:txBody>
                <a:bodyPr/>
                <a:lstStyle/>
                <a:p>
                  <a:endParaRPr lang="en-US"/>
                </a:p>
              </p:txBody>
            </p:sp>
          </p:grpSp>
        </p:grpSp>
        <p:sp>
          <p:nvSpPr>
            <p:cNvPr id="22742" name="Rectangle 408"/>
            <p:cNvSpPr>
              <a:spLocks noChangeArrowheads="1"/>
            </p:cNvSpPr>
            <p:nvPr/>
          </p:nvSpPr>
          <p:spPr bwMode="auto">
            <a:xfrm>
              <a:off x="1557" y="1336"/>
              <a:ext cx="35" cy="288"/>
            </a:xfrm>
            <a:prstGeom prst="rect">
              <a:avLst/>
            </a:prstGeom>
            <a:pattFill prst="dkDnDiag">
              <a:fgClr>
                <a:schemeClr val="accent1"/>
              </a:fgClr>
              <a:bgClr>
                <a:schemeClr val="bg1"/>
              </a:bgClr>
            </a:pattFill>
            <a:ln w="15875" algn="ctr">
              <a:solidFill>
                <a:schemeClr val="tx1"/>
              </a:solidFill>
              <a:miter lim="800000"/>
              <a:headEnd/>
              <a:tailEnd/>
            </a:ln>
          </p:spPr>
          <p:txBody>
            <a:bodyPr wrap="none" anchor="ctr"/>
            <a:lstStyle/>
            <a:p>
              <a:endParaRPr lang="en-US"/>
            </a:p>
          </p:txBody>
        </p:sp>
      </p:grpSp>
      <p:grpSp>
        <p:nvGrpSpPr>
          <p:cNvPr id="22878" name="Group 409"/>
          <p:cNvGrpSpPr>
            <a:grpSpLocks/>
          </p:cNvGrpSpPr>
          <p:nvPr/>
        </p:nvGrpSpPr>
        <p:grpSpPr bwMode="auto">
          <a:xfrm>
            <a:off x="8991600" y="2946400"/>
            <a:ext cx="1498600" cy="596900"/>
            <a:chOff x="2416" y="984"/>
            <a:chExt cx="944" cy="376"/>
          </a:xfrm>
        </p:grpSpPr>
        <p:sp>
          <p:nvSpPr>
            <p:cNvPr id="22739" name="Rectangle 410"/>
            <p:cNvSpPr>
              <a:spLocks noChangeArrowheads="1"/>
            </p:cNvSpPr>
            <p:nvPr/>
          </p:nvSpPr>
          <p:spPr bwMode="auto">
            <a:xfrm>
              <a:off x="2448" y="984"/>
              <a:ext cx="912" cy="144"/>
            </a:xfrm>
            <a:prstGeom prst="rect">
              <a:avLst/>
            </a:prstGeom>
            <a:solidFill>
              <a:schemeClr val="bg1"/>
            </a:solidFill>
            <a:ln w="9525">
              <a:noFill/>
              <a:miter lim="800000"/>
              <a:headEnd/>
              <a:tailEnd/>
            </a:ln>
          </p:spPr>
          <p:txBody>
            <a:bodyPr wrap="none" anchor="ctr"/>
            <a:lstStyle/>
            <a:p>
              <a:pPr algn="l"/>
              <a:r>
                <a:rPr lang="en-US"/>
                <a:t>Pouring basin</a:t>
              </a:r>
            </a:p>
          </p:txBody>
        </p:sp>
        <p:sp>
          <p:nvSpPr>
            <p:cNvPr id="22740" name="Line 411"/>
            <p:cNvSpPr>
              <a:spLocks noChangeShapeType="1"/>
            </p:cNvSpPr>
            <p:nvPr/>
          </p:nvSpPr>
          <p:spPr bwMode="auto">
            <a:xfrm flipH="1">
              <a:off x="2416" y="1120"/>
              <a:ext cx="144" cy="240"/>
            </a:xfrm>
            <a:prstGeom prst="line">
              <a:avLst/>
            </a:prstGeom>
            <a:noFill/>
            <a:ln w="9525">
              <a:solidFill>
                <a:schemeClr val="tx1"/>
              </a:solidFill>
              <a:round/>
              <a:headEnd/>
              <a:tailEnd type="triangle" w="med" len="med"/>
            </a:ln>
          </p:spPr>
          <p:txBody>
            <a:bodyPr/>
            <a:lstStyle/>
            <a:p>
              <a:endParaRPr lang="en-US"/>
            </a:p>
          </p:txBody>
        </p:sp>
      </p:grpSp>
      <p:sp>
        <p:nvSpPr>
          <p:cNvPr id="22592" name="Line 412"/>
          <p:cNvSpPr>
            <a:spLocks noChangeShapeType="1"/>
          </p:cNvSpPr>
          <p:nvPr/>
        </p:nvSpPr>
        <p:spPr bwMode="auto">
          <a:xfrm>
            <a:off x="7772400" y="3136900"/>
            <a:ext cx="0" cy="0"/>
          </a:xfrm>
          <a:prstGeom prst="line">
            <a:avLst/>
          </a:prstGeom>
          <a:noFill/>
          <a:ln w="9525">
            <a:solidFill>
              <a:schemeClr val="tx1"/>
            </a:solidFill>
            <a:round/>
            <a:headEnd/>
            <a:tailEnd type="triangle" w="med" len="med"/>
          </a:ln>
        </p:spPr>
        <p:txBody>
          <a:bodyPr/>
          <a:lstStyle/>
          <a:p>
            <a:endParaRPr lang="en-US"/>
          </a:p>
        </p:txBody>
      </p:sp>
      <p:grpSp>
        <p:nvGrpSpPr>
          <p:cNvPr id="22881" name="Group 413"/>
          <p:cNvGrpSpPr>
            <a:grpSpLocks/>
          </p:cNvGrpSpPr>
          <p:nvPr/>
        </p:nvGrpSpPr>
        <p:grpSpPr bwMode="auto">
          <a:xfrm>
            <a:off x="5943600" y="2832100"/>
            <a:ext cx="1600200" cy="609600"/>
            <a:chOff x="528" y="912"/>
            <a:chExt cx="1008" cy="384"/>
          </a:xfrm>
        </p:grpSpPr>
        <p:sp>
          <p:nvSpPr>
            <p:cNvPr id="22737" name="Rectangle 414"/>
            <p:cNvSpPr>
              <a:spLocks noChangeArrowheads="1"/>
            </p:cNvSpPr>
            <p:nvPr/>
          </p:nvSpPr>
          <p:spPr bwMode="auto">
            <a:xfrm>
              <a:off x="528" y="912"/>
              <a:ext cx="528" cy="144"/>
            </a:xfrm>
            <a:prstGeom prst="rect">
              <a:avLst/>
            </a:prstGeom>
            <a:solidFill>
              <a:schemeClr val="bg1"/>
            </a:solidFill>
            <a:ln w="9525">
              <a:noFill/>
              <a:miter lim="800000"/>
              <a:headEnd/>
              <a:tailEnd/>
            </a:ln>
          </p:spPr>
          <p:txBody>
            <a:bodyPr wrap="none" anchor="ctr"/>
            <a:lstStyle/>
            <a:p>
              <a:pPr algn="l"/>
              <a:r>
                <a:rPr lang="en-US"/>
                <a:t>Weight</a:t>
              </a:r>
            </a:p>
          </p:txBody>
        </p:sp>
        <p:sp>
          <p:nvSpPr>
            <p:cNvPr id="22738" name="Line 415"/>
            <p:cNvSpPr>
              <a:spLocks noChangeShapeType="1"/>
            </p:cNvSpPr>
            <p:nvPr/>
          </p:nvSpPr>
          <p:spPr bwMode="auto">
            <a:xfrm>
              <a:off x="1056" y="1056"/>
              <a:ext cx="480" cy="240"/>
            </a:xfrm>
            <a:prstGeom prst="line">
              <a:avLst/>
            </a:prstGeom>
            <a:noFill/>
            <a:ln w="9525">
              <a:solidFill>
                <a:schemeClr val="tx1"/>
              </a:solidFill>
              <a:round/>
              <a:headEnd/>
              <a:tailEnd type="triangle" w="med" len="med"/>
            </a:ln>
          </p:spPr>
          <p:txBody>
            <a:bodyPr/>
            <a:lstStyle/>
            <a:p>
              <a:endParaRPr lang="en-US"/>
            </a:p>
          </p:txBody>
        </p:sp>
      </p:grpSp>
      <p:grpSp>
        <p:nvGrpSpPr>
          <p:cNvPr id="22896" name="Group 416"/>
          <p:cNvGrpSpPr>
            <a:grpSpLocks/>
          </p:cNvGrpSpPr>
          <p:nvPr/>
        </p:nvGrpSpPr>
        <p:grpSpPr bwMode="auto">
          <a:xfrm>
            <a:off x="5791200" y="3517900"/>
            <a:ext cx="1524000" cy="228600"/>
            <a:chOff x="432" y="1344"/>
            <a:chExt cx="960" cy="144"/>
          </a:xfrm>
        </p:grpSpPr>
        <p:sp>
          <p:nvSpPr>
            <p:cNvPr id="22735" name="Rectangle 417"/>
            <p:cNvSpPr>
              <a:spLocks noChangeArrowheads="1"/>
            </p:cNvSpPr>
            <p:nvPr/>
          </p:nvSpPr>
          <p:spPr bwMode="auto">
            <a:xfrm>
              <a:off x="432" y="1344"/>
              <a:ext cx="384" cy="144"/>
            </a:xfrm>
            <a:prstGeom prst="rect">
              <a:avLst/>
            </a:prstGeom>
            <a:solidFill>
              <a:schemeClr val="bg1"/>
            </a:solidFill>
            <a:ln w="9525">
              <a:noFill/>
              <a:miter lim="800000"/>
              <a:headEnd/>
              <a:tailEnd/>
            </a:ln>
          </p:spPr>
          <p:txBody>
            <a:bodyPr wrap="none" anchor="ctr"/>
            <a:lstStyle/>
            <a:p>
              <a:pPr algn="l"/>
              <a:r>
                <a:rPr lang="en-US"/>
                <a:t>Riser</a:t>
              </a:r>
            </a:p>
          </p:txBody>
        </p:sp>
        <p:sp>
          <p:nvSpPr>
            <p:cNvPr id="22736" name="Line 418"/>
            <p:cNvSpPr>
              <a:spLocks noChangeShapeType="1"/>
            </p:cNvSpPr>
            <p:nvPr/>
          </p:nvSpPr>
          <p:spPr bwMode="auto">
            <a:xfrm>
              <a:off x="816" y="1440"/>
              <a:ext cx="576" cy="48"/>
            </a:xfrm>
            <a:prstGeom prst="line">
              <a:avLst/>
            </a:prstGeom>
            <a:noFill/>
            <a:ln w="9525">
              <a:solidFill>
                <a:schemeClr val="tx1"/>
              </a:solidFill>
              <a:round/>
              <a:headEnd/>
              <a:tailEnd type="triangle" w="med" len="med"/>
            </a:ln>
          </p:spPr>
          <p:txBody>
            <a:bodyPr/>
            <a:lstStyle/>
            <a:p>
              <a:endParaRPr lang="en-US"/>
            </a:p>
          </p:txBody>
        </p:sp>
      </p:grpSp>
      <p:grpSp>
        <p:nvGrpSpPr>
          <p:cNvPr id="22898" name="Group 419"/>
          <p:cNvGrpSpPr>
            <a:grpSpLocks/>
          </p:cNvGrpSpPr>
          <p:nvPr/>
        </p:nvGrpSpPr>
        <p:grpSpPr bwMode="auto">
          <a:xfrm>
            <a:off x="8305800" y="2755900"/>
            <a:ext cx="609600" cy="990600"/>
            <a:chOff x="2016" y="864"/>
            <a:chExt cx="384" cy="624"/>
          </a:xfrm>
        </p:grpSpPr>
        <p:sp>
          <p:nvSpPr>
            <p:cNvPr id="22733" name="Rectangle 420"/>
            <p:cNvSpPr>
              <a:spLocks noChangeArrowheads="1"/>
            </p:cNvSpPr>
            <p:nvPr/>
          </p:nvSpPr>
          <p:spPr bwMode="auto">
            <a:xfrm>
              <a:off x="2016" y="864"/>
              <a:ext cx="384" cy="144"/>
            </a:xfrm>
            <a:prstGeom prst="rect">
              <a:avLst/>
            </a:prstGeom>
            <a:solidFill>
              <a:schemeClr val="bg1"/>
            </a:solidFill>
            <a:ln w="9525">
              <a:noFill/>
              <a:miter lim="800000"/>
              <a:headEnd/>
              <a:tailEnd/>
            </a:ln>
          </p:spPr>
          <p:txBody>
            <a:bodyPr wrap="none" anchor="ctr"/>
            <a:lstStyle/>
            <a:p>
              <a:pPr algn="l"/>
              <a:r>
                <a:rPr lang="en-US"/>
                <a:t>Lifter</a:t>
              </a:r>
            </a:p>
          </p:txBody>
        </p:sp>
        <p:sp>
          <p:nvSpPr>
            <p:cNvPr id="22734" name="Line 421"/>
            <p:cNvSpPr>
              <a:spLocks noChangeShapeType="1"/>
            </p:cNvSpPr>
            <p:nvPr/>
          </p:nvSpPr>
          <p:spPr bwMode="auto">
            <a:xfrm>
              <a:off x="2112" y="1008"/>
              <a:ext cx="144" cy="480"/>
            </a:xfrm>
            <a:prstGeom prst="line">
              <a:avLst/>
            </a:prstGeom>
            <a:noFill/>
            <a:ln w="9525">
              <a:solidFill>
                <a:schemeClr val="tx1"/>
              </a:solidFill>
              <a:round/>
              <a:headEnd/>
              <a:tailEnd type="triangle" w="med" len="med"/>
            </a:ln>
          </p:spPr>
          <p:txBody>
            <a:bodyPr/>
            <a:lstStyle/>
            <a:p>
              <a:endParaRPr lang="en-US"/>
            </a:p>
          </p:txBody>
        </p:sp>
      </p:grpSp>
      <p:grpSp>
        <p:nvGrpSpPr>
          <p:cNvPr id="22899" name="Group 422"/>
          <p:cNvGrpSpPr>
            <a:grpSpLocks/>
          </p:cNvGrpSpPr>
          <p:nvPr/>
        </p:nvGrpSpPr>
        <p:grpSpPr bwMode="auto">
          <a:xfrm>
            <a:off x="7391400" y="2451100"/>
            <a:ext cx="762000" cy="1219200"/>
            <a:chOff x="1440" y="672"/>
            <a:chExt cx="480" cy="768"/>
          </a:xfrm>
        </p:grpSpPr>
        <p:sp>
          <p:nvSpPr>
            <p:cNvPr id="22731" name="Rectangle 423"/>
            <p:cNvSpPr>
              <a:spLocks noChangeArrowheads="1"/>
            </p:cNvSpPr>
            <p:nvPr/>
          </p:nvSpPr>
          <p:spPr bwMode="auto">
            <a:xfrm>
              <a:off x="1440" y="672"/>
              <a:ext cx="384" cy="144"/>
            </a:xfrm>
            <a:prstGeom prst="rect">
              <a:avLst/>
            </a:prstGeom>
            <a:solidFill>
              <a:schemeClr val="bg1"/>
            </a:solidFill>
            <a:ln w="9525">
              <a:noFill/>
              <a:miter lim="800000"/>
              <a:headEnd/>
              <a:tailEnd/>
            </a:ln>
          </p:spPr>
          <p:txBody>
            <a:bodyPr wrap="none" anchor="ctr"/>
            <a:lstStyle/>
            <a:p>
              <a:pPr algn="l"/>
              <a:r>
                <a:rPr lang="en-US"/>
                <a:t>Vents</a:t>
              </a:r>
            </a:p>
          </p:txBody>
        </p:sp>
        <p:sp>
          <p:nvSpPr>
            <p:cNvPr id="22732" name="Line 424"/>
            <p:cNvSpPr>
              <a:spLocks noChangeShapeType="1"/>
            </p:cNvSpPr>
            <p:nvPr/>
          </p:nvSpPr>
          <p:spPr bwMode="auto">
            <a:xfrm>
              <a:off x="1584" y="864"/>
              <a:ext cx="336" cy="576"/>
            </a:xfrm>
            <a:prstGeom prst="line">
              <a:avLst/>
            </a:prstGeom>
            <a:noFill/>
            <a:ln w="9525">
              <a:solidFill>
                <a:schemeClr val="tx1"/>
              </a:solidFill>
              <a:round/>
              <a:headEnd/>
              <a:tailEnd type="triangle" w="med" len="med"/>
            </a:ln>
          </p:spPr>
          <p:txBody>
            <a:bodyPr/>
            <a:lstStyle/>
            <a:p>
              <a:endParaRPr lang="en-US"/>
            </a:p>
          </p:txBody>
        </p:sp>
      </p:grpSp>
      <p:sp>
        <p:nvSpPr>
          <p:cNvPr id="222633" name="Freeform 425" descr="Large confetti"/>
          <p:cNvSpPr>
            <a:spLocks/>
          </p:cNvSpPr>
          <p:nvPr/>
        </p:nvSpPr>
        <p:spPr bwMode="auto">
          <a:xfrm>
            <a:off x="7480300" y="41656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grpSp>
        <p:nvGrpSpPr>
          <p:cNvPr id="22900" name="Group 426"/>
          <p:cNvGrpSpPr>
            <a:grpSpLocks/>
          </p:cNvGrpSpPr>
          <p:nvPr/>
        </p:nvGrpSpPr>
        <p:grpSpPr bwMode="auto">
          <a:xfrm>
            <a:off x="7315200" y="3962400"/>
            <a:ext cx="1676400" cy="508000"/>
            <a:chOff x="1408" y="1616"/>
            <a:chExt cx="1056" cy="320"/>
          </a:xfrm>
        </p:grpSpPr>
        <p:sp>
          <p:nvSpPr>
            <p:cNvPr id="22717" name="Line 427"/>
            <p:cNvSpPr>
              <a:spLocks noChangeShapeType="1"/>
            </p:cNvSpPr>
            <p:nvPr/>
          </p:nvSpPr>
          <p:spPr bwMode="auto">
            <a:xfrm flipV="1">
              <a:off x="1832" y="1616"/>
              <a:ext cx="0" cy="144"/>
            </a:xfrm>
            <a:prstGeom prst="line">
              <a:avLst/>
            </a:prstGeom>
            <a:noFill/>
            <a:ln w="28575">
              <a:solidFill>
                <a:schemeClr val="tx1"/>
              </a:solidFill>
              <a:round/>
              <a:headEnd/>
              <a:tailEnd/>
            </a:ln>
          </p:spPr>
          <p:txBody>
            <a:bodyPr/>
            <a:lstStyle/>
            <a:p>
              <a:endParaRPr lang="en-US"/>
            </a:p>
          </p:txBody>
        </p:sp>
        <p:sp>
          <p:nvSpPr>
            <p:cNvPr id="22718" name="Line 428"/>
            <p:cNvSpPr>
              <a:spLocks noChangeShapeType="1"/>
            </p:cNvSpPr>
            <p:nvPr/>
          </p:nvSpPr>
          <p:spPr bwMode="auto">
            <a:xfrm flipV="1">
              <a:off x="2032" y="1616"/>
              <a:ext cx="0" cy="144"/>
            </a:xfrm>
            <a:prstGeom prst="line">
              <a:avLst/>
            </a:prstGeom>
            <a:noFill/>
            <a:ln w="28575">
              <a:solidFill>
                <a:schemeClr val="tx1"/>
              </a:solidFill>
              <a:round/>
              <a:headEnd/>
              <a:tailEnd/>
            </a:ln>
          </p:spPr>
          <p:txBody>
            <a:bodyPr/>
            <a:lstStyle/>
            <a:p>
              <a:endParaRPr lang="en-US"/>
            </a:p>
          </p:txBody>
        </p:sp>
        <p:sp>
          <p:nvSpPr>
            <p:cNvPr id="22719" name="Line 429"/>
            <p:cNvSpPr>
              <a:spLocks noChangeShapeType="1"/>
            </p:cNvSpPr>
            <p:nvPr/>
          </p:nvSpPr>
          <p:spPr bwMode="auto">
            <a:xfrm>
              <a:off x="1840" y="1616"/>
              <a:ext cx="192" cy="0"/>
            </a:xfrm>
            <a:prstGeom prst="line">
              <a:avLst/>
            </a:prstGeom>
            <a:noFill/>
            <a:ln w="28575">
              <a:solidFill>
                <a:schemeClr val="tx1"/>
              </a:solidFill>
              <a:round/>
              <a:headEnd/>
              <a:tailEnd/>
            </a:ln>
          </p:spPr>
          <p:txBody>
            <a:bodyPr/>
            <a:lstStyle/>
            <a:p>
              <a:endParaRPr lang="en-US"/>
            </a:p>
          </p:txBody>
        </p:sp>
        <p:grpSp>
          <p:nvGrpSpPr>
            <p:cNvPr id="22908" name="Group 430"/>
            <p:cNvGrpSpPr>
              <a:grpSpLocks/>
            </p:cNvGrpSpPr>
            <p:nvPr/>
          </p:nvGrpSpPr>
          <p:grpSpPr bwMode="auto">
            <a:xfrm>
              <a:off x="1408" y="1712"/>
              <a:ext cx="1056" cy="224"/>
              <a:chOff x="1408" y="1728"/>
              <a:chExt cx="1056" cy="224"/>
            </a:xfrm>
          </p:grpSpPr>
          <p:sp>
            <p:nvSpPr>
              <p:cNvPr id="22721" name="Freeform 431"/>
              <p:cNvSpPr>
                <a:spLocks/>
              </p:cNvSpPr>
              <p:nvPr/>
            </p:nvSpPr>
            <p:spPr bwMode="auto">
              <a:xfrm>
                <a:off x="2152" y="174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solidFill>
                <a:schemeClr val="bg1"/>
              </a:solidFill>
              <a:ln w="28575">
                <a:solidFill>
                  <a:schemeClr val="tx1"/>
                </a:solidFill>
                <a:round/>
                <a:headEnd/>
                <a:tailEnd/>
              </a:ln>
            </p:spPr>
            <p:txBody>
              <a:bodyPr/>
              <a:lstStyle/>
              <a:p>
                <a:endParaRPr lang="en-US"/>
              </a:p>
            </p:txBody>
          </p:sp>
          <p:grpSp>
            <p:nvGrpSpPr>
              <p:cNvPr id="22918" name="Group 432"/>
              <p:cNvGrpSpPr>
                <a:grpSpLocks/>
              </p:cNvGrpSpPr>
              <p:nvPr/>
            </p:nvGrpSpPr>
            <p:grpSpPr bwMode="auto">
              <a:xfrm>
                <a:off x="1408" y="1728"/>
                <a:ext cx="1056" cy="224"/>
                <a:chOff x="1408" y="1728"/>
                <a:chExt cx="1056" cy="224"/>
              </a:xfrm>
            </p:grpSpPr>
            <p:sp>
              <p:nvSpPr>
                <p:cNvPr id="22723" name="Line 433"/>
                <p:cNvSpPr>
                  <a:spLocks noChangeShapeType="1"/>
                </p:cNvSpPr>
                <p:nvPr/>
              </p:nvSpPr>
              <p:spPr bwMode="auto">
                <a:xfrm flipV="1">
                  <a:off x="1408" y="1760"/>
                  <a:ext cx="0" cy="192"/>
                </a:xfrm>
                <a:prstGeom prst="line">
                  <a:avLst/>
                </a:prstGeom>
                <a:noFill/>
                <a:ln w="28575">
                  <a:solidFill>
                    <a:schemeClr val="tx1"/>
                  </a:solidFill>
                  <a:round/>
                  <a:headEnd/>
                  <a:tailEnd/>
                </a:ln>
              </p:spPr>
              <p:txBody>
                <a:bodyPr/>
                <a:lstStyle/>
                <a:p>
                  <a:endParaRPr lang="en-US"/>
                </a:p>
              </p:txBody>
            </p:sp>
            <p:sp>
              <p:nvSpPr>
                <p:cNvPr id="22724" name="Line 434"/>
                <p:cNvSpPr>
                  <a:spLocks noChangeShapeType="1"/>
                </p:cNvSpPr>
                <p:nvPr/>
              </p:nvSpPr>
              <p:spPr bwMode="auto">
                <a:xfrm>
                  <a:off x="2448" y="1744"/>
                  <a:ext cx="8" cy="202"/>
                </a:xfrm>
                <a:prstGeom prst="line">
                  <a:avLst/>
                </a:prstGeom>
                <a:noFill/>
                <a:ln w="28575">
                  <a:solidFill>
                    <a:schemeClr val="tx1"/>
                  </a:solidFill>
                  <a:round/>
                  <a:headEnd/>
                  <a:tailEnd/>
                </a:ln>
              </p:spPr>
              <p:txBody>
                <a:bodyPr/>
                <a:lstStyle/>
                <a:p>
                  <a:endParaRPr lang="en-US"/>
                </a:p>
              </p:txBody>
            </p:sp>
            <p:sp>
              <p:nvSpPr>
                <p:cNvPr id="22725" name="Freeform 435"/>
                <p:cNvSpPr>
                  <a:spLocks/>
                </p:cNvSpPr>
                <p:nvPr/>
              </p:nvSpPr>
              <p:spPr bwMode="auto">
                <a:xfrm>
                  <a:off x="1496" y="176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solidFill>
                  <a:schemeClr val="bg1"/>
                </a:solidFill>
                <a:ln w="28575">
                  <a:solidFill>
                    <a:schemeClr val="tx1"/>
                  </a:solidFill>
                  <a:round/>
                  <a:headEnd/>
                  <a:tailEnd/>
                </a:ln>
              </p:spPr>
              <p:txBody>
                <a:bodyPr/>
                <a:lstStyle/>
                <a:p>
                  <a:endParaRPr lang="en-US"/>
                </a:p>
              </p:txBody>
            </p:sp>
            <p:sp>
              <p:nvSpPr>
                <p:cNvPr id="22726" name="Line 436"/>
                <p:cNvSpPr>
                  <a:spLocks noChangeShapeType="1"/>
                </p:cNvSpPr>
                <p:nvPr/>
              </p:nvSpPr>
              <p:spPr bwMode="auto">
                <a:xfrm>
                  <a:off x="2024" y="1752"/>
                  <a:ext cx="144" cy="0"/>
                </a:xfrm>
                <a:prstGeom prst="line">
                  <a:avLst/>
                </a:prstGeom>
                <a:noFill/>
                <a:ln w="28575">
                  <a:solidFill>
                    <a:schemeClr val="tx1"/>
                  </a:solidFill>
                  <a:round/>
                  <a:headEnd/>
                  <a:tailEnd/>
                </a:ln>
              </p:spPr>
              <p:txBody>
                <a:bodyPr/>
                <a:lstStyle/>
                <a:p>
                  <a:endParaRPr lang="en-US"/>
                </a:p>
              </p:txBody>
            </p:sp>
            <p:sp>
              <p:nvSpPr>
                <p:cNvPr id="22727" name="Line 437"/>
                <p:cNvSpPr>
                  <a:spLocks noChangeShapeType="1"/>
                </p:cNvSpPr>
                <p:nvPr/>
              </p:nvSpPr>
              <p:spPr bwMode="auto">
                <a:xfrm>
                  <a:off x="2368" y="1752"/>
                  <a:ext cx="96" cy="0"/>
                </a:xfrm>
                <a:prstGeom prst="line">
                  <a:avLst/>
                </a:prstGeom>
                <a:noFill/>
                <a:ln w="28575">
                  <a:solidFill>
                    <a:schemeClr val="tx1"/>
                  </a:solidFill>
                  <a:round/>
                  <a:headEnd/>
                  <a:tailEnd/>
                </a:ln>
              </p:spPr>
              <p:txBody>
                <a:bodyPr/>
                <a:lstStyle/>
                <a:p>
                  <a:endParaRPr lang="en-US"/>
                </a:p>
              </p:txBody>
            </p:sp>
            <p:sp>
              <p:nvSpPr>
                <p:cNvPr id="22728" name="Line 438"/>
                <p:cNvSpPr>
                  <a:spLocks noChangeShapeType="1"/>
                </p:cNvSpPr>
                <p:nvPr/>
              </p:nvSpPr>
              <p:spPr bwMode="auto">
                <a:xfrm>
                  <a:off x="1736" y="1752"/>
                  <a:ext cx="96" cy="0"/>
                </a:xfrm>
                <a:prstGeom prst="line">
                  <a:avLst/>
                </a:prstGeom>
                <a:noFill/>
                <a:ln w="28575">
                  <a:solidFill>
                    <a:schemeClr val="tx1"/>
                  </a:solidFill>
                  <a:round/>
                  <a:headEnd/>
                  <a:tailEnd/>
                </a:ln>
              </p:spPr>
              <p:txBody>
                <a:bodyPr/>
                <a:lstStyle/>
                <a:p>
                  <a:endParaRPr lang="en-US"/>
                </a:p>
              </p:txBody>
            </p:sp>
            <p:sp>
              <p:nvSpPr>
                <p:cNvPr id="22729" name="Line 439"/>
                <p:cNvSpPr>
                  <a:spLocks noChangeShapeType="1"/>
                </p:cNvSpPr>
                <p:nvPr/>
              </p:nvSpPr>
              <p:spPr bwMode="auto">
                <a:xfrm>
                  <a:off x="1416" y="1776"/>
                  <a:ext cx="96" cy="0"/>
                </a:xfrm>
                <a:prstGeom prst="line">
                  <a:avLst/>
                </a:prstGeom>
                <a:noFill/>
                <a:ln w="28575">
                  <a:solidFill>
                    <a:schemeClr val="tx1"/>
                  </a:solidFill>
                  <a:round/>
                  <a:headEnd/>
                  <a:tailEnd/>
                </a:ln>
              </p:spPr>
              <p:txBody>
                <a:bodyPr/>
                <a:lstStyle/>
                <a:p>
                  <a:endParaRPr lang="en-US"/>
                </a:p>
              </p:txBody>
            </p:sp>
            <p:sp>
              <p:nvSpPr>
                <p:cNvPr id="22730" name="Freeform 440"/>
                <p:cNvSpPr>
                  <a:spLocks/>
                </p:cNvSpPr>
                <p:nvPr/>
              </p:nvSpPr>
              <p:spPr bwMode="auto">
                <a:xfrm>
                  <a:off x="2152" y="1728"/>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solidFill>
                  <a:schemeClr val="bg1"/>
                </a:solidFill>
                <a:ln w="28575">
                  <a:noFill/>
                  <a:round/>
                  <a:headEnd/>
                  <a:tailEnd/>
                </a:ln>
              </p:spPr>
              <p:txBody>
                <a:bodyPr/>
                <a:lstStyle/>
                <a:p>
                  <a:endParaRPr lang="en-US"/>
                </a:p>
              </p:txBody>
            </p:sp>
          </p:grpSp>
        </p:grpSp>
      </p:grpSp>
      <p:sp>
        <p:nvSpPr>
          <p:cNvPr id="222649" name="Freeform 441" descr="Large confetti"/>
          <p:cNvSpPr>
            <a:spLocks/>
          </p:cNvSpPr>
          <p:nvPr/>
        </p:nvSpPr>
        <p:spPr bwMode="auto">
          <a:xfrm>
            <a:off x="8534400" y="4127500"/>
            <a:ext cx="317500" cy="165100"/>
          </a:xfrm>
          <a:custGeom>
            <a:avLst/>
            <a:gdLst>
              <a:gd name="T0" fmla="*/ 0 w 712"/>
              <a:gd name="T1" fmla="*/ 18640 h 496"/>
              <a:gd name="T2" fmla="*/ 17837 w 712"/>
              <a:gd name="T3" fmla="*/ 55921 h 496"/>
              <a:gd name="T4" fmla="*/ 46376 w 712"/>
              <a:gd name="T5" fmla="*/ 117168 h 496"/>
              <a:gd name="T6" fmla="*/ 53511 w 712"/>
              <a:gd name="T7" fmla="*/ 130482 h 496"/>
              <a:gd name="T8" fmla="*/ 128427 w 712"/>
              <a:gd name="T9" fmla="*/ 165100 h 496"/>
              <a:gd name="T10" fmla="*/ 178371 w 712"/>
              <a:gd name="T11" fmla="*/ 151785 h 496"/>
              <a:gd name="T12" fmla="*/ 199775 w 712"/>
              <a:gd name="T13" fmla="*/ 141134 h 496"/>
              <a:gd name="T14" fmla="*/ 217612 w 712"/>
              <a:gd name="T15" fmla="*/ 114505 h 496"/>
              <a:gd name="T16" fmla="*/ 228315 w 712"/>
              <a:gd name="T17" fmla="*/ 103853 h 496"/>
              <a:gd name="T18" fmla="*/ 263989 w 712"/>
              <a:gd name="T19" fmla="*/ 55921 h 496"/>
              <a:gd name="T20" fmla="*/ 3175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sp>
        <p:nvSpPr>
          <p:cNvPr id="222650" name="Freeform 442" descr="Large confetti"/>
          <p:cNvSpPr>
            <a:spLocks/>
          </p:cNvSpPr>
          <p:nvPr/>
        </p:nvSpPr>
        <p:spPr bwMode="auto">
          <a:xfrm>
            <a:off x="8686800" y="35052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sp>
        <p:nvSpPr>
          <p:cNvPr id="222651" name="Freeform 443" descr="Large confetti"/>
          <p:cNvSpPr>
            <a:spLocks/>
          </p:cNvSpPr>
          <p:nvPr/>
        </p:nvSpPr>
        <p:spPr bwMode="auto">
          <a:xfrm>
            <a:off x="7467600" y="4140200"/>
            <a:ext cx="381000" cy="165100"/>
          </a:xfrm>
          <a:custGeom>
            <a:avLst/>
            <a:gdLst>
              <a:gd name="T0" fmla="*/ 0 w 712"/>
              <a:gd name="T1" fmla="*/ 18640 h 496"/>
              <a:gd name="T2" fmla="*/ 21404 w 712"/>
              <a:gd name="T3" fmla="*/ 55921 h 496"/>
              <a:gd name="T4" fmla="*/ 55652 w 712"/>
              <a:gd name="T5" fmla="*/ 117168 h 496"/>
              <a:gd name="T6" fmla="*/ 64213 w 712"/>
              <a:gd name="T7" fmla="*/ 130482 h 496"/>
              <a:gd name="T8" fmla="*/ 154112 w 712"/>
              <a:gd name="T9" fmla="*/ 165100 h 496"/>
              <a:gd name="T10" fmla="*/ 214045 w 712"/>
              <a:gd name="T11" fmla="*/ 151785 h 496"/>
              <a:gd name="T12" fmla="*/ 239730 w 712"/>
              <a:gd name="T13" fmla="*/ 141134 h 496"/>
              <a:gd name="T14" fmla="*/ 261135 w 712"/>
              <a:gd name="T15" fmla="*/ 114505 h 496"/>
              <a:gd name="T16" fmla="*/ 273978 w 712"/>
              <a:gd name="T17" fmla="*/ 103853 h 496"/>
              <a:gd name="T18" fmla="*/ 316787 w 712"/>
              <a:gd name="T19" fmla="*/ 55921 h 496"/>
              <a:gd name="T20" fmla="*/ 38100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28575">
            <a:noFill/>
            <a:round/>
            <a:headEnd/>
            <a:tailEnd/>
          </a:ln>
        </p:spPr>
        <p:txBody>
          <a:bodyPr/>
          <a:lstStyle/>
          <a:p>
            <a:endParaRPr lang="en-US"/>
          </a:p>
        </p:txBody>
      </p:sp>
      <p:grpSp>
        <p:nvGrpSpPr>
          <p:cNvPr id="22919" name="Group 444"/>
          <p:cNvGrpSpPr>
            <a:grpSpLocks/>
          </p:cNvGrpSpPr>
          <p:nvPr/>
        </p:nvGrpSpPr>
        <p:grpSpPr bwMode="auto">
          <a:xfrm>
            <a:off x="5753100" y="4343400"/>
            <a:ext cx="4140200" cy="1524000"/>
            <a:chOff x="2672" y="3120"/>
            <a:chExt cx="2608" cy="960"/>
          </a:xfrm>
        </p:grpSpPr>
        <p:grpSp>
          <p:nvGrpSpPr>
            <p:cNvPr id="22920" name="Group 445"/>
            <p:cNvGrpSpPr>
              <a:grpSpLocks/>
            </p:cNvGrpSpPr>
            <p:nvPr/>
          </p:nvGrpSpPr>
          <p:grpSpPr bwMode="auto">
            <a:xfrm>
              <a:off x="3072" y="3120"/>
              <a:ext cx="2208" cy="960"/>
              <a:chOff x="3072" y="3120"/>
              <a:chExt cx="2208" cy="960"/>
            </a:xfrm>
          </p:grpSpPr>
          <p:grpSp>
            <p:nvGrpSpPr>
              <p:cNvPr id="22921" name="Group 446"/>
              <p:cNvGrpSpPr>
                <a:grpSpLocks/>
              </p:cNvGrpSpPr>
              <p:nvPr/>
            </p:nvGrpSpPr>
            <p:grpSpPr bwMode="auto">
              <a:xfrm>
                <a:off x="3336" y="3200"/>
                <a:ext cx="1648" cy="640"/>
                <a:chOff x="1360" y="2832"/>
                <a:chExt cx="1648" cy="640"/>
              </a:xfrm>
            </p:grpSpPr>
            <p:sp>
              <p:nvSpPr>
                <p:cNvPr id="22700" name="Rectangle 447" descr="Large confetti"/>
                <p:cNvSpPr>
                  <a:spLocks noChangeArrowheads="1"/>
                </p:cNvSpPr>
                <p:nvPr/>
              </p:nvSpPr>
              <p:spPr bwMode="auto">
                <a:xfrm>
                  <a:off x="2745" y="2848"/>
                  <a:ext cx="47" cy="6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22" name="Group 448"/>
                <p:cNvGrpSpPr>
                  <a:grpSpLocks/>
                </p:cNvGrpSpPr>
                <p:nvPr/>
              </p:nvGrpSpPr>
              <p:grpSpPr bwMode="auto">
                <a:xfrm>
                  <a:off x="1360" y="2832"/>
                  <a:ext cx="1648" cy="640"/>
                  <a:chOff x="1360" y="2824"/>
                  <a:chExt cx="1648" cy="640"/>
                </a:xfrm>
              </p:grpSpPr>
              <p:sp>
                <p:nvSpPr>
                  <p:cNvPr id="22702" name="Rectangle 449" descr="Large confetti"/>
                  <p:cNvSpPr>
                    <a:spLocks noChangeArrowheads="1"/>
                  </p:cNvSpPr>
                  <p:nvPr/>
                </p:nvSpPr>
                <p:spPr bwMode="auto">
                  <a:xfrm>
                    <a:off x="2872" y="2824"/>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26" name="Group 450"/>
                  <p:cNvGrpSpPr>
                    <a:grpSpLocks/>
                  </p:cNvGrpSpPr>
                  <p:nvPr/>
                </p:nvGrpSpPr>
                <p:grpSpPr bwMode="auto">
                  <a:xfrm>
                    <a:off x="1360" y="2840"/>
                    <a:ext cx="1648" cy="624"/>
                    <a:chOff x="1360" y="2840"/>
                    <a:chExt cx="1648" cy="624"/>
                  </a:xfrm>
                </p:grpSpPr>
                <p:sp>
                  <p:nvSpPr>
                    <p:cNvPr id="22704" name="Freeform 451" descr="Large confetti"/>
                    <p:cNvSpPr>
                      <a:spLocks/>
                    </p:cNvSpPr>
                    <p:nvPr/>
                  </p:nvSpPr>
                  <p:spPr bwMode="auto">
                    <a:xfrm rot="10800000">
                      <a:off x="1760" y="2944"/>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9525">
                      <a:noFill/>
                      <a:round/>
                      <a:headEnd/>
                      <a:tailEnd/>
                    </a:ln>
                  </p:spPr>
                  <p:txBody>
                    <a:bodyPr/>
                    <a:lstStyle/>
                    <a:p>
                      <a:endParaRPr lang="en-US"/>
                    </a:p>
                  </p:txBody>
                </p:sp>
                <p:grpSp>
                  <p:nvGrpSpPr>
                    <p:cNvPr id="22928" name="Group 452"/>
                    <p:cNvGrpSpPr>
                      <a:grpSpLocks/>
                    </p:cNvGrpSpPr>
                    <p:nvPr/>
                  </p:nvGrpSpPr>
                  <p:grpSpPr bwMode="auto">
                    <a:xfrm>
                      <a:off x="1360" y="2840"/>
                      <a:ext cx="1648" cy="624"/>
                      <a:chOff x="1360" y="2840"/>
                      <a:chExt cx="1648" cy="624"/>
                    </a:xfrm>
                  </p:grpSpPr>
                  <p:sp>
                    <p:nvSpPr>
                      <p:cNvPr id="22706" name="Rectangle 453" descr="Large confetti"/>
                      <p:cNvSpPr>
                        <a:spLocks noChangeArrowheads="1"/>
                      </p:cNvSpPr>
                      <p:nvPr/>
                    </p:nvSpPr>
                    <p:spPr bwMode="auto">
                      <a:xfrm>
                        <a:off x="2904" y="2872"/>
                        <a:ext cx="72" cy="9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29" name="Group 454"/>
                      <p:cNvGrpSpPr>
                        <a:grpSpLocks/>
                      </p:cNvGrpSpPr>
                      <p:nvPr/>
                    </p:nvGrpSpPr>
                    <p:grpSpPr bwMode="auto">
                      <a:xfrm>
                        <a:off x="1360" y="2840"/>
                        <a:ext cx="1648" cy="624"/>
                        <a:chOff x="1360" y="2840"/>
                        <a:chExt cx="1648" cy="624"/>
                      </a:xfrm>
                    </p:grpSpPr>
                    <p:sp>
                      <p:nvSpPr>
                        <p:cNvPr id="22708" name="Rectangle 455" descr="Large confetti"/>
                        <p:cNvSpPr>
                          <a:spLocks noChangeArrowheads="1"/>
                        </p:cNvSpPr>
                        <p:nvPr/>
                      </p:nvSpPr>
                      <p:spPr bwMode="auto">
                        <a:xfrm>
                          <a:off x="2296"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grpSp>
                      <p:nvGrpSpPr>
                        <p:cNvPr id="22930" name="Group 456"/>
                        <p:cNvGrpSpPr>
                          <a:grpSpLocks/>
                        </p:cNvGrpSpPr>
                        <p:nvPr/>
                      </p:nvGrpSpPr>
                      <p:grpSpPr bwMode="auto">
                        <a:xfrm>
                          <a:off x="1360" y="2840"/>
                          <a:ext cx="1648" cy="624"/>
                          <a:chOff x="1360" y="2840"/>
                          <a:chExt cx="1648" cy="624"/>
                        </a:xfrm>
                      </p:grpSpPr>
                      <p:sp>
                        <p:nvSpPr>
                          <p:cNvPr id="22710" name="Rectangle 457" descr="Large confetti"/>
                          <p:cNvSpPr>
                            <a:spLocks noChangeArrowheads="1"/>
                          </p:cNvSpPr>
                          <p:nvPr/>
                        </p:nvSpPr>
                        <p:spPr bwMode="auto">
                          <a:xfrm>
                            <a:off x="1584" y="3032"/>
                            <a:ext cx="496" cy="144"/>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1" name="Rectangle 458" descr="Large confetti"/>
                          <p:cNvSpPr>
                            <a:spLocks noChangeArrowheads="1"/>
                          </p:cNvSpPr>
                          <p:nvPr/>
                        </p:nvSpPr>
                        <p:spPr bwMode="auto">
                          <a:xfrm>
                            <a:off x="2752" y="2984"/>
                            <a:ext cx="256" cy="192"/>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2" name="Rectangle 459" descr="Large confetti"/>
                          <p:cNvSpPr>
                            <a:spLocks noChangeArrowheads="1"/>
                          </p:cNvSpPr>
                          <p:nvPr/>
                        </p:nvSpPr>
                        <p:spPr bwMode="auto">
                          <a:xfrm>
                            <a:off x="1392"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3" name="Rectangle 460" descr="Large confetti"/>
                          <p:cNvSpPr>
                            <a:spLocks noChangeArrowheads="1"/>
                          </p:cNvSpPr>
                          <p:nvPr/>
                        </p:nvSpPr>
                        <p:spPr bwMode="auto">
                          <a:xfrm>
                            <a:off x="2080" y="3176"/>
                            <a:ext cx="912" cy="288"/>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4" name="Rectangle 461" descr="Large confetti"/>
                          <p:cNvSpPr>
                            <a:spLocks noChangeArrowheads="1"/>
                          </p:cNvSpPr>
                          <p:nvPr/>
                        </p:nvSpPr>
                        <p:spPr bwMode="auto">
                          <a:xfrm>
                            <a:off x="1360" y="2840"/>
                            <a:ext cx="304" cy="336"/>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5" name="Rectangle 462" descr="Large confetti"/>
                          <p:cNvSpPr>
                            <a:spLocks noChangeArrowheads="1"/>
                          </p:cNvSpPr>
                          <p:nvPr/>
                        </p:nvSpPr>
                        <p:spPr bwMode="auto">
                          <a:xfrm>
                            <a:off x="2728" y="2904"/>
                            <a:ext cx="256" cy="80"/>
                          </a:xfrm>
                          <a:prstGeom prst="rect">
                            <a:avLst/>
                          </a:prstGeom>
                          <a:pattFill prst="lgConfetti">
                            <a:fgClr>
                              <a:srgbClr val="996633"/>
                            </a:fgClr>
                            <a:bgClr>
                              <a:schemeClr val="bg1"/>
                            </a:bgClr>
                          </a:pattFill>
                          <a:ln w="9525">
                            <a:noFill/>
                            <a:miter lim="800000"/>
                            <a:headEnd/>
                            <a:tailEnd/>
                          </a:ln>
                        </p:spPr>
                        <p:txBody>
                          <a:bodyPr wrap="none" anchor="ctr"/>
                          <a:lstStyle/>
                          <a:p>
                            <a:pPr algn="l"/>
                            <a:endParaRPr lang="en-US">
                              <a:solidFill>
                                <a:srgbClr val="996633"/>
                              </a:solidFill>
                            </a:endParaRPr>
                          </a:p>
                        </p:txBody>
                      </p:sp>
                      <p:sp>
                        <p:nvSpPr>
                          <p:cNvPr id="22716" name="Freeform 463" descr="Large confetti"/>
                          <p:cNvSpPr>
                            <a:spLocks/>
                          </p:cNvSpPr>
                          <p:nvPr/>
                        </p:nvSpPr>
                        <p:spPr bwMode="auto">
                          <a:xfrm rot="10800000">
                            <a:off x="2392" y="2936"/>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rgbClr val="FFFFFF"/>
                            </a:bgClr>
                          </a:pattFill>
                          <a:ln w="3175">
                            <a:noFill/>
                            <a:round/>
                            <a:headEnd/>
                            <a:tailEnd/>
                          </a:ln>
                        </p:spPr>
                        <p:txBody>
                          <a:bodyPr/>
                          <a:lstStyle/>
                          <a:p>
                            <a:endParaRPr lang="en-US"/>
                          </a:p>
                        </p:txBody>
                      </p:sp>
                    </p:grpSp>
                  </p:grpSp>
                </p:grpSp>
              </p:grpSp>
            </p:grpSp>
          </p:grpSp>
          <p:grpSp>
            <p:nvGrpSpPr>
              <p:cNvPr id="22938" name="Group 464"/>
              <p:cNvGrpSpPr>
                <a:grpSpLocks/>
              </p:cNvGrpSpPr>
              <p:nvPr/>
            </p:nvGrpSpPr>
            <p:grpSpPr bwMode="auto">
              <a:xfrm>
                <a:off x="3648" y="3216"/>
                <a:ext cx="1056" cy="336"/>
                <a:chOff x="4237" y="2832"/>
                <a:chExt cx="1056" cy="336"/>
              </a:xfrm>
            </p:grpSpPr>
            <p:sp>
              <p:nvSpPr>
                <p:cNvPr id="22689" name="Line 465" descr="Large confetti"/>
                <p:cNvSpPr>
                  <a:spLocks noChangeShapeType="1"/>
                </p:cNvSpPr>
                <p:nvPr/>
              </p:nvSpPr>
              <p:spPr bwMode="auto">
                <a:xfrm>
                  <a:off x="4566" y="3024"/>
                  <a:ext cx="96" cy="0"/>
                </a:xfrm>
                <a:prstGeom prst="line">
                  <a:avLst/>
                </a:prstGeom>
                <a:noFill/>
                <a:ln w="28575">
                  <a:solidFill>
                    <a:schemeClr val="tx1"/>
                  </a:solidFill>
                  <a:round/>
                  <a:headEnd/>
                  <a:tailEnd/>
                </a:ln>
              </p:spPr>
              <p:txBody>
                <a:bodyPr/>
                <a:lstStyle/>
                <a:p>
                  <a:endParaRPr lang="en-US"/>
                </a:p>
              </p:txBody>
            </p:sp>
            <p:sp>
              <p:nvSpPr>
                <p:cNvPr id="22690" name="Line 466" descr="Large confetti"/>
                <p:cNvSpPr>
                  <a:spLocks noChangeShapeType="1"/>
                </p:cNvSpPr>
                <p:nvPr/>
              </p:nvSpPr>
              <p:spPr bwMode="auto">
                <a:xfrm rot="10800000" flipV="1">
                  <a:off x="4656" y="3024"/>
                  <a:ext cx="0" cy="144"/>
                </a:xfrm>
                <a:prstGeom prst="line">
                  <a:avLst/>
                </a:prstGeom>
                <a:noFill/>
                <a:ln w="28575">
                  <a:solidFill>
                    <a:schemeClr val="tx1"/>
                  </a:solidFill>
                  <a:round/>
                  <a:headEnd/>
                  <a:tailEnd/>
                </a:ln>
              </p:spPr>
              <p:txBody>
                <a:bodyPr/>
                <a:lstStyle/>
                <a:p>
                  <a:endParaRPr lang="en-US"/>
                </a:p>
              </p:txBody>
            </p:sp>
            <p:sp>
              <p:nvSpPr>
                <p:cNvPr id="22691" name="Line 467" descr="Large confetti"/>
                <p:cNvSpPr>
                  <a:spLocks noChangeShapeType="1"/>
                </p:cNvSpPr>
                <p:nvPr/>
              </p:nvSpPr>
              <p:spPr bwMode="auto">
                <a:xfrm>
                  <a:off x="5192" y="3024"/>
                  <a:ext cx="96" cy="0"/>
                </a:xfrm>
                <a:prstGeom prst="line">
                  <a:avLst/>
                </a:prstGeom>
                <a:noFill/>
                <a:ln w="28575">
                  <a:solidFill>
                    <a:schemeClr val="tx1"/>
                  </a:solidFill>
                  <a:round/>
                  <a:headEnd/>
                  <a:tailEnd/>
                </a:ln>
              </p:spPr>
              <p:txBody>
                <a:bodyPr/>
                <a:lstStyle/>
                <a:p>
                  <a:endParaRPr lang="en-US"/>
                </a:p>
              </p:txBody>
            </p:sp>
            <p:sp>
              <p:nvSpPr>
                <p:cNvPr id="22692" name="Line 468" descr="Large confetti"/>
                <p:cNvSpPr>
                  <a:spLocks noChangeShapeType="1"/>
                </p:cNvSpPr>
                <p:nvPr/>
              </p:nvSpPr>
              <p:spPr bwMode="auto">
                <a:xfrm rot="10800000" flipV="1">
                  <a:off x="4848" y="3024"/>
                  <a:ext cx="0" cy="144"/>
                </a:xfrm>
                <a:prstGeom prst="line">
                  <a:avLst/>
                </a:prstGeom>
                <a:noFill/>
                <a:ln w="28575">
                  <a:solidFill>
                    <a:schemeClr val="tx1"/>
                  </a:solidFill>
                  <a:round/>
                  <a:headEnd/>
                  <a:tailEnd/>
                </a:ln>
              </p:spPr>
              <p:txBody>
                <a:bodyPr/>
                <a:lstStyle/>
                <a:p>
                  <a:endParaRPr lang="en-US"/>
                </a:p>
              </p:txBody>
            </p:sp>
            <p:sp>
              <p:nvSpPr>
                <p:cNvPr id="22693" name="Line 469" descr="Large confetti"/>
                <p:cNvSpPr>
                  <a:spLocks noChangeShapeType="1"/>
                </p:cNvSpPr>
                <p:nvPr/>
              </p:nvSpPr>
              <p:spPr bwMode="auto">
                <a:xfrm rot="10800000" flipH="1">
                  <a:off x="4237" y="3024"/>
                  <a:ext cx="121" cy="0"/>
                </a:xfrm>
                <a:prstGeom prst="line">
                  <a:avLst/>
                </a:prstGeom>
                <a:noFill/>
                <a:ln w="28575">
                  <a:solidFill>
                    <a:schemeClr val="tx1"/>
                  </a:solidFill>
                  <a:round/>
                  <a:headEnd/>
                  <a:tailEnd/>
                </a:ln>
              </p:spPr>
              <p:txBody>
                <a:bodyPr/>
                <a:lstStyle/>
                <a:p>
                  <a:endParaRPr lang="en-US"/>
                </a:p>
              </p:txBody>
            </p:sp>
            <p:sp>
              <p:nvSpPr>
                <p:cNvPr id="22694" name="Line 470" descr="Large confetti"/>
                <p:cNvSpPr>
                  <a:spLocks noChangeShapeType="1"/>
                </p:cNvSpPr>
                <p:nvPr/>
              </p:nvSpPr>
              <p:spPr bwMode="auto">
                <a:xfrm rot="10800000" flipV="1">
                  <a:off x="5293" y="2832"/>
                  <a:ext cx="0" cy="192"/>
                </a:xfrm>
                <a:prstGeom prst="line">
                  <a:avLst/>
                </a:prstGeom>
                <a:noFill/>
                <a:ln w="28575">
                  <a:solidFill>
                    <a:schemeClr val="tx1"/>
                  </a:solidFill>
                  <a:round/>
                  <a:headEnd/>
                  <a:tailEnd/>
                </a:ln>
              </p:spPr>
              <p:txBody>
                <a:bodyPr/>
                <a:lstStyle/>
                <a:p>
                  <a:endParaRPr lang="en-US"/>
                </a:p>
              </p:txBody>
            </p:sp>
            <p:sp>
              <p:nvSpPr>
                <p:cNvPr id="22695" name="Line 471" descr="Large confetti"/>
                <p:cNvSpPr>
                  <a:spLocks noChangeShapeType="1"/>
                </p:cNvSpPr>
                <p:nvPr/>
              </p:nvSpPr>
              <p:spPr bwMode="auto">
                <a:xfrm rot="10800000">
                  <a:off x="4237" y="2832"/>
                  <a:ext cx="0" cy="192"/>
                </a:xfrm>
                <a:prstGeom prst="line">
                  <a:avLst/>
                </a:prstGeom>
                <a:noFill/>
                <a:ln w="28575">
                  <a:solidFill>
                    <a:schemeClr val="tx1"/>
                  </a:solidFill>
                  <a:round/>
                  <a:headEnd/>
                  <a:tailEnd/>
                </a:ln>
              </p:spPr>
              <p:txBody>
                <a:bodyPr/>
                <a:lstStyle/>
                <a:p>
                  <a:endParaRPr lang="en-US"/>
                </a:p>
              </p:txBody>
            </p:sp>
            <p:sp>
              <p:nvSpPr>
                <p:cNvPr id="22696" name="Freeform 472" descr="Large confetti"/>
                <p:cNvSpPr>
                  <a:spLocks/>
                </p:cNvSpPr>
                <p:nvPr/>
              </p:nvSpPr>
              <p:spPr bwMode="auto">
                <a:xfrm rot="10800000">
                  <a:off x="4966" y="2920"/>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697" name="Freeform 473" descr="Large confetti"/>
                <p:cNvSpPr>
                  <a:spLocks/>
                </p:cNvSpPr>
                <p:nvPr/>
              </p:nvSpPr>
              <p:spPr bwMode="auto">
                <a:xfrm rot="10800000">
                  <a:off x="4334" y="2928"/>
                  <a:ext cx="240" cy="104"/>
                </a:xfrm>
                <a:custGeom>
                  <a:avLst/>
                  <a:gdLst>
                    <a:gd name="T0" fmla="*/ 0 w 712"/>
                    <a:gd name="T1" fmla="*/ 12 h 496"/>
                    <a:gd name="T2" fmla="*/ 13 w 712"/>
                    <a:gd name="T3" fmla="*/ 35 h 496"/>
                    <a:gd name="T4" fmla="*/ 35 w 712"/>
                    <a:gd name="T5" fmla="*/ 74 h 496"/>
                    <a:gd name="T6" fmla="*/ 40 w 712"/>
                    <a:gd name="T7" fmla="*/ 82 h 496"/>
                    <a:gd name="T8" fmla="*/ 97 w 712"/>
                    <a:gd name="T9" fmla="*/ 104 h 496"/>
                    <a:gd name="T10" fmla="*/ 135 w 712"/>
                    <a:gd name="T11" fmla="*/ 96 h 496"/>
                    <a:gd name="T12" fmla="*/ 151 w 712"/>
                    <a:gd name="T13" fmla="*/ 89 h 496"/>
                    <a:gd name="T14" fmla="*/ 164 w 712"/>
                    <a:gd name="T15" fmla="*/ 72 h 496"/>
                    <a:gd name="T16" fmla="*/ 173 w 712"/>
                    <a:gd name="T17" fmla="*/ 65 h 496"/>
                    <a:gd name="T18" fmla="*/ 200 w 712"/>
                    <a:gd name="T19" fmla="*/ 35 h 496"/>
                    <a:gd name="T20" fmla="*/ 240 w 712"/>
                    <a:gd name="T21" fmla="*/ 0 h 4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12"/>
                    <a:gd name="T34" fmla="*/ 0 h 496"/>
                    <a:gd name="T35" fmla="*/ 712 w 712"/>
                    <a:gd name="T36" fmla="*/ 496 h 4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12" h="496">
                      <a:moveTo>
                        <a:pt x="0" y="56"/>
                      </a:moveTo>
                      <a:cubicBezTo>
                        <a:pt x="8" y="98"/>
                        <a:pt x="28" y="128"/>
                        <a:pt x="40" y="168"/>
                      </a:cubicBezTo>
                      <a:cubicBezTo>
                        <a:pt x="59" y="233"/>
                        <a:pt x="74" y="291"/>
                        <a:pt x="104" y="352"/>
                      </a:cubicBezTo>
                      <a:cubicBezTo>
                        <a:pt x="110" y="365"/>
                        <a:pt x="111" y="381"/>
                        <a:pt x="120" y="392"/>
                      </a:cubicBezTo>
                      <a:cubicBezTo>
                        <a:pt x="161" y="445"/>
                        <a:pt x="235" y="461"/>
                        <a:pt x="288" y="496"/>
                      </a:cubicBezTo>
                      <a:cubicBezTo>
                        <a:pt x="325" y="483"/>
                        <a:pt x="372" y="484"/>
                        <a:pt x="400" y="456"/>
                      </a:cubicBezTo>
                      <a:cubicBezTo>
                        <a:pt x="430" y="426"/>
                        <a:pt x="413" y="436"/>
                        <a:pt x="448" y="424"/>
                      </a:cubicBezTo>
                      <a:cubicBezTo>
                        <a:pt x="498" y="374"/>
                        <a:pt x="448" y="432"/>
                        <a:pt x="488" y="344"/>
                      </a:cubicBezTo>
                      <a:cubicBezTo>
                        <a:pt x="494" y="332"/>
                        <a:pt x="505" y="324"/>
                        <a:pt x="512" y="312"/>
                      </a:cubicBezTo>
                      <a:cubicBezTo>
                        <a:pt x="614" y="131"/>
                        <a:pt x="516" y="282"/>
                        <a:pt x="592" y="168"/>
                      </a:cubicBezTo>
                      <a:cubicBezTo>
                        <a:pt x="609" y="82"/>
                        <a:pt x="654" y="58"/>
                        <a:pt x="712" y="0"/>
                      </a:cubicBezTo>
                    </a:path>
                  </a:pathLst>
                </a:custGeom>
                <a:pattFill prst="lgConfetti">
                  <a:fgClr>
                    <a:srgbClr val="996633"/>
                  </a:fgClr>
                  <a:bgClr>
                    <a:schemeClr val="bg1"/>
                  </a:bgClr>
                </a:pattFill>
                <a:ln w="28575">
                  <a:solidFill>
                    <a:schemeClr val="tx1"/>
                  </a:solidFill>
                  <a:round/>
                  <a:headEnd/>
                  <a:tailEnd/>
                </a:ln>
              </p:spPr>
              <p:txBody>
                <a:bodyPr/>
                <a:lstStyle/>
                <a:p>
                  <a:endParaRPr lang="en-US"/>
                </a:p>
              </p:txBody>
            </p:sp>
            <p:sp>
              <p:nvSpPr>
                <p:cNvPr id="22698" name="Line 474" descr="Large confetti"/>
                <p:cNvSpPr>
                  <a:spLocks noChangeShapeType="1"/>
                </p:cNvSpPr>
                <p:nvPr/>
              </p:nvSpPr>
              <p:spPr bwMode="auto">
                <a:xfrm rot="10800000">
                  <a:off x="4669" y="3168"/>
                  <a:ext cx="192" cy="0"/>
                </a:xfrm>
                <a:prstGeom prst="line">
                  <a:avLst/>
                </a:prstGeom>
                <a:noFill/>
                <a:ln w="28575">
                  <a:solidFill>
                    <a:schemeClr val="tx1"/>
                  </a:solidFill>
                  <a:round/>
                  <a:headEnd/>
                  <a:tailEnd/>
                </a:ln>
              </p:spPr>
              <p:txBody>
                <a:bodyPr/>
                <a:lstStyle/>
                <a:p>
                  <a:endParaRPr lang="en-US"/>
                </a:p>
              </p:txBody>
            </p:sp>
            <p:sp>
              <p:nvSpPr>
                <p:cNvPr id="22699" name="Line 475" descr="Large confetti"/>
                <p:cNvSpPr>
                  <a:spLocks noChangeShapeType="1"/>
                </p:cNvSpPr>
                <p:nvPr/>
              </p:nvSpPr>
              <p:spPr bwMode="auto">
                <a:xfrm rot="10800000">
                  <a:off x="4861" y="3024"/>
                  <a:ext cx="121" cy="0"/>
                </a:xfrm>
                <a:prstGeom prst="line">
                  <a:avLst/>
                </a:prstGeom>
                <a:noFill/>
                <a:ln w="28575">
                  <a:solidFill>
                    <a:schemeClr val="tx1"/>
                  </a:solidFill>
                  <a:round/>
                  <a:headEnd/>
                  <a:tailEnd/>
                </a:ln>
              </p:spPr>
              <p:txBody>
                <a:bodyPr/>
                <a:lstStyle/>
                <a:p>
                  <a:endParaRPr lang="en-US"/>
                </a:p>
              </p:txBody>
            </p:sp>
          </p:grpSp>
          <p:grpSp>
            <p:nvGrpSpPr>
              <p:cNvPr id="222400" name="Group 476"/>
              <p:cNvGrpSpPr>
                <a:grpSpLocks/>
              </p:cNvGrpSpPr>
              <p:nvPr/>
            </p:nvGrpSpPr>
            <p:grpSpPr bwMode="auto">
              <a:xfrm>
                <a:off x="3072" y="3120"/>
                <a:ext cx="2208" cy="960"/>
                <a:chOff x="350" y="2744"/>
                <a:chExt cx="2208" cy="960"/>
              </a:xfrm>
            </p:grpSpPr>
            <p:sp>
              <p:nvSpPr>
                <p:cNvPr id="22667" name="Line 477"/>
                <p:cNvSpPr>
                  <a:spLocks noChangeShapeType="1"/>
                </p:cNvSpPr>
                <p:nvPr/>
              </p:nvSpPr>
              <p:spPr bwMode="auto">
                <a:xfrm rot="10800000">
                  <a:off x="2510" y="2744"/>
                  <a:ext cx="48" cy="0"/>
                </a:xfrm>
                <a:prstGeom prst="line">
                  <a:avLst/>
                </a:prstGeom>
                <a:noFill/>
                <a:ln w="28575">
                  <a:solidFill>
                    <a:schemeClr val="tx1"/>
                  </a:solidFill>
                  <a:round/>
                  <a:headEnd/>
                  <a:tailEnd/>
                </a:ln>
              </p:spPr>
              <p:txBody>
                <a:bodyPr/>
                <a:lstStyle/>
                <a:p>
                  <a:endParaRPr lang="en-US"/>
                </a:p>
              </p:txBody>
            </p:sp>
            <p:grpSp>
              <p:nvGrpSpPr>
                <p:cNvPr id="222401" name="Group 478"/>
                <p:cNvGrpSpPr>
                  <a:grpSpLocks/>
                </p:cNvGrpSpPr>
                <p:nvPr/>
              </p:nvGrpSpPr>
              <p:grpSpPr bwMode="auto">
                <a:xfrm>
                  <a:off x="350" y="2744"/>
                  <a:ext cx="2199" cy="960"/>
                  <a:chOff x="3638" y="2736"/>
                  <a:chExt cx="2199" cy="960"/>
                </a:xfrm>
              </p:grpSpPr>
              <p:sp>
                <p:nvSpPr>
                  <p:cNvPr id="22669" name="Line 479"/>
                  <p:cNvSpPr>
                    <a:spLocks noChangeShapeType="1"/>
                  </p:cNvSpPr>
                  <p:nvPr/>
                </p:nvSpPr>
                <p:spPr bwMode="auto">
                  <a:xfrm rot="10800000" flipH="1">
                    <a:off x="5693" y="2920"/>
                    <a:ext cx="144" cy="0"/>
                  </a:xfrm>
                  <a:prstGeom prst="line">
                    <a:avLst/>
                  </a:prstGeom>
                  <a:noFill/>
                  <a:ln w="28575">
                    <a:solidFill>
                      <a:schemeClr val="tx1"/>
                    </a:solidFill>
                    <a:round/>
                    <a:headEnd/>
                    <a:tailEnd/>
                  </a:ln>
                </p:spPr>
                <p:txBody>
                  <a:bodyPr/>
                  <a:lstStyle/>
                  <a:p>
                    <a:endParaRPr lang="en-US"/>
                  </a:p>
                </p:txBody>
              </p:sp>
              <p:grpSp>
                <p:nvGrpSpPr>
                  <p:cNvPr id="222402" name="Group 480"/>
                  <p:cNvGrpSpPr>
                    <a:grpSpLocks/>
                  </p:cNvGrpSpPr>
                  <p:nvPr/>
                </p:nvGrpSpPr>
                <p:grpSpPr bwMode="auto">
                  <a:xfrm>
                    <a:off x="3638" y="2736"/>
                    <a:ext cx="2199" cy="960"/>
                    <a:chOff x="3638" y="2736"/>
                    <a:chExt cx="2199" cy="960"/>
                  </a:xfrm>
                </p:grpSpPr>
                <p:sp>
                  <p:nvSpPr>
                    <p:cNvPr id="22671" name="Line 481"/>
                    <p:cNvSpPr>
                      <a:spLocks noChangeShapeType="1"/>
                    </p:cNvSpPr>
                    <p:nvPr/>
                  </p:nvSpPr>
                  <p:spPr bwMode="auto">
                    <a:xfrm rot="10800000">
                      <a:off x="3686" y="2744"/>
                      <a:ext cx="0" cy="144"/>
                    </a:xfrm>
                    <a:prstGeom prst="line">
                      <a:avLst/>
                    </a:prstGeom>
                    <a:noFill/>
                    <a:ln w="28575">
                      <a:solidFill>
                        <a:schemeClr val="tx1"/>
                      </a:solidFill>
                      <a:round/>
                      <a:headEnd/>
                      <a:tailEnd/>
                    </a:ln>
                  </p:spPr>
                  <p:txBody>
                    <a:bodyPr/>
                    <a:lstStyle/>
                    <a:p>
                      <a:endParaRPr lang="en-US"/>
                    </a:p>
                  </p:txBody>
                </p:sp>
                <p:grpSp>
                  <p:nvGrpSpPr>
                    <p:cNvPr id="222403" name="Group 482"/>
                    <p:cNvGrpSpPr>
                      <a:grpSpLocks/>
                    </p:cNvGrpSpPr>
                    <p:nvPr/>
                  </p:nvGrpSpPr>
                  <p:grpSpPr bwMode="auto">
                    <a:xfrm>
                      <a:off x="3638" y="2736"/>
                      <a:ext cx="2199" cy="960"/>
                      <a:chOff x="3638" y="2736"/>
                      <a:chExt cx="2199" cy="960"/>
                    </a:xfrm>
                  </p:grpSpPr>
                  <p:grpSp>
                    <p:nvGrpSpPr>
                      <p:cNvPr id="222404" name="Group 483"/>
                      <p:cNvGrpSpPr>
                        <a:grpSpLocks/>
                      </p:cNvGrpSpPr>
                      <p:nvPr/>
                    </p:nvGrpSpPr>
                    <p:grpSpPr bwMode="auto">
                      <a:xfrm rot="10800000">
                        <a:off x="3638" y="2736"/>
                        <a:ext cx="144" cy="192"/>
                        <a:chOff x="2880" y="1536"/>
                        <a:chExt cx="144" cy="192"/>
                      </a:xfrm>
                    </p:grpSpPr>
                    <p:sp>
                      <p:nvSpPr>
                        <p:cNvPr id="22685" name="Line 484"/>
                        <p:cNvSpPr>
                          <a:spLocks noChangeShapeType="1"/>
                        </p:cNvSpPr>
                        <p:nvPr/>
                      </p:nvSpPr>
                      <p:spPr bwMode="auto">
                        <a:xfrm>
                          <a:off x="2880" y="1536"/>
                          <a:ext cx="144" cy="0"/>
                        </a:xfrm>
                        <a:prstGeom prst="line">
                          <a:avLst/>
                        </a:prstGeom>
                        <a:noFill/>
                        <a:ln w="28575">
                          <a:solidFill>
                            <a:schemeClr val="tx1"/>
                          </a:solidFill>
                          <a:round/>
                          <a:headEnd/>
                          <a:tailEnd/>
                        </a:ln>
                      </p:spPr>
                      <p:txBody>
                        <a:bodyPr/>
                        <a:lstStyle/>
                        <a:p>
                          <a:endParaRPr lang="en-US"/>
                        </a:p>
                      </p:txBody>
                    </p:sp>
                    <p:sp>
                      <p:nvSpPr>
                        <p:cNvPr id="22686" name="Line 485"/>
                        <p:cNvSpPr>
                          <a:spLocks noChangeShapeType="1"/>
                        </p:cNvSpPr>
                        <p:nvPr/>
                      </p:nvSpPr>
                      <p:spPr bwMode="auto">
                        <a:xfrm>
                          <a:off x="2880" y="1568"/>
                          <a:ext cx="96" cy="0"/>
                        </a:xfrm>
                        <a:prstGeom prst="line">
                          <a:avLst/>
                        </a:prstGeom>
                        <a:noFill/>
                        <a:ln w="28575">
                          <a:solidFill>
                            <a:schemeClr val="tx1"/>
                          </a:solidFill>
                          <a:round/>
                          <a:headEnd/>
                          <a:tailEnd/>
                        </a:ln>
                      </p:spPr>
                      <p:txBody>
                        <a:bodyPr/>
                        <a:lstStyle/>
                        <a:p>
                          <a:endParaRPr lang="en-US"/>
                        </a:p>
                      </p:txBody>
                    </p:sp>
                    <p:sp>
                      <p:nvSpPr>
                        <p:cNvPr id="22687" name="Line 486"/>
                        <p:cNvSpPr>
                          <a:spLocks noChangeShapeType="1"/>
                        </p:cNvSpPr>
                        <p:nvPr/>
                      </p:nvSpPr>
                      <p:spPr bwMode="auto">
                        <a:xfrm>
                          <a:off x="3008" y="1536"/>
                          <a:ext cx="0" cy="192"/>
                        </a:xfrm>
                        <a:prstGeom prst="line">
                          <a:avLst/>
                        </a:prstGeom>
                        <a:noFill/>
                        <a:ln w="28575">
                          <a:solidFill>
                            <a:schemeClr val="tx1"/>
                          </a:solidFill>
                          <a:round/>
                          <a:headEnd/>
                          <a:tailEnd/>
                        </a:ln>
                      </p:spPr>
                      <p:txBody>
                        <a:bodyPr/>
                        <a:lstStyle/>
                        <a:p>
                          <a:endParaRPr lang="en-US"/>
                        </a:p>
                      </p:txBody>
                    </p:sp>
                    <p:sp>
                      <p:nvSpPr>
                        <p:cNvPr id="22688" name="Line 487"/>
                        <p:cNvSpPr>
                          <a:spLocks noChangeShapeType="1"/>
                        </p:cNvSpPr>
                        <p:nvPr/>
                      </p:nvSpPr>
                      <p:spPr bwMode="auto">
                        <a:xfrm>
                          <a:off x="2976" y="1728"/>
                          <a:ext cx="48" cy="0"/>
                        </a:xfrm>
                        <a:prstGeom prst="line">
                          <a:avLst/>
                        </a:prstGeom>
                        <a:noFill/>
                        <a:ln w="28575">
                          <a:solidFill>
                            <a:schemeClr val="tx1"/>
                          </a:solidFill>
                          <a:round/>
                          <a:headEnd/>
                          <a:tailEnd/>
                        </a:ln>
                      </p:spPr>
                      <p:txBody>
                        <a:bodyPr/>
                        <a:lstStyle/>
                        <a:p>
                          <a:endParaRPr lang="en-US"/>
                        </a:p>
                      </p:txBody>
                    </p:sp>
                  </p:grpSp>
                  <p:sp>
                    <p:nvSpPr>
                      <p:cNvPr id="22674" name="Rectangle 488"/>
                      <p:cNvSpPr>
                        <a:spLocks noChangeArrowheads="1"/>
                      </p:cNvSpPr>
                      <p:nvPr/>
                    </p:nvSpPr>
                    <p:spPr bwMode="auto">
                      <a:xfrm rot="10800000">
                        <a:off x="5550"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675" name="Rectangle 489"/>
                      <p:cNvSpPr>
                        <a:spLocks noChangeArrowheads="1"/>
                      </p:cNvSpPr>
                      <p:nvPr/>
                    </p:nvSpPr>
                    <p:spPr bwMode="auto">
                      <a:xfrm rot="10800000">
                        <a:off x="3790" y="3456"/>
                        <a:ext cx="1920" cy="96"/>
                      </a:xfrm>
                      <a:prstGeom prst="rect">
                        <a:avLst/>
                      </a:prstGeom>
                      <a:solidFill>
                        <a:srgbClr val="996633"/>
                      </a:solidFill>
                      <a:ln w="28575">
                        <a:solidFill>
                          <a:schemeClr val="tx1"/>
                        </a:solidFill>
                        <a:miter lim="800000"/>
                        <a:headEnd/>
                        <a:tailEnd/>
                      </a:ln>
                    </p:spPr>
                    <p:txBody>
                      <a:bodyPr wrap="none" anchor="ctr"/>
                      <a:lstStyle/>
                      <a:p>
                        <a:endParaRPr lang="en-US"/>
                      </a:p>
                    </p:txBody>
                  </p:sp>
                  <p:sp>
                    <p:nvSpPr>
                      <p:cNvPr id="22676" name="Rectangle 490"/>
                      <p:cNvSpPr>
                        <a:spLocks noChangeArrowheads="1"/>
                      </p:cNvSpPr>
                      <p:nvPr/>
                    </p:nvSpPr>
                    <p:spPr bwMode="auto">
                      <a:xfrm rot="10800000">
                        <a:off x="3846" y="2832"/>
                        <a:ext cx="96" cy="624"/>
                      </a:xfrm>
                      <a:prstGeom prst="rect">
                        <a:avLst/>
                      </a:prstGeom>
                      <a:solidFill>
                        <a:schemeClr val="folHlink"/>
                      </a:solidFill>
                      <a:ln w="28575">
                        <a:solidFill>
                          <a:schemeClr val="tx1"/>
                        </a:solidFill>
                        <a:miter lim="800000"/>
                        <a:headEnd/>
                        <a:tailEnd/>
                      </a:ln>
                    </p:spPr>
                    <p:txBody>
                      <a:bodyPr wrap="none" anchor="ctr"/>
                      <a:lstStyle/>
                      <a:p>
                        <a:endParaRPr lang="en-US"/>
                      </a:p>
                    </p:txBody>
                  </p:sp>
                  <p:sp>
                    <p:nvSpPr>
                      <p:cNvPr id="22677" name="Rectangle 491"/>
                      <p:cNvSpPr>
                        <a:spLocks noChangeArrowheads="1"/>
                      </p:cNvSpPr>
                      <p:nvPr/>
                    </p:nvSpPr>
                    <p:spPr bwMode="auto">
                      <a:xfrm rot="10800000">
                        <a:off x="3790" y="2832"/>
                        <a:ext cx="48" cy="192"/>
                      </a:xfrm>
                      <a:prstGeom prst="rect">
                        <a:avLst/>
                      </a:prstGeom>
                      <a:solidFill>
                        <a:schemeClr val="accent2"/>
                      </a:solidFill>
                      <a:ln w="28575">
                        <a:solidFill>
                          <a:schemeClr val="tx1"/>
                        </a:solidFill>
                        <a:miter lim="800000"/>
                        <a:headEnd/>
                        <a:tailEnd/>
                      </a:ln>
                    </p:spPr>
                    <p:txBody>
                      <a:bodyPr rot="10800000" wrap="none" anchor="ctr"/>
                      <a:lstStyle/>
                      <a:p>
                        <a:endParaRPr lang="en-US"/>
                      </a:p>
                    </p:txBody>
                  </p:sp>
                  <p:sp>
                    <p:nvSpPr>
                      <p:cNvPr id="22678" name="Rectangle 492"/>
                      <p:cNvSpPr>
                        <a:spLocks noChangeArrowheads="1"/>
                      </p:cNvSpPr>
                      <p:nvPr/>
                    </p:nvSpPr>
                    <p:spPr bwMode="auto">
                      <a:xfrm rot="10800000">
                        <a:off x="5655" y="2832"/>
                        <a:ext cx="48" cy="192"/>
                      </a:xfrm>
                      <a:prstGeom prst="rect">
                        <a:avLst/>
                      </a:prstGeom>
                      <a:solidFill>
                        <a:schemeClr val="accent2"/>
                      </a:solidFill>
                      <a:ln w="28575">
                        <a:solidFill>
                          <a:schemeClr val="tx1"/>
                        </a:solidFill>
                        <a:miter lim="800000"/>
                        <a:headEnd/>
                        <a:tailEnd/>
                      </a:ln>
                    </p:spPr>
                    <p:txBody>
                      <a:bodyPr wrap="none" anchor="ctr"/>
                      <a:lstStyle/>
                      <a:p>
                        <a:endParaRPr lang="en-US"/>
                      </a:p>
                    </p:txBody>
                  </p:sp>
                  <p:sp>
                    <p:nvSpPr>
                      <p:cNvPr id="22679" name="Rectangle 493"/>
                      <p:cNvSpPr>
                        <a:spLocks noChangeArrowheads="1"/>
                      </p:cNvSpPr>
                      <p:nvPr/>
                    </p:nvSpPr>
                    <p:spPr bwMode="auto">
                      <a:xfrm rot="10800000">
                        <a:off x="5256"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680" name="Rectangle 494"/>
                      <p:cNvSpPr>
                        <a:spLocks noChangeArrowheads="1"/>
                      </p:cNvSpPr>
                      <p:nvPr/>
                    </p:nvSpPr>
                    <p:spPr bwMode="auto">
                      <a:xfrm rot="10800000">
                        <a:off x="3998" y="3552"/>
                        <a:ext cx="240" cy="144"/>
                      </a:xfrm>
                      <a:prstGeom prst="rect">
                        <a:avLst/>
                      </a:prstGeom>
                      <a:solidFill>
                        <a:schemeClr val="accent1"/>
                      </a:solidFill>
                      <a:ln w="28575">
                        <a:solidFill>
                          <a:schemeClr val="tx1"/>
                        </a:solidFill>
                        <a:miter lim="800000"/>
                        <a:headEnd/>
                        <a:tailEnd/>
                      </a:ln>
                    </p:spPr>
                    <p:txBody>
                      <a:bodyPr wrap="none" anchor="ctr"/>
                      <a:lstStyle/>
                      <a:p>
                        <a:endParaRPr lang="en-US"/>
                      </a:p>
                    </p:txBody>
                  </p:sp>
                  <p:sp>
                    <p:nvSpPr>
                      <p:cNvPr id="22681" name="Line 495"/>
                      <p:cNvSpPr>
                        <a:spLocks noChangeShapeType="1"/>
                      </p:cNvSpPr>
                      <p:nvPr/>
                    </p:nvSpPr>
                    <p:spPr bwMode="auto">
                      <a:xfrm rot="10800000" flipH="1">
                        <a:off x="5709" y="2888"/>
                        <a:ext cx="96" cy="0"/>
                      </a:xfrm>
                      <a:prstGeom prst="line">
                        <a:avLst/>
                      </a:prstGeom>
                      <a:noFill/>
                      <a:ln w="28575">
                        <a:solidFill>
                          <a:schemeClr val="tx1"/>
                        </a:solidFill>
                        <a:round/>
                        <a:headEnd/>
                        <a:tailEnd/>
                      </a:ln>
                    </p:spPr>
                    <p:txBody>
                      <a:bodyPr/>
                      <a:lstStyle/>
                      <a:p>
                        <a:endParaRPr lang="en-US"/>
                      </a:p>
                    </p:txBody>
                  </p:sp>
                  <p:grpSp>
                    <p:nvGrpSpPr>
                      <p:cNvPr id="222405" name="Group 496"/>
                      <p:cNvGrpSpPr>
                        <a:grpSpLocks/>
                      </p:cNvGrpSpPr>
                      <p:nvPr/>
                    </p:nvGrpSpPr>
                    <p:grpSpPr bwMode="auto">
                      <a:xfrm rot="10800000">
                        <a:off x="5805" y="2736"/>
                        <a:ext cx="32" cy="192"/>
                        <a:chOff x="816" y="1632"/>
                        <a:chExt cx="32" cy="192"/>
                      </a:xfrm>
                    </p:grpSpPr>
                    <p:sp>
                      <p:nvSpPr>
                        <p:cNvPr id="22683" name="Line 497"/>
                        <p:cNvSpPr>
                          <a:spLocks noChangeShapeType="1"/>
                        </p:cNvSpPr>
                        <p:nvPr/>
                      </p:nvSpPr>
                      <p:spPr bwMode="auto">
                        <a:xfrm>
                          <a:off x="816" y="1632"/>
                          <a:ext cx="0" cy="184"/>
                        </a:xfrm>
                        <a:prstGeom prst="line">
                          <a:avLst/>
                        </a:prstGeom>
                        <a:noFill/>
                        <a:ln w="28575">
                          <a:solidFill>
                            <a:schemeClr val="tx1"/>
                          </a:solidFill>
                          <a:round/>
                          <a:headEnd/>
                          <a:tailEnd/>
                        </a:ln>
                      </p:spPr>
                      <p:txBody>
                        <a:bodyPr/>
                        <a:lstStyle/>
                        <a:p>
                          <a:endParaRPr lang="en-US"/>
                        </a:p>
                      </p:txBody>
                    </p:sp>
                    <p:sp>
                      <p:nvSpPr>
                        <p:cNvPr id="22684" name="Line 498"/>
                        <p:cNvSpPr>
                          <a:spLocks noChangeShapeType="1"/>
                        </p:cNvSpPr>
                        <p:nvPr/>
                      </p:nvSpPr>
                      <p:spPr bwMode="auto">
                        <a:xfrm flipV="1">
                          <a:off x="848" y="1680"/>
                          <a:ext cx="0" cy="144"/>
                        </a:xfrm>
                        <a:prstGeom prst="line">
                          <a:avLst/>
                        </a:prstGeom>
                        <a:noFill/>
                        <a:ln w="28575">
                          <a:solidFill>
                            <a:schemeClr val="tx1"/>
                          </a:solidFill>
                          <a:round/>
                          <a:headEnd/>
                          <a:tailEnd/>
                        </a:ln>
                      </p:spPr>
                      <p:txBody>
                        <a:bodyPr/>
                        <a:lstStyle/>
                        <a:p>
                          <a:endParaRPr lang="en-US"/>
                        </a:p>
                      </p:txBody>
                    </p:sp>
                  </p:grpSp>
                </p:grpSp>
              </p:grpSp>
            </p:grpSp>
          </p:grpSp>
        </p:grpSp>
        <p:grpSp>
          <p:nvGrpSpPr>
            <p:cNvPr id="222406" name="Group 499"/>
            <p:cNvGrpSpPr>
              <a:grpSpLocks/>
            </p:cNvGrpSpPr>
            <p:nvPr/>
          </p:nvGrpSpPr>
          <p:grpSpPr bwMode="auto">
            <a:xfrm>
              <a:off x="2672" y="3216"/>
              <a:ext cx="2424" cy="448"/>
              <a:chOff x="3240" y="2816"/>
              <a:chExt cx="2424" cy="448"/>
            </a:xfrm>
          </p:grpSpPr>
          <p:sp>
            <p:nvSpPr>
              <p:cNvPr id="22661" name="Rectangle 500"/>
              <p:cNvSpPr>
                <a:spLocks noChangeArrowheads="1"/>
              </p:cNvSpPr>
              <p:nvPr/>
            </p:nvSpPr>
            <p:spPr bwMode="auto">
              <a:xfrm>
                <a:off x="3240" y="3072"/>
                <a:ext cx="584" cy="192"/>
              </a:xfrm>
              <a:prstGeom prst="rect">
                <a:avLst/>
              </a:prstGeom>
              <a:solidFill>
                <a:schemeClr val="bg1"/>
              </a:solidFill>
              <a:ln w="9525">
                <a:noFill/>
                <a:miter lim="800000"/>
                <a:headEnd/>
                <a:tailEnd/>
              </a:ln>
            </p:spPr>
            <p:txBody>
              <a:bodyPr wrap="none" anchor="ctr"/>
              <a:lstStyle/>
              <a:p>
                <a:pPr algn="l"/>
                <a:r>
                  <a:rPr lang="en-US" sz="1600" b="1"/>
                  <a:t>Parting</a:t>
                </a:r>
              </a:p>
              <a:p>
                <a:pPr algn="l"/>
                <a:r>
                  <a:rPr lang="en-US" sz="1600" b="1"/>
                  <a:t> line</a:t>
                </a:r>
              </a:p>
            </p:txBody>
          </p:sp>
          <p:sp>
            <p:nvSpPr>
              <p:cNvPr id="22662" name="Line 501"/>
              <p:cNvSpPr>
                <a:spLocks noChangeShapeType="1"/>
              </p:cNvSpPr>
              <p:nvPr/>
            </p:nvSpPr>
            <p:spPr bwMode="auto">
              <a:xfrm>
                <a:off x="3840" y="2816"/>
                <a:ext cx="1824" cy="0"/>
              </a:xfrm>
              <a:prstGeom prst="line">
                <a:avLst/>
              </a:prstGeom>
              <a:noFill/>
              <a:ln w="28575">
                <a:solidFill>
                  <a:schemeClr val="tx1"/>
                </a:solidFill>
                <a:round/>
                <a:headEnd/>
                <a:tailEnd/>
              </a:ln>
            </p:spPr>
            <p:txBody>
              <a:bodyPr/>
              <a:lstStyle/>
              <a:p>
                <a:endParaRPr lang="en-US"/>
              </a:p>
            </p:txBody>
          </p:sp>
          <p:sp>
            <p:nvSpPr>
              <p:cNvPr id="22663" name="Line 502"/>
              <p:cNvSpPr>
                <a:spLocks noChangeShapeType="1"/>
              </p:cNvSpPr>
              <p:nvPr/>
            </p:nvSpPr>
            <p:spPr bwMode="auto">
              <a:xfrm flipV="1">
                <a:off x="3792" y="2832"/>
                <a:ext cx="288" cy="288"/>
              </a:xfrm>
              <a:prstGeom prst="line">
                <a:avLst/>
              </a:prstGeom>
              <a:noFill/>
              <a:ln w="9525">
                <a:solidFill>
                  <a:srgbClr val="FF3300"/>
                </a:solidFill>
                <a:round/>
                <a:headEnd/>
                <a:tailEnd type="triangle" w="med" len="med"/>
              </a:ln>
            </p:spPr>
            <p:txBody>
              <a:bodyPr/>
              <a:lstStyle/>
              <a:p>
                <a:endParaRPr lang="en-US"/>
              </a:p>
            </p:txBody>
          </p:sp>
        </p:grpSp>
      </p:grpSp>
      <p:grpSp>
        <p:nvGrpSpPr>
          <p:cNvPr id="222407" name="Group 503"/>
          <p:cNvGrpSpPr>
            <a:grpSpLocks/>
          </p:cNvGrpSpPr>
          <p:nvPr/>
        </p:nvGrpSpPr>
        <p:grpSpPr bwMode="auto">
          <a:xfrm>
            <a:off x="7988300" y="3886200"/>
            <a:ext cx="319088" cy="1358900"/>
            <a:chOff x="3495" y="1584"/>
            <a:chExt cx="201" cy="856"/>
          </a:xfrm>
        </p:grpSpPr>
        <p:grpSp>
          <p:nvGrpSpPr>
            <p:cNvPr id="222408" name="Group 504"/>
            <p:cNvGrpSpPr>
              <a:grpSpLocks/>
            </p:cNvGrpSpPr>
            <p:nvPr/>
          </p:nvGrpSpPr>
          <p:grpSpPr bwMode="auto">
            <a:xfrm>
              <a:off x="3504" y="2376"/>
              <a:ext cx="192" cy="64"/>
              <a:chOff x="1400" y="3424"/>
              <a:chExt cx="192" cy="64"/>
            </a:xfrm>
          </p:grpSpPr>
          <p:sp>
            <p:nvSpPr>
              <p:cNvPr id="22656" name="Freeform 505" descr="Denim"/>
              <p:cNvSpPr>
                <a:spLocks/>
              </p:cNvSpPr>
              <p:nvPr/>
            </p:nvSpPr>
            <p:spPr bwMode="auto">
              <a:xfrm>
                <a:off x="1400" y="3432"/>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4"/>
                <a:srcRect/>
                <a:tile tx="0" ty="0" sx="100000" sy="100000" flip="none" algn="tl"/>
              </a:blipFill>
              <a:ln w="9525">
                <a:solidFill>
                  <a:schemeClr val="tx1"/>
                </a:solidFill>
                <a:round/>
                <a:headEnd/>
                <a:tailEnd/>
              </a:ln>
            </p:spPr>
            <p:txBody>
              <a:bodyPr/>
              <a:lstStyle/>
              <a:p>
                <a:endParaRPr lang="en-US"/>
              </a:p>
            </p:txBody>
          </p:sp>
          <p:sp>
            <p:nvSpPr>
              <p:cNvPr id="22657" name="Freeform 506" descr="Denim"/>
              <p:cNvSpPr>
                <a:spLocks/>
              </p:cNvSpPr>
              <p:nvPr/>
            </p:nvSpPr>
            <p:spPr bwMode="auto">
              <a:xfrm>
                <a:off x="1496" y="3424"/>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4"/>
                <a:srcRect/>
                <a:tile tx="0" ty="0" sx="100000" sy="100000" flip="none" algn="tl"/>
              </a:blipFill>
              <a:ln w="9525">
                <a:solidFill>
                  <a:schemeClr val="tx1"/>
                </a:solidFill>
                <a:round/>
                <a:headEnd/>
                <a:tailEnd/>
              </a:ln>
            </p:spPr>
            <p:txBody>
              <a:bodyPr/>
              <a:lstStyle/>
              <a:p>
                <a:endParaRPr lang="en-US"/>
              </a:p>
            </p:txBody>
          </p:sp>
          <p:sp>
            <p:nvSpPr>
              <p:cNvPr id="22658" name="Freeform 507" descr="Denim"/>
              <p:cNvSpPr>
                <a:spLocks/>
              </p:cNvSpPr>
              <p:nvPr/>
            </p:nvSpPr>
            <p:spPr bwMode="auto">
              <a:xfrm rot="10800000">
                <a:off x="1448" y="3440"/>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4"/>
                <a:srcRect/>
                <a:tile tx="0" ty="0" sx="100000" sy="100000" flip="none" algn="tl"/>
              </a:blipFill>
              <a:ln w="9525">
                <a:solidFill>
                  <a:schemeClr val="tx1"/>
                </a:solidFill>
                <a:round/>
                <a:headEnd/>
                <a:tailEnd/>
              </a:ln>
            </p:spPr>
            <p:txBody>
              <a:bodyPr/>
              <a:lstStyle/>
              <a:p>
                <a:endParaRPr lang="en-US"/>
              </a:p>
            </p:txBody>
          </p:sp>
        </p:grpSp>
        <p:grpSp>
          <p:nvGrpSpPr>
            <p:cNvPr id="222411" name="Group 508"/>
            <p:cNvGrpSpPr>
              <a:grpSpLocks/>
            </p:cNvGrpSpPr>
            <p:nvPr/>
          </p:nvGrpSpPr>
          <p:grpSpPr bwMode="auto">
            <a:xfrm>
              <a:off x="3495" y="1584"/>
              <a:ext cx="201" cy="856"/>
              <a:chOff x="1391" y="2632"/>
              <a:chExt cx="201" cy="856"/>
            </a:xfrm>
          </p:grpSpPr>
          <p:sp>
            <p:nvSpPr>
              <p:cNvPr id="22641" name="Rectangle 509" descr="Denim"/>
              <p:cNvSpPr>
                <a:spLocks noChangeArrowheads="1"/>
              </p:cNvSpPr>
              <p:nvPr/>
            </p:nvSpPr>
            <p:spPr bwMode="auto">
              <a:xfrm>
                <a:off x="1392" y="2704"/>
                <a:ext cx="96" cy="720"/>
              </a:xfrm>
              <a:prstGeom prst="rect">
                <a:avLst/>
              </a:prstGeom>
              <a:blipFill dpi="0" rotWithShape="1">
                <a:blip r:embed="rId4"/>
                <a:srcRect/>
                <a:tile tx="0" ty="0" sx="100000" sy="100000" flip="none" algn="tl"/>
              </a:blipFill>
              <a:ln w="28575" algn="ctr">
                <a:solidFill>
                  <a:srgbClr val="FF0066"/>
                </a:solidFill>
                <a:miter lim="800000"/>
                <a:headEnd/>
                <a:tailEnd/>
              </a:ln>
            </p:spPr>
            <p:txBody>
              <a:bodyPr wrap="none" anchor="ctr"/>
              <a:lstStyle/>
              <a:p>
                <a:endParaRPr lang="en-US"/>
              </a:p>
            </p:txBody>
          </p:sp>
          <p:sp>
            <p:nvSpPr>
              <p:cNvPr id="22642" name="Rectangle 510" descr="Denim"/>
              <p:cNvSpPr>
                <a:spLocks noChangeArrowheads="1"/>
              </p:cNvSpPr>
              <p:nvPr/>
            </p:nvSpPr>
            <p:spPr bwMode="auto">
              <a:xfrm>
                <a:off x="1488" y="2704"/>
                <a:ext cx="96" cy="720"/>
              </a:xfrm>
              <a:prstGeom prst="rect">
                <a:avLst/>
              </a:prstGeom>
              <a:blipFill dpi="0" rotWithShape="1">
                <a:blip r:embed="rId4"/>
                <a:srcRect/>
                <a:tile tx="0" ty="0" sx="100000" sy="100000" flip="none" algn="tl"/>
              </a:blipFill>
              <a:ln w="28575" algn="ctr">
                <a:solidFill>
                  <a:srgbClr val="FF0066"/>
                </a:solidFill>
                <a:miter lim="800000"/>
                <a:headEnd/>
                <a:tailEnd/>
              </a:ln>
            </p:spPr>
            <p:txBody>
              <a:bodyPr wrap="none" anchor="ctr"/>
              <a:lstStyle/>
              <a:p>
                <a:endParaRPr lang="en-US"/>
              </a:p>
            </p:txBody>
          </p:sp>
          <p:grpSp>
            <p:nvGrpSpPr>
              <p:cNvPr id="222412" name="Group 511"/>
              <p:cNvGrpSpPr>
                <a:grpSpLocks/>
              </p:cNvGrpSpPr>
              <p:nvPr/>
            </p:nvGrpSpPr>
            <p:grpSpPr bwMode="auto">
              <a:xfrm>
                <a:off x="1392" y="3432"/>
                <a:ext cx="200" cy="56"/>
                <a:chOff x="1392" y="3432"/>
                <a:chExt cx="200" cy="56"/>
              </a:xfrm>
            </p:grpSpPr>
            <p:sp>
              <p:nvSpPr>
                <p:cNvPr id="22653" name="Line 512"/>
                <p:cNvSpPr>
                  <a:spLocks noChangeShapeType="1"/>
                </p:cNvSpPr>
                <p:nvPr/>
              </p:nvSpPr>
              <p:spPr bwMode="auto">
                <a:xfrm>
                  <a:off x="1440" y="3480"/>
                  <a:ext cx="96" cy="0"/>
                </a:xfrm>
                <a:prstGeom prst="line">
                  <a:avLst/>
                </a:prstGeom>
                <a:noFill/>
                <a:ln w="28575">
                  <a:solidFill>
                    <a:srgbClr val="FF0066"/>
                  </a:solidFill>
                  <a:round/>
                  <a:headEnd/>
                  <a:tailEnd/>
                </a:ln>
              </p:spPr>
              <p:txBody>
                <a:bodyPr/>
                <a:lstStyle/>
                <a:p>
                  <a:endParaRPr lang="en-US"/>
                </a:p>
              </p:txBody>
            </p:sp>
            <p:sp>
              <p:nvSpPr>
                <p:cNvPr id="22654" name="Line 513"/>
                <p:cNvSpPr>
                  <a:spLocks noChangeShapeType="1"/>
                </p:cNvSpPr>
                <p:nvPr/>
              </p:nvSpPr>
              <p:spPr bwMode="auto">
                <a:xfrm>
                  <a:off x="1392" y="3440"/>
                  <a:ext cx="48" cy="48"/>
                </a:xfrm>
                <a:prstGeom prst="line">
                  <a:avLst/>
                </a:prstGeom>
                <a:noFill/>
                <a:ln w="28575">
                  <a:solidFill>
                    <a:srgbClr val="FF0066"/>
                  </a:solidFill>
                  <a:round/>
                  <a:headEnd/>
                  <a:tailEnd/>
                </a:ln>
              </p:spPr>
              <p:txBody>
                <a:bodyPr/>
                <a:lstStyle/>
                <a:p>
                  <a:endParaRPr lang="en-US"/>
                </a:p>
              </p:txBody>
            </p:sp>
            <p:sp>
              <p:nvSpPr>
                <p:cNvPr id="22655" name="Line 514"/>
                <p:cNvSpPr>
                  <a:spLocks noChangeShapeType="1"/>
                </p:cNvSpPr>
                <p:nvPr/>
              </p:nvSpPr>
              <p:spPr bwMode="auto">
                <a:xfrm flipH="1">
                  <a:off x="1544" y="3432"/>
                  <a:ext cx="48" cy="48"/>
                </a:xfrm>
                <a:prstGeom prst="line">
                  <a:avLst/>
                </a:prstGeom>
                <a:noFill/>
                <a:ln w="28575">
                  <a:solidFill>
                    <a:srgbClr val="FF0066"/>
                  </a:solidFill>
                  <a:round/>
                  <a:headEnd/>
                  <a:tailEnd/>
                </a:ln>
              </p:spPr>
              <p:txBody>
                <a:bodyPr/>
                <a:lstStyle/>
                <a:p>
                  <a:endParaRPr lang="en-US"/>
                </a:p>
              </p:txBody>
            </p:sp>
          </p:grpSp>
          <p:grpSp>
            <p:nvGrpSpPr>
              <p:cNvPr id="222413" name="Group 515"/>
              <p:cNvGrpSpPr>
                <a:grpSpLocks/>
              </p:cNvGrpSpPr>
              <p:nvPr/>
            </p:nvGrpSpPr>
            <p:grpSpPr bwMode="auto">
              <a:xfrm>
                <a:off x="1391" y="2632"/>
                <a:ext cx="200" cy="72"/>
                <a:chOff x="1391" y="2448"/>
                <a:chExt cx="200" cy="72"/>
              </a:xfrm>
            </p:grpSpPr>
            <p:grpSp>
              <p:nvGrpSpPr>
                <p:cNvPr id="222414" name="Group 516"/>
                <p:cNvGrpSpPr>
                  <a:grpSpLocks/>
                </p:cNvGrpSpPr>
                <p:nvPr/>
              </p:nvGrpSpPr>
              <p:grpSpPr bwMode="auto">
                <a:xfrm rot="10800000">
                  <a:off x="1391" y="2456"/>
                  <a:ext cx="192" cy="64"/>
                  <a:chOff x="1400" y="3424"/>
                  <a:chExt cx="192" cy="64"/>
                </a:xfrm>
              </p:grpSpPr>
              <p:sp>
                <p:nvSpPr>
                  <p:cNvPr id="22650" name="Freeform 517" descr="Denim"/>
                  <p:cNvSpPr>
                    <a:spLocks/>
                  </p:cNvSpPr>
                  <p:nvPr/>
                </p:nvSpPr>
                <p:spPr bwMode="auto">
                  <a:xfrm>
                    <a:off x="1400" y="3432"/>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4"/>
                    <a:srcRect/>
                    <a:tile tx="0" ty="0" sx="100000" sy="100000" flip="none" algn="tl"/>
                  </a:blipFill>
                  <a:ln w="9525">
                    <a:solidFill>
                      <a:schemeClr val="tx1"/>
                    </a:solidFill>
                    <a:round/>
                    <a:headEnd/>
                    <a:tailEnd/>
                  </a:ln>
                </p:spPr>
                <p:txBody>
                  <a:bodyPr/>
                  <a:lstStyle/>
                  <a:p>
                    <a:endParaRPr lang="en-US"/>
                  </a:p>
                </p:txBody>
              </p:sp>
              <p:sp>
                <p:nvSpPr>
                  <p:cNvPr id="22651" name="Freeform 518" descr="Denim"/>
                  <p:cNvSpPr>
                    <a:spLocks/>
                  </p:cNvSpPr>
                  <p:nvPr/>
                </p:nvSpPr>
                <p:spPr bwMode="auto">
                  <a:xfrm>
                    <a:off x="1496" y="3424"/>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4"/>
                    <a:srcRect/>
                    <a:tile tx="0" ty="0" sx="100000" sy="100000" flip="none" algn="tl"/>
                  </a:blipFill>
                  <a:ln w="9525">
                    <a:solidFill>
                      <a:schemeClr val="tx1"/>
                    </a:solidFill>
                    <a:round/>
                    <a:headEnd/>
                    <a:tailEnd/>
                  </a:ln>
                </p:spPr>
                <p:txBody>
                  <a:bodyPr/>
                  <a:lstStyle/>
                  <a:p>
                    <a:endParaRPr lang="en-US"/>
                  </a:p>
                </p:txBody>
              </p:sp>
              <p:sp>
                <p:nvSpPr>
                  <p:cNvPr id="22652" name="Freeform 519" descr="Denim"/>
                  <p:cNvSpPr>
                    <a:spLocks/>
                  </p:cNvSpPr>
                  <p:nvPr/>
                </p:nvSpPr>
                <p:spPr bwMode="auto">
                  <a:xfrm rot="10800000">
                    <a:off x="1448" y="3440"/>
                    <a:ext cx="96" cy="48"/>
                  </a:xfrm>
                  <a:custGeom>
                    <a:avLst/>
                    <a:gdLst>
                      <a:gd name="T0" fmla="*/ 0 w 96"/>
                      <a:gd name="T1" fmla="*/ 0 h 48"/>
                      <a:gd name="T2" fmla="*/ 48 w 96"/>
                      <a:gd name="T3" fmla="*/ 48 h 48"/>
                      <a:gd name="T4" fmla="*/ 96 w 96"/>
                      <a:gd name="T5" fmla="*/ 0 h 48"/>
                      <a:gd name="T6" fmla="*/ 0 60000 65536"/>
                      <a:gd name="T7" fmla="*/ 0 60000 65536"/>
                      <a:gd name="T8" fmla="*/ 0 60000 65536"/>
                      <a:gd name="T9" fmla="*/ 0 w 96"/>
                      <a:gd name="T10" fmla="*/ 0 h 48"/>
                      <a:gd name="T11" fmla="*/ 96 w 96"/>
                      <a:gd name="T12" fmla="*/ 48 h 48"/>
                    </a:gdLst>
                    <a:ahLst/>
                    <a:cxnLst>
                      <a:cxn ang="T6">
                        <a:pos x="T0" y="T1"/>
                      </a:cxn>
                      <a:cxn ang="T7">
                        <a:pos x="T2" y="T3"/>
                      </a:cxn>
                      <a:cxn ang="T8">
                        <a:pos x="T4" y="T5"/>
                      </a:cxn>
                    </a:cxnLst>
                    <a:rect l="T9" t="T10" r="T11" b="T12"/>
                    <a:pathLst>
                      <a:path w="96" h="48">
                        <a:moveTo>
                          <a:pt x="0" y="0"/>
                        </a:moveTo>
                        <a:cubicBezTo>
                          <a:pt x="16" y="24"/>
                          <a:pt x="32" y="48"/>
                          <a:pt x="48" y="48"/>
                        </a:cubicBezTo>
                        <a:cubicBezTo>
                          <a:pt x="64" y="48"/>
                          <a:pt x="72" y="16"/>
                          <a:pt x="96" y="0"/>
                        </a:cubicBezTo>
                      </a:path>
                    </a:pathLst>
                  </a:custGeom>
                  <a:blipFill dpi="0" rotWithShape="1">
                    <a:blip r:embed="rId4"/>
                    <a:srcRect/>
                    <a:tile tx="0" ty="0" sx="100000" sy="100000" flip="none" algn="tl"/>
                  </a:blipFill>
                  <a:ln w="9525">
                    <a:solidFill>
                      <a:schemeClr val="tx1"/>
                    </a:solidFill>
                    <a:round/>
                    <a:headEnd/>
                    <a:tailEnd/>
                  </a:ln>
                </p:spPr>
                <p:txBody>
                  <a:bodyPr/>
                  <a:lstStyle/>
                  <a:p>
                    <a:endParaRPr lang="en-US"/>
                  </a:p>
                </p:txBody>
              </p:sp>
            </p:grpSp>
            <p:grpSp>
              <p:nvGrpSpPr>
                <p:cNvPr id="222415" name="Group 520"/>
                <p:cNvGrpSpPr>
                  <a:grpSpLocks/>
                </p:cNvGrpSpPr>
                <p:nvPr/>
              </p:nvGrpSpPr>
              <p:grpSpPr bwMode="auto">
                <a:xfrm rot="10800000">
                  <a:off x="1391" y="2448"/>
                  <a:ext cx="200" cy="56"/>
                  <a:chOff x="1392" y="3432"/>
                  <a:chExt cx="200" cy="56"/>
                </a:xfrm>
              </p:grpSpPr>
              <p:sp>
                <p:nvSpPr>
                  <p:cNvPr id="22647" name="Line 521"/>
                  <p:cNvSpPr>
                    <a:spLocks noChangeShapeType="1"/>
                  </p:cNvSpPr>
                  <p:nvPr/>
                </p:nvSpPr>
                <p:spPr bwMode="auto">
                  <a:xfrm>
                    <a:off x="1440" y="3480"/>
                    <a:ext cx="96" cy="0"/>
                  </a:xfrm>
                  <a:prstGeom prst="line">
                    <a:avLst/>
                  </a:prstGeom>
                  <a:noFill/>
                  <a:ln w="28575">
                    <a:solidFill>
                      <a:srgbClr val="FF0066"/>
                    </a:solidFill>
                    <a:round/>
                    <a:headEnd/>
                    <a:tailEnd/>
                  </a:ln>
                </p:spPr>
                <p:txBody>
                  <a:bodyPr/>
                  <a:lstStyle/>
                  <a:p>
                    <a:endParaRPr lang="en-US"/>
                  </a:p>
                </p:txBody>
              </p:sp>
              <p:sp>
                <p:nvSpPr>
                  <p:cNvPr id="22648" name="Line 522"/>
                  <p:cNvSpPr>
                    <a:spLocks noChangeShapeType="1"/>
                  </p:cNvSpPr>
                  <p:nvPr/>
                </p:nvSpPr>
                <p:spPr bwMode="auto">
                  <a:xfrm>
                    <a:off x="1392" y="3440"/>
                    <a:ext cx="48" cy="48"/>
                  </a:xfrm>
                  <a:prstGeom prst="line">
                    <a:avLst/>
                  </a:prstGeom>
                  <a:noFill/>
                  <a:ln w="28575">
                    <a:solidFill>
                      <a:srgbClr val="FF0066"/>
                    </a:solidFill>
                    <a:round/>
                    <a:headEnd/>
                    <a:tailEnd/>
                  </a:ln>
                </p:spPr>
                <p:txBody>
                  <a:bodyPr/>
                  <a:lstStyle/>
                  <a:p>
                    <a:endParaRPr lang="en-US"/>
                  </a:p>
                </p:txBody>
              </p:sp>
              <p:sp>
                <p:nvSpPr>
                  <p:cNvPr id="22649" name="Line 523"/>
                  <p:cNvSpPr>
                    <a:spLocks noChangeShapeType="1"/>
                  </p:cNvSpPr>
                  <p:nvPr/>
                </p:nvSpPr>
                <p:spPr bwMode="auto">
                  <a:xfrm flipH="1">
                    <a:off x="1544" y="3432"/>
                    <a:ext cx="48" cy="48"/>
                  </a:xfrm>
                  <a:prstGeom prst="line">
                    <a:avLst/>
                  </a:prstGeom>
                  <a:noFill/>
                  <a:ln w="28575">
                    <a:solidFill>
                      <a:srgbClr val="FF0066"/>
                    </a:solidFill>
                    <a:round/>
                    <a:headEnd/>
                    <a:tailEnd/>
                  </a:ln>
                </p:spPr>
                <p:txBody>
                  <a:bodyPr/>
                  <a:lstStyle/>
                  <a:p>
                    <a:endParaRPr lang="en-US"/>
                  </a:p>
                </p:txBody>
              </p:sp>
            </p:grpSp>
          </p:grpSp>
        </p:grpSp>
      </p:grpSp>
      <p:sp>
        <p:nvSpPr>
          <p:cNvPr id="222732" name="Rectangle 524" descr="Large confetti"/>
          <p:cNvSpPr>
            <a:spLocks noChangeArrowheads="1"/>
          </p:cNvSpPr>
          <p:nvPr/>
        </p:nvSpPr>
        <p:spPr bwMode="auto">
          <a:xfrm rot="10800000">
            <a:off x="9105900" y="4521200"/>
            <a:ext cx="304800" cy="2921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grpSp>
        <p:nvGrpSpPr>
          <p:cNvPr id="222416" name="Group 525"/>
          <p:cNvGrpSpPr>
            <a:grpSpLocks/>
          </p:cNvGrpSpPr>
          <p:nvPr/>
        </p:nvGrpSpPr>
        <p:grpSpPr bwMode="auto">
          <a:xfrm>
            <a:off x="7467600" y="5270500"/>
            <a:ext cx="609600" cy="736600"/>
            <a:chOff x="1488" y="2448"/>
            <a:chExt cx="384" cy="464"/>
          </a:xfrm>
        </p:grpSpPr>
        <p:sp>
          <p:nvSpPr>
            <p:cNvPr id="22637" name="Rectangle 526"/>
            <p:cNvSpPr>
              <a:spLocks noChangeArrowheads="1"/>
            </p:cNvSpPr>
            <p:nvPr/>
          </p:nvSpPr>
          <p:spPr bwMode="auto">
            <a:xfrm>
              <a:off x="1488" y="2768"/>
              <a:ext cx="336" cy="144"/>
            </a:xfrm>
            <a:prstGeom prst="rect">
              <a:avLst/>
            </a:prstGeom>
            <a:solidFill>
              <a:schemeClr val="bg1"/>
            </a:solidFill>
            <a:ln w="9525">
              <a:noFill/>
              <a:miter lim="800000"/>
              <a:headEnd/>
              <a:tailEnd/>
            </a:ln>
          </p:spPr>
          <p:txBody>
            <a:bodyPr wrap="none" anchor="ctr"/>
            <a:lstStyle/>
            <a:p>
              <a:pPr algn="l"/>
              <a:r>
                <a:rPr lang="en-US"/>
                <a:t>Core</a:t>
              </a:r>
            </a:p>
          </p:txBody>
        </p:sp>
        <p:sp>
          <p:nvSpPr>
            <p:cNvPr id="22638" name="Line 527"/>
            <p:cNvSpPr>
              <a:spLocks noChangeShapeType="1"/>
            </p:cNvSpPr>
            <p:nvPr/>
          </p:nvSpPr>
          <p:spPr bwMode="auto">
            <a:xfrm flipV="1">
              <a:off x="1680" y="2448"/>
              <a:ext cx="192" cy="336"/>
            </a:xfrm>
            <a:prstGeom prst="line">
              <a:avLst/>
            </a:prstGeom>
            <a:noFill/>
            <a:ln w="9525">
              <a:solidFill>
                <a:schemeClr val="tx1"/>
              </a:solidFill>
              <a:round/>
              <a:headEnd/>
              <a:tailEnd type="triangle" w="med" len="med"/>
            </a:ln>
          </p:spPr>
          <p:txBody>
            <a:bodyPr/>
            <a:lstStyle/>
            <a:p>
              <a:endParaRPr lang="en-US"/>
            </a:p>
          </p:txBody>
        </p:sp>
      </p:grpSp>
      <p:sp>
        <p:nvSpPr>
          <p:cNvPr id="222736" name="Rectangle 528"/>
          <p:cNvSpPr>
            <a:spLocks noChangeArrowheads="1"/>
          </p:cNvSpPr>
          <p:nvPr/>
        </p:nvSpPr>
        <p:spPr bwMode="auto">
          <a:xfrm>
            <a:off x="8991600" y="4508500"/>
            <a:ext cx="228600" cy="76200"/>
          </a:xfrm>
          <a:prstGeom prst="rect">
            <a:avLst/>
          </a:prstGeom>
          <a:solidFill>
            <a:schemeClr val="bg1"/>
          </a:solidFill>
          <a:ln w="9525" algn="ctr">
            <a:noFill/>
            <a:miter lim="800000"/>
            <a:headEnd/>
            <a:tailEnd/>
          </a:ln>
        </p:spPr>
        <p:txBody>
          <a:bodyPr wrap="none" anchor="ctr"/>
          <a:lstStyle/>
          <a:p>
            <a:endParaRPr lang="en-US"/>
          </a:p>
        </p:txBody>
      </p:sp>
      <p:grpSp>
        <p:nvGrpSpPr>
          <p:cNvPr id="222417" name="Group 529"/>
          <p:cNvGrpSpPr>
            <a:grpSpLocks/>
          </p:cNvGrpSpPr>
          <p:nvPr/>
        </p:nvGrpSpPr>
        <p:grpSpPr bwMode="auto">
          <a:xfrm>
            <a:off x="6692900" y="3327400"/>
            <a:ext cx="2895600" cy="165100"/>
            <a:chOff x="1000" y="1224"/>
            <a:chExt cx="1824" cy="104"/>
          </a:xfrm>
        </p:grpSpPr>
        <p:sp>
          <p:nvSpPr>
            <p:cNvPr id="22635" name="Rectangle 530"/>
            <p:cNvSpPr>
              <a:spLocks noChangeArrowheads="1"/>
            </p:cNvSpPr>
            <p:nvPr/>
          </p:nvSpPr>
          <p:spPr bwMode="auto">
            <a:xfrm rot="10800000">
              <a:off x="1000" y="1232"/>
              <a:ext cx="1824" cy="96"/>
            </a:xfrm>
            <a:prstGeom prst="rect">
              <a:avLst/>
            </a:prstGeom>
            <a:noFill/>
            <a:ln w="28575">
              <a:solidFill>
                <a:schemeClr val="tx1"/>
              </a:solidFill>
              <a:miter lim="800000"/>
              <a:headEnd/>
              <a:tailEnd/>
            </a:ln>
          </p:spPr>
          <p:txBody>
            <a:bodyPr wrap="none" anchor="ctr"/>
            <a:lstStyle/>
            <a:p>
              <a:endParaRPr lang="en-US"/>
            </a:p>
          </p:txBody>
        </p:sp>
        <p:sp>
          <p:nvSpPr>
            <p:cNvPr id="22636" name="Rectangle 531" descr="Wide downward diagonal"/>
            <p:cNvSpPr>
              <a:spLocks noChangeArrowheads="1"/>
            </p:cNvSpPr>
            <p:nvPr/>
          </p:nvSpPr>
          <p:spPr bwMode="auto">
            <a:xfrm>
              <a:off x="1552" y="1224"/>
              <a:ext cx="768" cy="96"/>
            </a:xfrm>
            <a:prstGeom prst="rect">
              <a:avLst/>
            </a:prstGeom>
            <a:pattFill prst="wdDnDiag">
              <a:fgClr>
                <a:schemeClr val="accent2"/>
              </a:fgClr>
              <a:bgClr>
                <a:schemeClr val="bg1"/>
              </a:bgClr>
            </a:pattFill>
            <a:ln w="19050" algn="ctr">
              <a:solidFill>
                <a:schemeClr val="tx1"/>
              </a:solidFill>
              <a:miter lim="800000"/>
              <a:headEnd/>
              <a:tailEnd/>
            </a:ln>
          </p:spPr>
          <p:txBody>
            <a:bodyPr wrap="none" anchor="ctr"/>
            <a:lstStyle/>
            <a:p>
              <a:endParaRPr lang="en-US"/>
            </a:p>
          </p:txBody>
        </p:sp>
      </p:grpSp>
      <p:grpSp>
        <p:nvGrpSpPr>
          <p:cNvPr id="222418" name="Group 532"/>
          <p:cNvGrpSpPr>
            <a:grpSpLocks/>
          </p:cNvGrpSpPr>
          <p:nvPr/>
        </p:nvGrpSpPr>
        <p:grpSpPr bwMode="auto">
          <a:xfrm>
            <a:off x="8509000" y="3492500"/>
            <a:ext cx="266700" cy="558800"/>
            <a:chOff x="2144" y="1328"/>
            <a:chExt cx="168" cy="352"/>
          </a:xfrm>
        </p:grpSpPr>
        <p:grpSp>
          <p:nvGrpSpPr>
            <p:cNvPr id="222419" name="Group 533"/>
            <p:cNvGrpSpPr>
              <a:grpSpLocks/>
            </p:cNvGrpSpPr>
            <p:nvPr/>
          </p:nvGrpSpPr>
          <p:grpSpPr bwMode="auto">
            <a:xfrm rot="10800000" flipV="1">
              <a:off x="2144" y="1440"/>
              <a:ext cx="144" cy="240"/>
              <a:chOff x="2016" y="952"/>
              <a:chExt cx="160" cy="232"/>
            </a:xfrm>
          </p:grpSpPr>
          <p:sp>
            <p:nvSpPr>
              <p:cNvPr id="22628" name="Line 534"/>
              <p:cNvSpPr>
                <a:spLocks noChangeShapeType="1"/>
              </p:cNvSpPr>
              <p:nvPr/>
            </p:nvSpPr>
            <p:spPr bwMode="auto">
              <a:xfrm>
                <a:off x="2016" y="960"/>
                <a:ext cx="48" cy="0"/>
              </a:xfrm>
              <a:prstGeom prst="line">
                <a:avLst/>
              </a:prstGeom>
              <a:noFill/>
              <a:ln w="19050">
                <a:solidFill>
                  <a:srgbClr val="009900"/>
                </a:solidFill>
                <a:round/>
                <a:headEnd/>
                <a:tailEnd/>
              </a:ln>
            </p:spPr>
            <p:txBody>
              <a:bodyPr/>
              <a:lstStyle/>
              <a:p>
                <a:endParaRPr lang="en-US"/>
              </a:p>
            </p:txBody>
          </p:sp>
          <p:grpSp>
            <p:nvGrpSpPr>
              <p:cNvPr id="222420" name="Group 535"/>
              <p:cNvGrpSpPr>
                <a:grpSpLocks/>
              </p:cNvGrpSpPr>
              <p:nvPr/>
            </p:nvGrpSpPr>
            <p:grpSpPr bwMode="auto">
              <a:xfrm>
                <a:off x="2032" y="952"/>
                <a:ext cx="144" cy="232"/>
                <a:chOff x="2032" y="952"/>
                <a:chExt cx="144" cy="232"/>
              </a:xfrm>
            </p:grpSpPr>
            <p:sp>
              <p:nvSpPr>
                <p:cNvPr id="22630" name="Line 536"/>
                <p:cNvSpPr>
                  <a:spLocks noChangeShapeType="1"/>
                </p:cNvSpPr>
                <p:nvPr/>
              </p:nvSpPr>
              <p:spPr bwMode="auto">
                <a:xfrm>
                  <a:off x="2032" y="952"/>
                  <a:ext cx="0" cy="224"/>
                </a:xfrm>
                <a:prstGeom prst="line">
                  <a:avLst/>
                </a:prstGeom>
                <a:noFill/>
                <a:ln w="19050">
                  <a:solidFill>
                    <a:srgbClr val="009900"/>
                  </a:solidFill>
                  <a:round/>
                  <a:headEnd/>
                  <a:tailEnd/>
                </a:ln>
              </p:spPr>
              <p:txBody>
                <a:bodyPr/>
                <a:lstStyle/>
                <a:p>
                  <a:endParaRPr lang="en-US"/>
                </a:p>
              </p:txBody>
            </p:sp>
            <p:sp>
              <p:nvSpPr>
                <p:cNvPr id="22631" name="Line 537"/>
                <p:cNvSpPr>
                  <a:spLocks noChangeShapeType="1"/>
                </p:cNvSpPr>
                <p:nvPr/>
              </p:nvSpPr>
              <p:spPr bwMode="auto">
                <a:xfrm>
                  <a:off x="2056" y="960"/>
                  <a:ext cx="0" cy="192"/>
                </a:xfrm>
                <a:prstGeom prst="line">
                  <a:avLst/>
                </a:prstGeom>
                <a:noFill/>
                <a:ln w="19050">
                  <a:solidFill>
                    <a:srgbClr val="009900"/>
                  </a:solidFill>
                  <a:round/>
                  <a:headEnd/>
                  <a:tailEnd/>
                </a:ln>
              </p:spPr>
              <p:txBody>
                <a:bodyPr/>
                <a:lstStyle/>
                <a:p>
                  <a:endParaRPr lang="en-US"/>
                </a:p>
              </p:txBody>
            </p:sp>
            <p:sp>
              <p:nvSpPr>
                <p:cNvPr id="22632" name="Line 538"/>
                <p:cNvSpPr>
                  <a:spLocks noChangeShapeType="1"/>
                </p:cNvSpPr>
                <p:nvPr/>
              </p:nvSpPr>
              <p:spPr bwMode="auto">
                <a:xfrm>
                  <a:off x="2064" y="1152"/>
                  <a:ext cx="96" cy="0"/>
                </a:xfrm>
                <a:prstGeom prst="line">
                  <a:avLst/>
                </a:prstGeom>
                <a:noFill/>
                <a:ln w="19050">
                  <a:solidFill>
                    <a:srgbClr val="009900"/>
                  </a:solidFill>
                  <a:round/>
                  <a:headEnd/>
                  <a:tailEnd/>
                </a:ln>
              </p:spPr>
              <p:txBody>
                <a:bodyPr/>
                <a:lstStyle/>
                <a:p>
                  <a:endParaRPr lang="en-US"/>
                </a:p>
              </p:txBody>
            </p:sp>
            <p:sp>
              <p:nvSpPr>
                <p:cNvPr id="22633" name="Line 539"/>
                <p:cNvSpPr>
                  <a:spLocks noChangeShapeType="1"/>
                </p:cNvSpPr>
                <p:nvPr/>
              </p:nvSpPr>
              <p:spPr bwMode="auto">
                <a:xfrm>
                  <a:off x="2032" y="1176"/>
                  <a:ext cx="144" cy="0"/>
                </a:xfrm>
                <a:prstGeom prst="line">
                  <a:avLst/>
                </a:prstGeom>
                <a:noFill/>
                <a:ln w="19050">
                  <a:solidFill>
                    <a:srgbClr val="009900"/>
                  </a:solidFill>
                  <a:round/>
                  <a:headEnd/>
                  <a:tailEnd/>
                </a:ln>
              </p:spPr>
              <p:txBody>
                <a:bodyPr/>
                <a:lstStyle/>
                <a:p>
                  <a:endParaRPr lang="en-US"/>
                </a:p>
              </p:txBody>
            </p:sp>
            <p:sp>
              <p:nvSpPr>
                <p:cNvPr id="22634" name="Line 540"/>
                <p:cNvSpPr>
                  <a:spLocks noChangeShapeType="1"/>
                </p:cNvSpPr>
                <p:nvPr/>
              </p:nvSpPr>
              <p:spPr bwMode="auto">
                <a:xfrm rot="5400000">
                  <a:off x="2144" y="1160"/>
                  <a:ext cx="48" cy="0"/>
                </a:xfrm>
                <a:prstGeom prst="line">
                  <a:avLst/>
                </a:prstGeom>
                <a:noFill/>
                <a:ln w="19050">
                  <a:solidFill>
                    <a:srgbClr val="009900"/>
                  </a:solidFill>
                  <a:round/>
                  <a:headEnd/>
                  <a:tailEnd/>
                </a:ln>
              </p:spPr>
              <p:txBody>
                <a:bodyPr/>
                <a:lstStyle/>
                <a:p>
                  <a:endParaRPr lang="en-US"/>
                </a:p>
              </p:txBody>
            </p:sp>
          </p:grpSp>
        </p:grpSp>
        <p:sp>
          <p:nvSpPr>
            <p:cNvPr id="22627" name="Rectangle 541"/>
            <p:cNvSpPr>
              <a:spLocks noChangeArrowheads="1"/>
            </p:cNvSpPr>
            <p:nvPr/>
          </p:nvSpPr>
          <p:spPr bwMode="auto">
            <a:xfrm>
              <a:off x="2277" y="1328"/>
              <a:ext cx="35" cy="288"/>
            </a:xfrm>
            <a:prstGeom prst="rect">
              <a:avLst/>
            </a:prstGeom>
            <a:pattFill prst="dkDnDiag">
              <a:fgClr>
                <a:schemeClr val="accent1"/>
              </a:fgClr>
              <a:bgClr>
                <a:schemeClr val="bg1"/>
              </a:bgClr>
            </a:pattFill>
            <a:ln w="15875" algn="ctr">
              <a:solidFill>
                <a:schemeClr val="tx1"/>
              </a:solidFill>
              <a:miter lim="800000"/>
              <a:headEnd/>
              <a:tailEnd/>
            </a:ln>
          </p:spPr>
          <p:txBody>
            <a:bodyPr wrap="none" anchor="ctr"/>
            <a:lstStyle/>
            <a:p>
              <a:endParaRPr lang="en-US"/>
            </a:p>
          </p:txBody>
        </p:sp>
      </p:grpSp>
      <p:sp>
        <p:nvSpPr>
          <p:cNvPr id="222750" name="Line 542"/>
          <p:cNvSpPr>
            <a:spLocks noChangeShapeType="1"/>
          </p:cNvSpPr>
          <p:nvPr/>
        </p:nvSpPr>
        <p:spPr bwMode="auto">
          <a:xfrm>
            <a:off x="8826500" y="3492500"/>
            <a:ext cx="0" cy="457200"/>
          </a:xfrm>
          <a:prstGeom prst="line">
            <a:avLst/>
          </a:prstGeom>
          <a:noFill/>
          <a:ln w="19050">
            <a:solidFill>
              <a:schemeClr val="tx1"/>
            </a:solidFill>
            <a:round/>
            <a:headEnd/>
            <a:tailEnd/>
          </a:ln>
        </p:spPr>
        <p:txBody>
          <a:bodyPr/>
          <a:lstStyle/>
          <a:p>
            <a:endParaRPr lang="en-US"/>
          </a:p>
        </p:txBody>
      </p:sp>
      <p:sp>
        <p:nvSpPr>
          <p:cNvPr id="222751" name="Rectangle 543" descr="Large confetti"/>
          <p:cNvSpPr>
            <a:spLocks noChangeArrowheads="1"/>
          </p:cNvSpPr>
          <p:nvPr/>
        </p:nvSpPr>
        <p:spPr bwMode="auto">
          <a:xfrm rot="10800000">
            <a:off x="8953500" y="3517900"/>
            <a:ext cx="342900" cy="152400"/>
          </a:xfrm>
          <a:prstGeom prst="rect">
            <a:avLst/>
          </a:prstGeom>
          <a:pattFill prst="lgConfetti">
            <a:fgClr>
              <a:srgbClr val="996633"/>
            </a:fgClr>
            <a:bgClr>
              <a:schemeClr val="bg1"/>
            </a:bgClr>
          </a:pattFill>
          <a:ln w="9525">
            <a:noFill/>
            <a:miter lim="800000"/>
            <a:headEnd/>
            <a:tailEnd/>
          </a:ln>
        </p:spPr>
        <p:txBody>
          <a:bodyPr rot="10800000" wrap="none" anchor="ctr"/>
          <a:lstStyle/>
          <a:p>
            <a:pPr algn="l"/>
            <a:endParaRPr lang="en-US">
              <a:solidFill>
                <a:srgbClr val="996633"/>
              </a:solidFill>
            </a:endParaRPr>
          </a:p>
        </p:txBody>
      </p:sp>
      <p:sp>
        <p:nvSpPr>
          <p:cNvPr id="222752" name="Freeform 544"/>
          <p:cNvSpPr>
            <a:spLocks/>
          </p:cNvSpPr>
          <p:nvPr/>
        </p:nvSpPr>
        <p:spPr bwMode="auto">
          <a:xfrm>
            <a:off x="8991600" y="4495800"/>
            <a:ext cx="228600" cy="152400"/>
          </a:xfrm>
          <a:custGeom>
            <a:avLst/>
            <a:gdLst>
              <a:gd name="T0" fmla="*/ 228600 w 144"/>
              <a:gd name="T1" fmla="*/ 0 h 76"/>
              <a:gd name="T2" fmla="*/ 190500 w 144"/>
              <a:gd name="T3" fmla="*/ 144379 h 76"/>
              <a:gd name="T4" fmla="*/ 0 w 144"/>
              <a:gd name="T5" fmla="*/ 48126 h 76"/>
              <a:gd name="T6" fmla="*/ 0 60000 65536"/>
              <a:gd name="T7" fmla="*/ 0 60000 65536"/>
              <a:gd name="T8" fmla="*/ 0 60000 65536"/>
              <a:gd name="T9" fmla="*/ 0 w 144"/>
              <a:gd name="T10" fmla="*/ 0 h 76"/>
              <a:gd name="T11" fmla="*/ 144 w 144"/>
              <a:gd name="T12" fmla="*/ 76 h 76"/>
            </a:gdLst>
            <a:ahLst/>
            <a:cxnLst>
              <a:cxn ang="T6">
                <a:pos x="T0" y="T1"/>
              </a:cxn>
              <a:cxn ang="T7">
                <a:pos x="T2" y="T3"/>
              </a:cxn>
              <a:cxn ang="T8">
                <a:pos x="T4" y="T5"/>
              </a:cxn>
            </a:cxnLst>
            <a:rect l="T9" t="T10" r="T11" b="T12"/>
            <a:pathLst>
              <a:path w="144" h="76">
                <a:moveTo>
                  <a:pt x="144" y="0"/>
                </a:moveTo>
                <a:cubicBezTo>
                  <a:pt x="140" y="12"/>
                  <a:pt x="144" y="68"/>
                  <a:pt x="120" y="72"/>
                </a:cubicBezTo>
                <a:cubicBezTo>
                  <a:pt x="96" y="76"/>
                  <a:pt x="25" y="34"/>
                  <a:pt x="0" y="24"/>
                </a:cubicBezTo>
              </a:path>
            </a:pathLst>
          </a:custGeom>
          <a:noFill/>
          <a:ln w="28575">
            <a:solidFill>
              <a:srgbClr val="FF0066"/>
            </a:solidFill>
            <a:round/>
            <a:headEnd/>
            <a:tailEnd/>
          </a:ln>
        </p:spPr>
        <p:txBody>
          <a:bodyPr/>
          <a:lstStyle/>
          <a:p>
            <a:endParaRPr lang="en-US"/>
          </a:p>
        </p:txBody>
      </p:sp>
      <p:sp>
        <p:nvSpPr>
          <p:cNvPr id="222753" name="Rectangle 545"/>
          <p:cNvSpPr>
            <a:spLocks noChangeArrowheads="1"/>
          </p:cNvSpPr>
          <p:nvPr/>
        </p:nvSpPr>
        <p:spPr bwMode="auto">
          <a:xfrm>
            <a:off x="9080500" y="3492500"/>
            <a:ext cx="266700" cy="177800"/>
          </a:xfrm>
          <a:prstGeom prst="rect">
            <a:avLst/>
          </a:prstGeom>
          <a:solidFill>
            <a:schemeClr val="bg1"/>
          </a:solidFill>
          <a:ln w="9525" algn="ctr">
            <a:noFill/>
            <a:miter lim="800000"/>
            <a:headEnd/>
            <a:tailEnd/>
          </a:ln>
        </p:spPr>
        <p:txBody>
          <a:bodyPr wrap="none" anchor="ctr"/>
          <a:lstStyle/>
          <a:p>
            <a:endParaRPr lang="en-US"/>
          </a:p>
        </p:txBody>
      </p:sp>
      <p:grpSp>
        <p:nvGrpSpPr>
          <p:cNvPr id="222421" name="Group 546"/>
          <p:cNvGrpSpPr>
            <a:grpSpLocks/>
          </p:cNvGrpSpPr>
          <p:nvPr/>
        </p:nvGrpSpPr>
        <p:grpSpPr bwMode="auto">
          <a:xfrm>
            <a:off x="9004300" y="3463926"/>
            <a:ext cx="368300" cy="130175"/>
            <a:chOff x="3888" y="1400"/>
            <a:chExt cx="264" cy="82"/>
          </a:xfrm>
        </p:grpSpPr>
        <p:sp>
          <p:nvSpPr>
            <p:cNvPr id="22624" name="Freeform 547"/>
            <p:cNvSpPr>
              <a:spLocks/>
            </p:cNvSpPr>
            <p:nvPr/>
          </p:nvSpPr>
          <p:spPr bwMode="auto">
            <a:xfrm>
              <a:off x="4080" y="1416"/>
              <a:ext cx="72" cy="48"/>
            </a:xfrm>
            <a:custGeom>
              <a:avLst/>
              <a:gdLst>
                <a:gd name="T0" fmla="*/ 0 w 72"/>
                <a:gd name="T1" fmla="*/ 48 h 48"/>
                <a:gd name="T2" fmla="*/ 64 w 72"/>
                <a:gd name="T3" fmla="*/ 40 h 48"/>
                <a:gd name="T4" fmla="*/ 48 w 72"/>
                <a:gd name="T5" fmla="*/ 0 h 48"/>
                <a:gd name="T6" fmla="*/ 0 60000 65536"/>
                <a:gd name="T7" fmla="*/ 0 60000 65536"/>
                <a:gd name="T8" fmla="*/ 0 60000 65536"/>
                <a:gd name="T9" fmla="*/ 0 w 72"/>
                <a:gd name="T10" fmla="*/ 0 h 48"/>
                <a:gd name="T11" fmla="*/ 72 w 72"/>
                <a:gd name="T12" fmla="*/ 48 h 48"/>
              </a:gdLst>
              <a:ahLst/>
              <a:cxnLst>
                <a:cxn ang="T6">
                  <a:pos x="T0" y="T1"/>
                </a:cxn>
                <a:cxn ang="T7">
                  <a:pos x="T2" y="T3"/>
                </a:cxn>
                <a:cxn ang="T8">
                  <a:pos x="T4" y="T5"/>
                </a:cxn>
              </a:cxnLst>
              <a:rect l="T9" t="T10" r="T11" b="T12"/>
              <a:pathLst>
                <a:path w="72" h="48">
                  <a:moveTo>
                    <a:pt x="0" y="48"/>
                  </a:moveTo>
                  <a:cubicBezTo>
                    <a:pt x="11" y="47"/>
                    <a:pt x="56" y="48"/>
                    <a:pt x="64" y="40"/>
                  </a:cubicBezTo>
                  <a:cubicBezTo>
                    <a:pt x="72" y="32"/>
                    <a:pt x="51" y="8"/>
                    <a:pt x="48" y="0"/>
                  </a:cubicBezTo>
                </a:path>
              </a:pathLst>
            </a:custGeom>
            <a:noFill/>
            <a:ln w="28575">
              <a:solidFill>
                <a:srgbClr val="FF0066"/>
              </a:solidFill>
              <a:round/>
              <a:headEnd/>
              <a:tailEnd/>
            </a:ln>
          </p:spPr>
          <p:txBody>
            <a:bodyPr/>
            <a:lstStyle/>
            <a:p>
              <a:endParaRPr lang="en-US"/>
            </a:p>
          </p:txBody>
        </p:sp>
        <p:sp>
          <p:nvSpPr>
            <p:cNvPr id="22625" name="Freeform 548"/>
            <p:cNvSpPr>
              <a:spLocks/>
            </p:cNvSpPr>
            <p:nvPr/>
          </p:nvSpPr>
          <p:spPr bwMode="auto">
            <a:xfrm>
              <a:off x="3888" y="1400"/>
              <a:ext cx="72" cy="82"/>
            </a:xfrm>
            <a:custGeom>
              <a:avLst/>
              <a:gdLst>
                <a:gd name="T0" fmla="*/ 24 w 72"/>
                <a:gd name="T1" fmla="*/ 0 h 82"/>
                <a:gd name="T2" fmla="*/ 8 w 72"/>
                <a:gd name="T3" fmla="*/ 48 h 82"/>
                <a:gd name="T4" fmla="*/ 72 w 72"/>
                <a:gd name="T5" fmla="*/ 82 h 82"/>
                <a:gd name="T6" fmla="*/ 0 60000 65536"/>
                <a:gd name="T7" fmla="*/ 0 60000 65536"/>
                <a:gd name="T8" fmla="*/ 0 60000 65536"/>
                <a:gd name="T9" fmla="*/ 0 w 72"/>
                <a:gd name="T10" fmla="*/ 0 h 82"/>
                <a:gd name="T11" fmla="*/ 72 w 72"/>
                <a:gd name="T12" fmla="*/ 82 h 82"/>
              </a:gdLst>
              <a:ahLst/>
              <a:cxnLst>
                <a:cxn ang="T6">
                  <a:pos x="T0" y="T1"/>
                </a:cxn>
                <a:cxn ang="T7">
                  <a:pos x="T2" y="T3"/>
                </a:cxn>
                <a:cxn ang="T8">
                  <a:pos x="T4" y="T5"/>
                </a:cxn>
              </a:cxnLst>
              <a:rect l="T9" t="T10" r="T11" b="T12"/>
              <a:pathLst>
                <a:path w="72" h="82">
                  <a:moveTo>
                    <a:pt x="24" y="0"/>
                  </a:moveTo>
                  <a:cubicBezTo>
                    <a:pt x="21" y="8"/>
                    <a:pt x="0" y="34"/>
                    <a:pt x="8" y="48"/>
                  </a:cubicBezTo>
                  <a:cubicBezTo>
                    <a:pt x="16" y="62"/>
                    <a:pt x="59" y="75"/>
                    <a:pt x="72" y="82"/>
                  </a:cubicBezTo>
                </a:path>
              </a:pathLst>
            </a:custGeom>
            <a:noFill/>
            <a:ln w="28575">
              <a:solidFill>
                <a:srgbClr val="FF0066"/>
              </a:solidFill>
              <a:round/>
              <a:headEnd/>
              <a:tailEnd/>
            </a:ln>
          </p:spPr>
          <p:txBody>
            <a:bodyPr/>
            <a:lstStyle/>
            <a:p>
              <a:endParaRPr lang="en-US"/>
            </a:p>
          </p:txBody>
        </p:sp>
      </p:grpSp>
      <p:grpSp>
        <p:nvGrpSpPr>
          <p:cNvPr id="222422" name="Group 549"/>
          <p:cNvGrpSpPr>
            <a:grpSpLocks/>
          </p:cNvGrpSpPr>
          <p:nvPr/>
        </p:nvGrpSpPr>
        <p:grpSpPr bwMode="auto">
          <a:xfrm>
            <a:off x="9117014" y="3517901"/>
            <a:ext cx="179387" cy="982663"/>
            <a:chOff x="3519" y="1327"/>
            <a:chExt cx="113" cy="619"/>
          </a:xfrm>
        </p:grpSpPr>
        <p:sp>
          <p:nvSpPr>
            <p:cNvPr id="22622" name="Line 550"/>
            <p:cNvSpPr>
              <a:spLocks noChangeShapeType="1"/>
            </p:cNvSpPr>
            <p:nvPr/>
          </p:nvSpPr>
          <p:spPr bwMode="auto">
            <a:xfrm flipH="1">
              <a:off x="3584" y="1352"/>
              <a:ext cx="48" cy="587"/>
            </a:xfrm>
            <a:prstGeom prst="line">
              <a:avLst/>
            </a:prstGeom>
            <a:noFill/>
            <a:ln w="28575">
              <a:solidFill>
                <a:srgbClr val="FF0066"/>
              </a:solidFill>
              <a:round/>
              <a:headEnd/>
              <a:tailEnd/>
            </a:ln>
          </p:spPr>
          <p:txBody>
            <a:bodyPr/>
            <a:lstStyle/>
            <a:p>
              <a:endParaRPr lang="en-US"/>
            </a:p>
          </p:txBody>
        </p:sp>
        <p:sp>
          <p:nvSpPr>
            <p:cNvPr id="22623" name="Freeform 551"/>
            <p:cNvSpPr>
              <a:spLocks/>
            </p:cNvSpPr>
            <p:nvPr/>
          </p:nvSpPr>
          <p:spPr bwMode="auto">
            <a:xfrm>
              <a:off x="3519" y="1327"/>
              <a:ext cx="9" cy="619"/>
            </a:xfrm>
            <a:custGeom>
              <a:avLst/>
              <a:gdLst>
                <a:gd name="T0" fmla="*/ 1 w 9"/>
                <a:gd name="T1" fmla="*/ 65 h 619"/>
                <a:gd name="T2" fmla="*/ 1 w 9"/>
                <a:gd name="T3" fmla="*/ 65 h 619"/>
                <a:gd name="T4" fmla="*/ 9 w 9"/>
                <a:gd name="T5" fmla="*/ 72 h 619"/>
                <a:gd name="T6" fmla="*/ 9 w 9"/>
                <a:gd name="T7" fmla="*/ 496 h 619"/>
                <a:gd name="T8" fmla="*/ 9 w 9"/>
                <a:gd name="T9" fmla="*/ 602 h 619"/>
                <a:gd name="T10" fmla="*/ 9 w 9"/>
                <a:gd name="T11" fmla="*/ 601 h 619"/>
                <a:gd name="T12" fmla="*/ 0 60000 65536"/>
                <a:gd name="T13" fmla="*/ 0 60000 65536"/>
                <a:gd name="T14" fmla="*/ 0 60000 65536"/>
                <a:gd name="T15" fmla="*/ 0 60000 65536"/>
                <a:gd name="T16" fmla="*/ 0 60000 65536"/>
                <a:gd name="T17" fmla="*/ 0 60000 65536"/>
                <a:gd name="T18" fmla="*/ 0 w 9"/>
                <a:gd name="T19" fmla="*/ 0 h 619"/>
                <a:gd name="T20" fmla="*/ 9 w 9"/>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9" h="619">
                  <a:moveTo>
                    <a:pt x="1" y="65"/>
                  </a:moveTo>
                  <a:cubicBezTo>
                    <a:pt x="1" y="65"/>
                    <a:pt x="0" y="64"/>
                    <a:pt x="1" y="65"/>
                  </a:cubicBezTo>
                  <a:cubicBezTo>
                    <a:pt x="2" y="66"/>
                    <a:pt x="8" y="0"/>
                    <a:pt x="9" y="72"/>
                  </a:cubicBezTo>
                  <a:lnTo>
                    <a:pt x="9" y="496"/>
                  </a:lnTo>
                  <a:lnTo>
                    <a:pt x="9" y="602"/>
                  </a:lnTo>
                  <a:cubicBezTo>
                    <a:pt x="9" y="619"/>
                    <a:pt x="9" y="601"/>
                    <a:pt x="9" y="601"/>
                  </a:cubicBezTo>
                </a:path>
              </a:pathLst>
            </a:custGeom>
            <a:noFill/>
            <a:ln w="28575">
              <a:solidFill>
                <a:srgbClr val="FF0066"/>
              </a:solidFill>
              <a:round/>
              <a:headEnd/>
              <a:tailEnd/>
            </a:ln>
          </p:spPr>
          <p:txBody>
            <a:bodyPr/>
            <a:lstStyle/>
            <a:p>
              <a:endParaRPr lang="en-US"/>
            </a:p>
          </p:txBody>
        </p:sp>
      </p:grpSp>
      <p:grpSp>
        <p:nvGrpSpPr>
          <p:cNvPr id="222423" name="Group 552"/>
          <p:cNvGrpSpPr>
            <a:grpSpLocks/>
          </p:cNvGrpSpPr>
          <p:nvPr/>
        </p:nvGrpSpPr>
        <p:grpSpPr bwMode="auto">
          <a:xfrm>
            <a:off x="9220200" y="4572000"/>
            <a:ext cx="1371600" cy="685800"/>
            <a:chOff x="2592" y="2016"/>
            <a:chExt cx="864" cy="432"/>
          </a:xfrm>
        </p:grpSpPr>
        <p:sp>
          <p:nvSpPr>
            <p:cNvPr id="22620" name="Rectangle 553"/>
            <p:cNvSpPr>
              <a:spLocks noChangeArrowheads="1"/>
            </p:cNvSpPr>
            <p:nvPr/>
          </p:nvSpPr>
          <p:spPr bwMode="auto">
            <a:xfrm>
              <a:off x="2928" y="2304"/>
              <a:ext cx="528" cy="144"/>
            </a:xfrm>
            <a:prstGeom prst="rect">
              <a:avLst/>
            </a:prstGeom>
            <a:solidFill>
              <a:schemeClr val="bg1"/>
            </a:solidFill>
            <a:ln w="9525">
              <a:noFill/>
              <a:miter lim="800000"/>
              <a:headEnd/>
              <a:tailEnd/>
            </a:ln>
          </p:spPr>
          <p:txBody>
            <a:bodyPr wrap="none" anchor="ctr"/>
            <a:lstStyle/>
            <a:p>
              <a:pPr algn="l"/>
              <a:r>
                <a:rPr lang="en-US"/>
                <a:t>Runner</a:t>
              </a:r>
            </a:p>
          </p:txBody>
        </p:sp>
        <p:sp>
          <p:nvSpPr>
            <p:cNvPr id="22621" name="Line 554"/>
            <p:cNvSpPr>
              <a:spLocks noChangeShapeType="1"/>
            </p:cNvSpPr>
            <p:nvPr/>
          </p:nvSpPr>
          <p:spPr bwMode="auto">
            <a:xfrm flipH="1" flipV="1">
              <a:off x="2592" y="2016"/>
              <a:ext cx="336" cy="336"/>
            </a:xfrm>
            <a:prstGeom prst="line">
              <a:avLst/>
            </a:prstGeom>
            <a:noFill/>
            <a:ln w="9525">
              <a:solidFill>
                <a:schemeClr val="tx1"/>
              </a:solidFill>
              <a:round/>
              <a:headEnd/>
              <a:tailEnd type="triangle" w="med" len="med"/>
            </a:ln>
          </p:spPr>
          <p:txBody>
            <a:bodyPr/>
            <a:lstStyle/>
            <a:p>
              <a:endParaRPr lang="en-US"/>
            </a:p>
          </p:txBody>
        </p:sp>
      </p:grpSp>
      <p:grpSp>
        <p:nvGrpSpPr>
          <p:cNvPr id="222424" name="Group 555"/>
          <p:cNvGrpSpPr>
            <a:grpSpLocks/>
          </p:cNvGrpSpPr>
          <p:nvPr/>
        </p:nvGrpSpPr>
        <p:grpSpPr bwMode="auto">
          <a:xfrm>
            <a:off x="9067800" y="4584700"/>
            <a:ext cx="1219200" cy="1219200"/>
            <a:chOff x="2496" y="2016"/>
            <a:chExt cx="768" cy="768"/>
          </a:xfrm>
        </p:grpSpPr>
        <p:sp>
          <p:nvSpPr>
            <p:cNvPr id="22618" name="Rectangle 556"/>
            <p:cNvSpPr>
              <a:spLocks noChangeArrowheads="1"/>
            </p:cNvSpPr>
            <p:nvPr/>
          </p:nvSpPr>
          <p:spPr bwMode="auto">
            <a:xfrm>
              <a:off x="2928" y="2640"/>
              <a:ext cx="336" cy="144"/>
            </a:xfrm>
            <a:prstGeom prst="rect">
              <a:avLst/>
            </a:prstGeom>
            <a:solidFill>
              <a:schemeClr val="bg1"/>
            </a:solidFill>
            <a:ln w="9525">
              <a:noFill/>
              <a:miter lim="800000"/>
              <a:headEnd/>
              <a:tailEnd/>
            </a:ln>
          </p:spPr>
          <p:txBody>
            <a:bodyPr wrap="none" anchor="ctr"/>
            <a:lstStyle/>
            <a:p>
              <a:pPr algn="l"/>
              <a:r>
                <a:rPr lang="en-US"/>
                <a:t>Gate</a:t>
              </a:r>
            </a:p>
          </p:txBody>
        </p:sp>
        <p:sp>
          <p:nvSpPr>
            <p:cNvPr id="22619" name="Line 557"/>
            <p:cNvSpPr>
              <a:spLocks noChangeShapeType="1"/>
            </p:cNvSpPr>
            <p:nvPr/>
          </p:nvSpPr>
          <p:spPr bwMode="auto">
            <a:xfrm flipH="1" flipV="1">
              <a:off x="2496" y="2016"/>
              <a:ext cx="528" cy="624"/>
            </a:xfrm>
            <a:prstGeom prst="line">
              <a:avLst/>
            </a:prstGeom>
            <a:noFill/>
            <a:ln w="9525">
              <a:solidFill>
                <a:schemeClr val="tx1"/>
              </a:solidFill>
              <a:round/>
              <a:headEnd/>
              <a:tailEnd type="triangle" w="med" len="med"/>
            </a:ln>
          </p:spPr>
          <p:txBody>
            <a:bodyPr/>
            <a:lstStyle/>
            <a:p>
              <a:endParaRPr lang="en-US"/>
            </a:p>
          </p:txBody>
        </p:sp>
      </p:grpSp>
      <p:sp>
        <p:nvSpPr>
          <p:cNvPr id="222766" name="Line 558"/>
          <p:cNvSpPr>
            <a:spLocks noChangeShapeType="1"/>
          </p:cNvSpPr>
          <p:nvPr/>
        </p:nvSpPr>
        <p:spPr bwMode="auto">
          <a:xfrm>
            <a:off x="5803900" y="2286000"/>
            <a:ext cx="0" cy="457200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3609143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60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60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700"/>
                                  </p:stCondLst>
                                  <p:childTnLst>
                                    <p:set>
                                      <p:cBhvr>
                                        <p:cTn id="23" dur="1" fill="hold">
                                          <p:stCondLst>
                                            <p:cond delay="0"/>
                                          </p:stCondLst>
                                        </p:cTn>
                                        <p:tgtEl>
                                          <p:spTgt spid="14"/>
                                        </p:tgtEl>
                                        <p:attrNameLst>
                                          <p:attrName>style.visibility</p:attrName>
                                        </p:attrNameLst>
                                      </p:cBhvr>
                                      <p:to>
                                        <p:strVal val="visible"/>
                                      </p:to>
                                    </p:set>
                                  </p:childTnLst>
                                </p:cTn>
                              </p:par>
                            </p:childTnLst>
                          </p:cTn>
                        </p:par>
                        <p:par>
                          <p:cTn id="24" fill="hold">
                            <p:stCondLst>
                              <p:cond delay="700"/>
                            </p:stCondLst>
                            <p:childTnLst>
                              <p:par>
                                <p:cTn id="25" presetID="1" presetClass="entr" presetSubtype="0" fill="hold" grpId="0" nodeType="afterEffect">
                                  <p:stCondLst>
                                    <p:cond delay="0"/>
                                  </p:stCondLst>
                                  <p:childTnLst>
                                    <p:set>
                                      <p:cBhvr>
                                        <p:cTn id="26" dur="1" fill="hold">
                                          <p:stCondLst>
                                            <p:cond delay="0"/>
                                          </p:stCondLst>
                                        </p:cTn>
                                        <p:tgtEl>
                                          <p:spTgt spid="22226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2273"/>
                                        </p:tgtEl>
                                        <p:attrNameLst>
                                          <p:attrName>style.visibility</p:attrName>
                                        </p:attrNameLst>
                                      </p:cBhvr>
                                      <p:to>
                                        <p:strVal val="visible"/>
                                      </p:to>
                                    </p:set>
                                  </p:childTnLst>
                                </p:cTn>
                              </p:par>
                            </p:childTnLst>
                          </p:cTn>
                        </p:par>
                        <p:par>
                          <p:cTn id="29" fill="hold">
                            <p:stCondLst>
                              <p:cond delay="700"/>
                            </p:stCondLst>
                            <p:childTnLst>
                              <p:par>
                                <p:cTn id="30" presetID="1" presetClass="entr" presetSubtype="0" fill="hold" nodeType="afterEffect">
                                  <p:stCondLst>
                                    <p:cond delay="500"/>
                                  </p:stCondLst>
                                  <p:childTnLst>
                                    <p:set>
                                      <p:cBhvr>
                                        <p:cTn id="31" dur="1" fill="hold">
                                          <p:stCondLst>
                                            <p:cond delay="0"/>
                                          </p:stCondLst>
                                        </p:cTn>
                                        <p:tgtEl>
                                          <p:spTgt spid="3"/>
                                        </p:tgtEl>
                                        <p:attrNameLst>
                                          <p:attrName>style.visibility</p:attrName>
                                        </p:attrNameLst>
                                      </p:cBhvr>
                                      <p:to>
                                        <p:strVal val="visible"/>
                                      </p:to>
                                    </p:set>
                                  </p:childTnLst>
                                  <p:subTnLst>
                                    <p:set>
                                      <p:cBhvr override="childStyle">
                                        <p:cTn dur="1" fill="hold" display="0" masterRel="sameClick" afterEffect="1">
                                          <p:stCondLst>
                                            <p:cond evt="end" delay="0">
                                              <p:tn val="30"/>
                                            </p:cond>
                                          </p:stCondLst>
                                        </p:cTn>
                                        <p:tgtEl>
                                          <p:spTgt spid="3"/>
                                        </p:tgtEl>
                                        <p:attrNameLst>
                                          <p:attrName>style.visibility</p:attrName>
                                        </p:attrNameLst>
                                      </p:cBhvr>
                                      <p:to>
                                        <p:strVal val="hidden"/>
                                      </p:to>
                                    </p:set>
                                  </p:subTnLst>
                                </p:cTn>
                              </p:par>
                            </p:childTnLst>
                          </p:cTn>
                        </p:par>
                        <p:par>
                          <p:cTn id="32" fill="hold">
                            <p:stCondLst>
                              <p:cond delay="1200"/>
                            </p:stCondLst>
                            <p:childTnLst>
                              <p:par>
                                <p:cTn id="33" presetID="1" presetClass="entr" presetSubtype="0" fill="hold" nodeType="afterEffect">
                                  <p:stCondLst>
                                    <p:cond delay="0"/>
                                  </p:stCondLst>
                                  <p:childTnLst>
                                    <p:set>
                                      <p:cBhvr>
                                        <p:cTn id="34" dur="1" fill="hold">
                                          <p:stCondLst>
                                            <p:cond delay="0"/>
                                          </p:stCondLst>
                                        </p:cTn>
                                        <p:tgtEl>
                                          <p:spTgt spid="4"/>
                                        </p:tgtEl>
                                        <p:attrNameLst>
                                          <p:attrName>style.visibility</p:attrName>
                                        </p:attrNameLst>
                                      </p:cBhvr>
                                      <p:to>
                                        <p:strVal val="visible"/>
                                      </p:to>
                                    </p:set>
                                  </p:childTnLst>
                                  <p:subTnLst>
                                    <p:set>
                                      <p:cBhvr override="childStyle">
                                        <p:cTn dur="1" fill="hold" display="0" masterRel="sameClick" afterEffect="1">
                                          <p:stCondLst>
                                            <p:cond evt="end" delay="0">
                                              <p:tn val="33"/>
                                            </p:cond>
                                          </p:stCondLst>
                                        </p:cTn>
                                        <p:tgtEl>
                                          <p:spTgt spid="4"/>
                                        </p:tgtEl>
                                        <p:attrNameLst>
                                          <p:attrName>style.visibility</p:attrName>
                                        </p:attrNameLst>
                                      </p:cBhvr>
                                      <p:to>
                                        <p:strVal val="hidden"/>
                                      </p:to>
                                    </p:set>
                                  </p:subTnLst>
                                </p:cTn>
                              </p:par>
                            </p:childTnLst>
                          </p:cTn>
                        </p:par>
                        <p:par>
                          <p:cTn id="35" fill="hold">
                            <p:stCondLst>
                              <p:cond delay="1200"/>
                            </p:stCondLst>
                            <p:childTnLst>
                              <p:par>
                                <p:cTn id="36" presetID="1" presetClass="entr" presetSubtype="0"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childTnLst>
                                  <p:subTnLst>
                                    <p:set>
                                      <p:cBhvr override="childStyle">
                                        <p:cTn dur="1" fill="hold" display="0" masterRel="sameClick" afterEffect="1">
                                          <p:stCondLst>
                                            <p:cond evt="end" delay="0">
                                              <p:tn val="36"/>
                                            </p:cond>
                                          </p:stCondLst>
                                        </p:cTn>
                                        <p:tgtEl>
                                          <p:spTgt spid="7"/>
                                        </p:tgtEl>
                                        <p:attrNameLst>
                                          <p:attrName>style.visibility</p:attrName>
                                        </p:attrNameLst>
                                      </p:cBhvr>
                                      <p:to>
                                        <p:strVal val="hidden"/>
                                      </p:to>
                                    </p:set>
                                  </p:subTnLst>
                                </p:cTn>
                              </p:par>
                            </p:childTnLst>
                          </p:cTn>
                        </p:par>
                        <p:par>
                          <p:cTn id="38" fill="hold">
                            <p:stCondLst>
                              <p:cond delay="1200"/>
                            </p:stCondLst>
                            <p:childTnLst>
                              <p:par>
                                <p:cTn id="39" presetID="1" presetClass="entr" presetSubtype="0"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childTnLst>
                                  <p:subTnLst>
                                    <p:set>
                                      <p:cBhvr override="childStyle">
                                        <p:cTn dur="1" fill="hold" display="0" masterRel="sameClick" afterEffect="1">
                                          <p:stCondLst>
                                            <p:cond evt="end" delay="0">
                                              <p:tn val="39"/>
                                            </p:cond>
                                          </p:stCondLst>
                                        </p:cTn>
                                        <p:tgtEl>
                                          <p:spTgt spid="8"/>
                                        </p:tgtEl>
                                        <p:attrNameLst>
                                          <p:attrName>style.visibility</p:attrName>
                                        </p:attrNameLst>
                                      </p:cBhvr>
                                      <p:to>
                                        <p:strVal val="hidden"/>
                                      </p:to>
                                    </p:set>
                                  </p:subTnLst>
                                </p:cTn>
                              </p:par>
                            </p:childTnLst>
                          </p:cTn>
                        </p:par>
                        <p:par>
                          <p:cTn id="41" fill="hold">
                            <p:stCondLst>
                              <p:cond delay="1200"/>
                            </p:stCondLst>
                            <p:childTnLst>
                              <p:par>
                                <p:cTn id="42" presetID="1" presetClass="entr" presetSubtype="0" fill="hold" nodeType="afterEffect">
                                  <p:stCondLst>
                                    <p:cond delay="0"/>
                                  </p:stCondLst>
                                  <p:childTnLst>
                                    <p:set>
                                      <p:cBhvr>
                                        <p:cTn id="43" dur="1" fill="hold">
                                          <p:stCondLst>
                                            <p:cond delay="0"/>
                                          </p:stCondLst>
                                        </p:cTn>
                                        <p:tgtEl>
                                          <p:spTgt spid="14"/>
                                        </p:tgtEl>
                                        <p:attrNameLst>
                                          <p:attrName>style.visibility</p:attrName>
                                        </p:attrNameLst>
                                      </p:cBhvr>
                                      <p:to>
                                        <p:strVal val="visible"/>
                                      </p:to>
                                    </p:set>
                                  </p:childTnLst>
                                  <p:subTnLst>
                                    <p:set>
                                      <p:cBhvr override="childStyle">
                                        <p:cTn dur="1" fill="hold" display="0" masterRel="sameClick" afterEffect="1">
                                          <p:stCondLst>
                                            <p:cond evt="end" delay="0">
                                              <p:tn val="42"/>
                                            </p:cond>
                                          </p:stCondLst>
                                        </p:cTn>
                                        <p:tgtEl>
                                          <p:spTgt spid="14"/>
                                        </p:tgtEl>
                                        <p:attrNameLst>
                                          <p:attrName>style.visibility</p:attrName>
                                        </p:attrNameLst>
                                      </p:cBhvr>
                                      <p:to>
                                        <p:strVal val="hidden"/>
                                      </p:to>
                                    </p:set>
                                  </p:subTnLst>
                                </p:cTn>
                              </p:par>
                            </p:childTnLst>
                          </p:cTn>
                        </p:par>
                        <p:par>
                          <p:cTn id="44" fill="hold">
                            <p:stCondLst>
                              <p:cond delay="1200"/>
                            </p:stCondLst>
                            <p:childTnLst>
                              <p:par>
                                <p:cTn id="45" presetID="1"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childTnLst>
                                  <p:subTnLst>
                                    <p:set>
                                      <p:cBhvr override="childStyle">
                                        <p:cTn dur="1" fill="hold" display="0" masterRel="sameClick" afterEffect="1">
                                          <p:stCondLst>
                                            <p:cond evt="end" delay="0">
                                              <p:tn val="45"/>
                                            </p:cond>
                                          </p:stCondLst>
                                        </p:cTn>
                                        <p:tgtEl>
                                          <p:spTgt spid="15"/>
                                        </p:tgtEl>
                                        <p:attrNameLst>
                                          <p:attrName>style.visibility</p:attrName>
                                        </p:attrNameLst>
                                      </p:cBhvr>
                                      <p:to>
                                        <p:strVal val="hidden"/>
                                      </p:to>
                                    </p:set>
                                  </p:subTnLst>
                                </p:cTn>
                              </p:par>
                            </p:childTnLst>
                          </p:cTn>
                        </p:par>
                        <p:par>
                          <p:cTn id="47" fill="hold">
                            <p:stCondLst>
                              <p:cond delay="1200"/>
                            </p:stCondLst>
                            <p:childTnLst>
                              <p:par>
                                <p:cTn id="48" presetID="1" presetClass="entr" presetSubtype="0" fill="hold" grpId="1" nodeType="afterEffect">
                                  <p:stCondLst>
                                    <p:cond delay="0"/>
                                  </p:stCondLst>
                                  <p:childTnLst>
                                    <p:set>
                                      <p:cBhvr>
                                        <p:cTn id="49" dur="1" fill="hold">
                                          <p:stCondLst>
                                            <p:cond delay="0"/>
                                          </p:stCondLst>
                                        </p:cTn>
                                        <p:tgtEl>
                                          <p:spTgt spid="222262"/>
                                        </p:tgtEl>
                                        <p:attrNameLst>
                                          <p:attrName>style.visibility</p:attrName>
                                        </p:attrNameLst>
                                      </p:cBhvr>
                                      <p:to>
                                        <p:strVal val="visible"/>
                                      </p:to>
                                    </p:set>
                                  </p:childTnLst>
                                </p:cTn>
                              </p:par>
                            </p:childTnLst>
                          </p:cTn>
                        </p:par>
                        <p:par>
                          <p:cTn id="50" fill="hold">
                            <p:stCondLst>
                              <p:cond delay="1200"/>
                            </p:stCondLst>
                            <p:childTnLst>
                              <p:par>
                                <p:cTn id="51" presetID="1" presetClass="entr" presetSubtype="0" fill="hold" nodeType="afterEffect">
                                  <p:stCondLst>
                                    <p:cond delay="600"/>
                                  </p:stCondLst>
                                  <p:childTnLst>
                                    <p:set>
                                      <p:cBhvr>
                                        <p:cTn id="52" dur="1" fill="hold">
                                          <p:stCondLst>
                                            <p:cond delay="0"/>
                                          </p:stCondLst>
                                        </p:cTn>
                                        <p:tgtEl>
                                          <p:spTgt spid="23"/>
                                        </p:tgtEl>
                                        <p:attrNameLst>
                                          <p:attrName>style.visibility</p:attrName>
                                        </p:attrNameLst>
                                      </p:cBhvr>
                                      <p:to>
                                        <p:strVal val="visible"/>
                                      </p:to>
                                    </p:set>
                                  </p:childTnLst>
                                </p:cTn>
                              </p:par>
                            </p:childTnLst>
                          </p:cTn>
                        </p:par>
                        <p:par>
                          <p:cTn id="53" fill="hold">
                            <p:stCondLst>
                              <p:cond delay="1800"/>
                            </p:stCondLst>
                            <p:childTnLst>
                              <p:par>
                                <p:cTn id="54" presetID="1" presetClass="entr" presetSubtype="0" fill="hold" nodeType="afterEffect">
                                  <p:stCondLst>
                                    <p:cond delay="1000"/>
                                  </p:stCondLst>
                                  <p:childTnLst>
                                    <p:set>
                                      <p:cBhvr>
                                        <p:cTn id="55" dur="1" fill="hold">
                                          <p:stCondLst>
                                            <p:cond delay="0"/>
                                          </p:stCondLst>
                                        </p:cTn>
                                        <p:tgtEl>
                                          <p:spTgt spid="17"/>
                                        </p:tgtEl>
                                        <p:attrNameLst>
                                          <p:attrName>style.visibility</p:attrName>
                                        </p:attrNameLst>
                                      </p:cBhvr>
                                      <p:to>
                                        <p:strVal val="visible"/>
                                      </p:to>
                                    </p:set>
                                  </p:childTnLst>
                                </p:cTn>
                              </p:par>
                            </p:childTnLst>
                          </p:cTn>
                        </p:par>
                        <p:par>
                          <p:cTn id="56" fill="hold">
                            <p:stCondLst>
                              <p:cond delay="2800"/>
                            </p:stCondLst>
                            <p:childTnLst>
                              <p:par>
                                <p:cTn id="57" presetID="1" presetClass="entr" presetSubtype="0" fill="hold" nodeType="afterEffect">
                                  <p:stCondLst>
                                    <p:cond delay="1000"/>
                                  </p:stCondLst>
                                  <p:childTnLst>
                                    <p:set>
                                      <p:cBhvr>
                                        <p:cTn id="58" dur="1" fill="hold">
                                          <p:stCondLst>
                                            <p:cond delay="0"/>
                                          </p:stCondLst>
                                        </p:cTn>
                                        <p:tgtEl>
                                          <p:spTgt spid="24"/>
                                        </p:tgtEl>
                                        <p:attrNameLst>
                                          <p:attrName>style.visibility</p:attrName>
                                        </p:attrNameLst>
                                      </p:cBhvr>
                                      <p:to>
                                        <p:strVal val="visible"/>
                                      </p:to>
                                    </p:set>
                                  </p:childTnLst>
                                </p:cTn>
                              </p:par>
                            </p:childTnLst>
                          </p:cTn>
                        </p:par>
                        <p:par>
                          <p:cTn id="59" fill="hold">
                            <p:stCondLst>
                              <p:cond delay="3800"/>
                            </p:stCondLst>
                            <p:childTnLst>
                              <p:par>
                                <p:cTn id="60" presetID="1" presetClass="entr" presetSubtype="0" fill="hold" nodeType="afterEffect">
                                  <p:stCondLst>
                                    <p:cond delay="600"/>
                                  </p:stCondLst>
                                  <p:childTnLst>
                                    <p:set>
                                      <p:cBhvr>
                                        <p:cTn id="61" dur="1" fill="hold">
                                          <p:stCondLst>
                                            <p:cond delay="0"/>
                                          </p:stCondLst>
                                        </p:cTn>
                                        <p:tgtEl>
                                          <p:spTgt spid="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22409"/>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222267"/>
                                        </p:tgtEl>
                                        <p:attrNameLst>
                                          <p:attrName>style.visibility</p:attrName>
                                        </p:attrNameLst>
                                      </p:cBhvr>
                                      <p:to>
                                        <p:strVal val="visible"/>
                                      </p:to>
                                    </p:set>
                                  </p:childTnLst>
                                </p:cTn>
                              </p:par>
                            </p:childTnLst>
                          </p:cTn>
                        </p:par>
                        <p:par>
                          <p:cTn id="69" fill="hold">
                            <p:stCondLst>
                              <p:cond delay="0"/>
                            </p:stCondLst>
                            <p:childTnLst>
                              <p:par>
                                <p:cTn id="70" presetID="1" presetClass="entr" presetSubtype="0" fill="hold" grpId="0" nodeType="afterEffect">
                                  <p:stCondLst>
                                    <p:cond delay="600"/>
                                  </p:stCondLst>
                                  <p:childTnLst>
                                    <p:set>
                                      <p:cBhvr>
                                        <p:cTn id="71" dur="1" fill="hold">
                                          <p:stCondLst>
                                            <p:cond delay="0"/>
                                          </p:stCondLst>
                                        </p:cTn>
                                        <p:tgtEl>
                                          <p:spTgt spid="222268"/>
                                        </p:tgtEl>
                                        <p:attrNameLst>
                                          <p:attrName>style.visibility</p:attrName>
                                        </p:attrNameLst>
                                      </p:cBhvr>
                                      <p:to>
                                        <p:strVal val="visible"/>
                                      </p:to>
                                    </p:set>
                                  </p:childTnLst>
                                </p:cTn>
                              </p:par>
                            </p:childTnLst>
                          </p:cTn>
                        </p:par>
                        <p:par>
                          <p:cTn id="72" fill="hold">
                            <p:stCondLst>
                              <p:cond delay="600"/>
                            </p:stCondLst>
                            <p:childTnLst>
                              <p:par>
                                <p:cTn id="73" presetID="1" presetClass="entr" presetSubtype="0" fill="hold" grpId="0" nodeType="afterEffect">
                                  <p:stCondLst>
                                    <p:cond delay="600"/>
                                  </p:stCondLst>
                                  <p:childTnLst>
                                    <p:set>
                                      <p:cBhvr>
                                        <p:cTn id="74" dur="1" fill="hold">
                                          <p:stCondLst>
                                            <p:cond delay="0"/>
                                          </p:stCondLst>
                                        </p:cTn>
                                        <p:tgtEl>
                                          <p:spTgt spid="222297"/>
                                        </p:tgtEl>
                                        <p:attrNameLst>
                                          <p:attrName>style.visibility</p:attrName>
                                        </p:attrNameLst>
                                      </p:cBhvr>
                                      <p:to>
                                        <p:strVal val="visible"/>
                                      </p:to>
                                    </p:set>
                                  </p:childTnLst>
                                </p:cTn>
                              </p:par>
                            </p:childTnLst>
                          </p:cTn>
                        </p:par>
                        <p:par>
                          <p:cTn id="75" fill="hold">
                            <p:stCondLst>
                              <p:cond delay="1200"/>
                            </p:stCondLst>
                            <p:childTnLst>
                              <p:par>
                                <p:cTn id="76" presetID="1" presetClass="entr" presetSubtype="0" fill="hold" grpId="0" nodeType="afterEffect">
                                  <p:stCondLst>
                                    <p:cond delay="600"/>
                                  </p:stCondLst>
                                  <p:childTnLst>
                                    <p:set>
                                      <p:cBhvr>
                                        <p:cTn id="77" dur="1" fill="hold">
                                          <p:stCondLst>
                                            <p:cond delay="0"/>
                                          </p:stCondLst>
                                        </p:cTn>
                                        <p:tgtEl>
                                          <p:spTgt spid="222310"/>
                                        </p:tgtEl>
                                        <p:attrNameLst>
                                          <p:attrName>style.visibility</p:attrName>
                                        </p:attrNameLst>
                                      </p:cBhvr>
                                      <p:to>
                                        <p:strVal val="visible"/>
                                      </p:to>
                                    </p:set>
                                  </p:childTnLst>
                                </p:cTn>
                              </p:par>
                            </p:childTnLst>
                          </p:cTn>
                        </p:par>
                        <p:par>
                          <p:cTn id="78" fill="hold">
                            <p:stCondLst>
                              <p:cond delay="1800"/>
                            </p:stCondLst>
                            <p:childTnLst>
                              <p:par>
                                <p:cTn id="79" presetID="1" presetClass="entr" presetSubtype="0" fill="hold" grpId="0" nodeType="afterEffect">
                                  <p:stCondLst>
                                    <p:cond delay="600"/>
                                  </p:stCondLst>
                                  <p:childTnLst>
                                    <p:set>
                                      <p:cBhvr>
                                        <p:cTn id="80" dur="1" fill="hold">
                                          <p:stCondLst>
                                            <p:cond delay="0"/>
                                          </p:stCondLst>
                                        </p:cTn>
                                        <p:tgtEl>
                                          <p:spTgt spid="222266"/>
                                        </p:tgtEl>
                                        <p:attrNameLst>
                                          <p:attrName>style.visibility</p:attrName>
                                        </p:attrNameLst>
                                      </p:cBhvr>
                                      <p:to>
                                        <p:strVal val="visible"/>
                                      </p:to>
                                    </p:set>
                                  </p:childTnLst>
                                </p:cTn>
                              </p:par>
                            </p:childTnLst>
                          </p:cTn>
                        </p:par>
                        <p:par>
                          <p:cTn id="81" fill="hold">
                            <p:stCondLst>
                              <p:cond delay="2400"/>
                            </p:stCondLst>
                            <p:childTnLst>
                              <p:par>
                                <p:cTn id="82" presetID="1" presetClass="entr" presetSubtype="0" fill="hold" grpId="0" nodeType="afterEffect">
                                  <p:stCondLst>
                                    <p:cond delay="600"/>
                                  </p:stCondLst>
                                  <p:childTnLst>
                                    <p:set>
                                      <p:cBhvr>
                                        <p:cTn id="83" dur="1" fill="hold">
                                          <p:stCondLst>
                                            <p:cond delay="0"/>
                                          </p:stCondLst>
                                        </p:cTn>
                                        <p:tgtEl>
                                          <p:spTgt spid="222265"/>
                                        </p:tgtEl>
                                        <p:attrNameLst>
                                          <p:attrName>style.visibility</p:attrName>
                                        </p:attrNameLst>
                                      </p:cBhvr>
                                      <p:to>
                                        <p:strVal val="visible"/>
                                      </p:to>
                                    </p:set>
                                  </p:childTnLst>
                                </p:cTn>
                              </p:par>
                            </p:childTnLst>
                          </p:cTn>
                        </p:par>
                        <p:par>
                          <p:cTn id="84" fill="hold">
                            <p:stCondLst>
                              <p:cond delay="3000"/>
                            </p:stCondLst>
                            <p:childTnLst>
                              <p:par>
                                <p:cTn id="85" presetID="1" presetClass="entr" presetSubtype="0" fill="hold" grpId="0" nodeType="afterEffect">
                                  <p:stCondLst>
                                    <p:cond delay="600"/>
                                  </p:stCondLst>
                                  <p:childTnLst>
                                    <p:set>
                                      <p:cBhvr>
                                        <p:cTn id="86" dur="1" fill="hold">
                                          <p:stCondLst>
                                            <p:cond delay="0"/>
                                          </p:stCondLst>
                                        </p:cTn>
                                        <p:tgtEl>
                                          <p:spTgt spid="222296"/>
                                        </p:tgtEl>
                                        <p:attrNameLst>
                                          <p:attrName>style.visibility</p:attrName>
                                        </p:attrNameLst>
                                      </p:cBhvr>
                                      <p:to>
                                        <p:strVal val="visible"/>
                                      </p:to>
                                    </p:set>
                                  </p:childTnLst>
                                </p:cTn>
                              </p:par>
                            </p:childTnLst>
                          </p:cTn>
                        </p:par>
                        <p:par>
                          <p:cTn id="87" fill="hold">
                            <p:stCondLst>
                              <p:cond delay="3600"/>
                            </p:stCondLst>
                            <p:childTnLst>
                              <p:par>
                                <p:cTn id="88" presetID="1" presetClass="entr" presetSubtype="0" fill="hold" grpId="0" nodeType="afterEffect">
                                  <p:stCondLst>
                                    <p:cond delay="600"/>
                                  </p:stCondLst>
                                  <p:childTnLst>
                                    <p:set>
                                      <p:cBhvr>
                                        <p:cTn id="89" dur="1" fill="hold">
                                          <p:stCondLst>
                                            <p:cond delay="0"/>
                                          </p:stCondLst>
                                        </p:cTn>
                                        <p:tgtEl>
                                          <p:spTgt spid="222263"/>
                                        </p:tgtEl>
                                        <p:attrNameLst>
                                          <p:attrName>style.visibility</p:attrName>
                                        </p:attrNameLst>
                                      </p:cBhvr>
                                      <p:to>
                                        <p:strVal val="visible"/>
                                      </p:to>
                                    </p:set>
                                  </p:childTnLst>
                                </p:cTn>
                              </p:par>
                            </p:childTnLst>
                          </p:cTn>
                        </p:par>
                        <p:par>
                          <p:cTn id="90" fill="hold">
                            <p:stCondLst>
                              <p:cond delay="4200"/>
                            </p:stCondLst>
                            <p:childTnLst>
                              <p:par>
                                <p:cTn id="91" presetID="1" presetClass="entr" presetSubtype="0" fill="hold" grpId="0" nodeType="afterEffect">
                                  <p:stCondLst>
                                    <p:cond delay="600"/>
                                  </p:stCondLst>
                                  <p:childTnLst>
                                    <p:set>
                                      <p:cBhvr>
                                        <p:cTn id="92" dur="1" fill="hold">
                                          <p:stCondLst>
                                            <p:cond delay="0"/>
                                          </p:stCondLst>
                                        </p:cTn>
                                        <p:tgtEl>
                                          <p:spTgt spid="22226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3"/>
                                        </p:tgtEl>
                                        <p:attrNameLst>
                                          <p:attrName>style.visibility</p:attrName>
                                        </p:attrNameLst>
                                      </p:cBhvr>
                                      <p:to>
                                        <p:strVal val="visible"/>
                                      </p:to>
                                    </p:set>
                                  </p:childTnLst>
                                  <p:subTnLst>
                                    <p:set>
                                      <p:cBhvr override="childStyle">
                                        <p:cTn dur="1" fill="hold" display="0" masterRel="sameClick" afterEffect="1">
                                          <p:stCondLst>
                                            <p:cond evt="end" delay="0">
                                              <p:tn val="95"/>
                                            </p:cond>
                                          </p:stCondLst>
                                        </p:cTn>
                                        <p:tgtEl>
                                          <p:spTgt spid="3"/>
                                        </p:tgtEl>
                                        <p:attrNameLst>
                                          <p:attrName>style.visibility</p:attrName>
                                        </p:attrNameLst>
                                      </p:cBhvr>
                                      <p:to>
                                        <p:strVal val="hidden"/>
                                      </p:to>
                                    </p:set>
                                  </p:subTnLst>
                                </p:cTn>
                              </p:par>
                              <p:par>
                                <p:cTn id="97" presetID="1" presetClass="entr" presetSubtype="0" fill="hold" nodeType="withEffect">
                                  <p:stCondLst>
                                    <p:cond delay="0"/>
                                  </p:stCondLst>
                                  <p:childTnLst>
                                    <p:set>
                                      <p:cBhvr>
                                        <p:cTn id="98" dur="1" fill="hold">
                                          <p:stCondLst>
                                            <p:cond delay="0"/>
                                          </p:stCondLst>
                                        </p:cTn>
                                        <p:tgtEl>
                                          <p:spTgt spid="4"/>
                                        </p:tgtEl>
                                        <p:attrNameLst>
                                          <p:attrName>style.visibility</p:attrName>
                                        </p:attrNameLst>
                                      </p:cBhvr>
                                      <p:to>
                                        <p:strVal val="visible"/>
                                      </p:to>
                                    </p:set>
                                  </p:childTnLst>
                                  <p:subTnLst>
                                    <p:set>
                                      <p:cBhvr override="childStyle">
                                        <p:cTn dur="1" fill="hold" display="0" masterRel="sameClick" afterEffect="1">
                                          <p:stCondLst>
                                            <p:cond evt="end" delay="0">
                                              <p:tn val="97"/>
                                            </p:cond>
                                          </p:stCondLst>
                                        </p:cTn>
                                        <p:tgtEl>
                                          <p:spTgt spid="4"/>
                                        </p:tgtEl>
                                        <p:attrNameLst>
                                          <p:attrName>style.visibility</p:attrName>
                                        </p:attrNameLst>
                                      </p:cBhvr>
                                      <p:to>
                                        <p:strVal val="hidden"/>
                                      </p:to>
                                    </p:set>
                                  </p:subTnLst>
                                </p:cTn>
                              </p:par>
                              <p:par>
                                <p:cTn id="99" presetID="1" presetClass="entr" presetSubtype="0" fill="hold" nodeType="withEffect">
                                  <p:stCondLst>
                                    <p:cond delay="0"/>
                                  </p:stCondLst>
                                  <p:childTnLst>
                                    <p:set>
                                      <p:cBhvr>
                                        <p:cTn id="100" dur="1" fill="hold">
                                          <p:stCondLst>
                                            <p:cond delay="0"/>
                                          </p:stCondLst>
                                        </p:cTn>
                                        <p:tgtEl>
                                          <p:spTgt spid="7"/>
                                        </p:tgtEl>
                                        <p:attrNameLst>
                                          <p:attrName>style.visibility</p:attrName>
                                        </p:attrNameLst>
                                      </p:cBhvr>
                                      <p:to>
                                        <p:strVal val="visible"/>
                                      </p:to>
                                    </p:set>
                                  </p:childTnLst>
                                  <p:subTnLst>
                                    <p:set>
                                      <p:cBhvr override="childStyle">
                                        <p:cTn dur="1" fill="hold" display="0" masterRel="sameClick" afterEffect="1">
                                          <p:stCondLst>
                                            <p:cond evt="end" delay="0">
                                              <p:tn val="99"/>
                                            </p:cond>
                                          </p:stCondLst>
                                        </p:cTn>
                                        <p:tgtEl>
                                          <p:spTgt spid="7"/>
                                        </p:tgtEl>
                                        <p:attrNameLst>
                                          <p:attrName>style.visibility</p:attrName>
                                        </p:attrNameLst>
                                      </p:cBhvr>
                                      <p:to>
                                        <p:strVal val="hidden"/>
                                      </p:to>
                                    </p:set>
                                  </p:subTnLst>
                                </p:cTn>
                              </p:par>
                              <p:par>
                                <p:cTn id="101" presetID="1" presetClass="entr" presetSubtype="0" fill="hold" nodeType="withEffect">
                                  <p:stCondLst>
                                    <p:cond delay="0"/>
                                  </p:stCondLst>
                                  <p:childTnLst>
                                    <p:set>
                                      <p:cBhvr>
                                        <p:cTn id="102" dur="1" fill="hold">
                                          <p:stCondLst>
                                            <p:cond delay="0"/>
                                          </p:stCondLst>
                                        </p:cTn>
                                        <p:tgtEl>
                                          <p:spTgt spid="8"/>
                                        </p:tgtEl>
                                        <p:attrNameLst>
                                          <p:attrName>style.visibility</p:attrName>
                                        </p:attrNameLst>
                                      </p:cBhvr>
                                      <p:to>
                                        <p:strVal val="visible"/>
                                      </p:to>
                                    </p:set>
                                  </p:childTnLst>
                                  <p:subTnLst>
                                    <p:set>
                                      <p:cBhvr override="childStyle">
                                        <p:cTn dur="1" fill="hold" display="0" masterRel="sameClick" afterEffect="1">
                                          <p:stCondLst>
                                            <p:cond evt="end" delay="0">
                                              <p:tn val="101"/>
                                            </p:cond>
                                          </p:stCondLst>
                                        </p:cTn>
                                        <p:tgtEl>
                                          <p:spTgt spid="8"/>
                                        </p:tgtEl>
                                        <p:attrNameLst>
                                          <p:attrName>style.visibility</p:attrName>
                                        </p:attrNameLst>
                                      </p:cBhvr>
                                      <p:to>
                                        <p:strVal val="hidden"/>
                                      </p:to>
                                    </p:set>
                                  </p:subTnLst>
                                </p:cTn>
                              </p:par>
                              <p:par>
                                <p:cTn id="103" presetID="1" presetClass="entr" presetSubtype="0" fill="hold" nodeType="withEffect">
                                  <p:stCondLst>
                                    <p:cond delay="0"/>
                                  </p:stCondLst>
                                  <p:childTnLst>
                                    <p:set>
                                      <p:cBhvr>
                                        <p:cTn id="104" dur="1" fill="hold">
                                          <p:stCondLst>
                                            <p:cond delay="0"/>
                                          </p:stCondLst>
                                        </p:cTn>
                                        <p:tgtEl>
                                          <p:spTgt spid="14"/>
                                        </p:tgtEl>
                                        <p:attrNameLst>
                                          <p:attrName>style.visibility</p:attrName>
                                        </p:attrNameLst>
                                      </p:cBhvr>
                                      <p:to>
                                        <p:strVal val="visible"/>
                                      </p:to>
                                    </p:set>
                                  </p:childTnLst>
                                  <p:subTnLst>
                                    <p:set>
                                      <p:cBhvr override="childStyle">
                                        <p:cTn dur="1" fill="hold" display="0" masterRel="sameClick" afterEffect="1">
                                          <p:stCondLst>
                                            <p:cond evt="end" delay="0">
                                              <p:tn val="103"/>
                                            </p:cond>
                                          </p:stCondLst>
                                        </p:cTn>
                                        <p:tgtEl>
                                          <p:spTgt spid="14"/>
                                        </p:tgtEl>
                                        <p:attrNameLst>
                                          <p:attrName>style.visibility</p:attrName>
                                        </p:attrNameLst>
                                      </p:cBhvr>
                                      <p:to>
                                        <p:strVal val="hidden"/>
                                      </p:to>
                                    </p:set>
                                  </p:subTnLst>
                                </p:cTn>
                              </p:par>
                              <p:par>
                                <p:cTn id="105" presetID="1" presetClass="entr" presetSubtype="0" fill="hold" nodeType="withEffect">
                                  <p:stCondLst>
                                    <p:cond delay="0"/>
                                  </p:stCondLst>
                                  <p:childTnLst>
                                    <p:set>
                                      <p:cBhvr>
                                        <p:cTn id="106" dur="1" fill="hold">
                                          <p:stCondLst>
                                            <p:cond delay="0"/>
                                          </p:stCondLst>
                                        </p:cTn>
                                        <p:tgtEl>
                                          <p:spTgt spid="15"/>
                                        </p:tgtEl>
                                        <p:attrNameLst>
                                          <p:attrName>style.visibility</p:attrName>
                                        </p:attrNameLst>
                                      </p:cBhvr>
                                      <p:to>
                                        <p:strVal val="visible"/>
                                      </p:to>
                                    </p:set>
                                  </p:childTnLst>
                                  <p:subTnLst>
                                    <p:set>
                                      <p:cBhvr override="childStyle">
                                        <p:cTn dur="1" fill="hold" display="0" masterRel="sameClick" afterEffect="1">
                                          <p:stCondLst>
                                            <p:cond evt="end" delay="0">
                                              <p:tn val="105"/>
                                            </p:cond>
                                          </p:stCondLst>
                                        </p:cTn>
                                        <p:tgtEl>
                                          <p:spTgt spid="15"/>
                                        </p:tgtEl>
                                        <p:attrNameLst>
                                          <p:attrName>style.visibility</p:attrName>
                                        </p:attrNameLst>
                                      </p:cBhvr>
                                      <p:to>
                                        <p:strVal val="hidden"/>
                                      </p:to>
                                    </p:set>
                                  </p:subTnLst>
                                </p:cTn>
                              </p:par>
                              <p:par>
                                <p:cTn id="107" presetID="1" presetClass="entr" presetSubtype="0" fill="hold" grpId="1" nodeType="withEffect">
                                  <p:stCondLst>
                                    <p:cond delay="0"/>
                                  </p:stCondLst>
                                  <p:childTnLst>
                                    <p:set>
                                      <p:cBhvr>
                                        <p:cTn id="108" dur="1" fill="hold">
                                          <p:stCondLst>
                                            <p:cond delay="0"/>
                                          </p:stCondLst>
                                        </p:cTn>
                                        <p:tgtEl>
                                          <p:spTgt spid="222263"/>
                                        </p:tgtEl>
                                        <p:attrNameLst>
                                          <p:attrName>style.visibility</p:attrName>
                                        </p:attrNameLst>
                                      </p:cBhvr>
                                      <p:to>
                                        <p:strVal val="visible"/>
                                      </p:to>
                                    </p:set>
                                  </p:childTnLst>
                                  <p:subTnLst>
                                    <p:set>
                                      <p:cBhvr override="childStyle">
                                        <p:cTn dur="1" fill="hold" display="0" masterRel="sameClick" afterEffect="1">
                                          <p:stCondLst>
                                            <p:cond evt="end" delay="0">
                                              <p:tn val="107"/>
                                            </p:cond>
                                          </p:stCondLst>
                                        </p:cTn>
                                        <p:tgtEl>
                                          <p:spTgt spid="222263"/>
                                        </p:tgtEl>
                                        <p:attrNameLst>
                                          <p:attrName>style.visibility</p:attrName>
                                        </p:attrNameLst>
                                      </p:cBhvr>
                                      <p:to>
                                        <p:strVal val="hidden"/>
                                      </p:to>
                                    </p:set>
                                  </p:subTnLst>
                                </p:cTn>
                              </p:par>
                              <p:par>
                                <p:cTn id="109" presetID="1" presetClass="entr" presetSubtype="0" fill="hold" grpId="1" nodeType="withEffect">
                                  <p:stCondLst>
                                    <p:cond delay="0"/>
                                  </p:stCondLst>
                                  <p:childTnLst>
                                    <p:set>
                                      <p:cBhvr>
                                        <p:cTn id="110" dur="1" fill="hold">
                                          <p:stCondLst>
                                            <p:cond delay="0"/>
                                          </p:stCondLst>
                                        </p:cTn>
                                        <p:tgtEl>
                                          <p:spTgt spid="222264"/>
                                        </p:tgtEl>
                                        <p:attrNameLst>
                                          <p:attrName>style.visibility</p:attrName>
                                        </p:attrNameLst>
                                      </p:cBhvr>
                                      <p:to>
                                        <p:strVal val="visible"/>
                                      </p:to>
                                    </p:set>
                                  </p:childTnLst>
                                  <p:subTnLst>
                                    <p:set>
                                      <p:cBhvr override="childStyle">
                                        <p:cTn dur="1" fill="hold" display="0" masterRel="sameClick" afterEffect="1">
                                          <p:stCondLst>
                                            <p:cond evt="end" delay="0">
                                              <p:tn val="109"/>
                                            </p:cond>
                                          </p:stCondLst>
                                        </p:cTn>
                                        <p:tgtEl>
                                          <p:spTgt spid="222264"/>
                                        </p:tgtEl>
                                        <p:attrNameLst>
                                          <p:attrName>style.visibility</p:attrName>
                                        </p:attrNameLst>
                                      </p:cBhvr>
                                      <p:to>
                                        <p:strVal val="hidden"/>
                                      </p:to>
                                    </p:set>
                                  </p:subTnLst>
                                </p:cTn>
                              </p:par>
                              <p:par>
                                <p:cTn id="111" presetID="1" presetClass="entr" presetSubtype="0" fill="hold" grpId="1" nodeType="withEffect">
                                  <p:stCondLst>
                                    <p:cond delay="0"/>
                                  </p:stCondLst>
                                  <p:childTnLst>
                                    <p:set>
                                      <p:cBhvr>
                                        <p:cTn id="112" dur="1" fill="hold">
                                          <p:stCondLst>
                                            <p:cond delay="0"/>
                                          </p:stCondLst>
                                        </p:cTn>
                                        <p:tgtEl>
                                          <p:spTgt spid="222265"/>
                                        </p:tgtEl>
                                        <p:attrNameLst>
                                          <p:attrName>style.visibility</p:attrName>
                                        </p:attrNameLst>
                                      </p:cBhvr>
                                      <p:to>
                                        <p:strVal val="visible"/>
                                      </p:to>
                                    </p:set>
                                  </p:childTnLst>
                                  <p:subTnLst>
                                    <p:set>
                                      <p:cBhvr override="childStyle">
                                        <p:cTn dur="1" fill="hold" display="0" masterRel="sameClick" afterEffect="1">
                                          <p:stCondLst>
                                            <p:cond evt="end" delay="0">
                                              <p:tn val="111"/>
                                            </p:cond>
                                          </p:stCondLst>
                                        </p:cTn>
                                        <p:tgtEl>
                                          <p:spTgt spid="222265"/>
                                        </p:tgtEl>
                                        <p:attrNameLst>
                                          <p:attrName>style.visibility</p:attrName>
                                        </p:attrNameLst>
                                      </p:cBhvr>
                                      <p:to>
                                        <p:strVal val="hidden"/>
                                      </p:to>
                                    </p:set>
                                  </p:subTnLst>
                                </p:cTn>
                              </p:par>
                              <p:par>
                                <p:cTn id="113" presetID="1" presetClass="entr" presetSubtype="0" fill="hold" grpId="1" nodeType="withEffect">
                                  <p:stCondLst>
                                    <p:cond delay="0"/>
                                  </p:stCondLst>
                                  <p:childTnLst>
                                    <p:set>
                                      <p:cBhvr>
                                        <p:cTn id="114" dur="1" fill="hold">
                                          <p:stCondLst>
                                            <p:cond delay="0"/>
                                          </p:stCondLst>
                                        </p:cTn>
                                        <p:tgtEl>
                                          <p:spTgt spid="222266"/>
                                        </p:tgtEl>
                                        <p:attrNameLst>
                                          <p:attrName>style.visibility</p:attrName>
                                        </p:attrNameLst>
                                      </p:cBhvr>
                                      <p:to>
                                        <p:strVal val="visible"/>
                                      </p:to>
                                    </p:set>
                                  </p:childTnLst>
                                  <p:subTnLst>
                                    <p:set>
                                      <p:cBhvr override="childStyle">
                                        <p:cTn dur="1" fill="hold" display="0" masterRel="sameClick" afterEffect="1">
                                          <p:stCondLst>
                                            <p:cond evt="end" delay="0">
                                              <p:tn val="113"/>
                                            </p:cond>
                                          </p:stCondLst>
                                        </p:cTn>
                                        <p:tgtEl>
                                          <p:spTgt spid="222266"/>
                                        </p:tgtEl>
                                        <p:attrNameLst>
                                          <p:attrName>style.visibility</p:attrName>
                                        </p:attrNameLst>
                                      </p:cBhvr>
                                      <p:to>
                                        <p:strVal val="hidden"/>
                                      </p:to>
                                    </p:set>
                                  </p:subTnLst>
                                </p:cTn>
                              </p:par>
                              <p:par>
                                <p:cTn id="115" presetID="1" presetClass="entr" presetSubtype="0" fill="hold" grpId="1" nodeType="withEffect">
                                  <p:stCondLst>
                                    <p:cond delay="0"/>
                                  </p:stCondLst>
                                  <p:childTnLst>
                                    <p:set>
                                      <p:cBhvr>
                                        <p:cTn id="116" dur="1" fill="hold">
                                          <p:stCondLst>
                                            <p:cond delay="0"/>
                                          </p:stCondLst>
                                        </p:cTn>
                                        <p:tgtEl>
                                          <p:spTgt spid="222267"/>
                                        </p:tgtEl>
                                        <p:attrNameLst>
                                          <p:attrName>style.visibility</p:attrName>
                                        </p:attrNameLst>
                                      </p:cBhvr>
                                      <p:to>
                                        <p:strVal val="visible"/>
                                      </p:to>
                                    </p:set>
                                  </p:childTnLst>
                                  <p:subTnLst>
                                    <p:set>
                                      <p:cBhvr override="childStyle">
                                        <p:cTn dur="1" fill="hold" display="0" masterRel="sameClick" afterEffect="1">
                                          <p:stCondLst>
                                            <p:cond evt="end" delay="0">
                                              <p:tn val="115"/>
                                            </p:cond>
                                          </p:stCondLst>
                                        </p:cTn>
                                        <p:tgtEl>
                                          <p:spTgt spid="222267"/>
                                        </p:tgtEl>
                                        <p:attrNameLst>
                                          <p:attrName>style.visibility</p:attrName>
                                        </p:attrNameLst>
                                      </p:cBhvr>
                                      <p:to>
                                        <p:strVal val="hidden"/>
                                      </p:to>
                                    </p:set>
                                  </p:subTnLst>
                                </p:cTn>
                              </p:par>
                              <p:par>
                                <p:cTn id="117" presetID="1" presetClass="entr" presetSubtype="0" fill="hold" grpId="1" nodeType="withEffect">
                                  <p:stCondLst>
                                    <p:cond delay="0"/>
                                  </p:stCondLst>
                                  <p:childTnLst>
                                    <p:set>
                                      <p:cBhvr>
                                        <p:cTn id="118" dur="1" fill="hold">
                                          <p:stCondLst>
                                            <p:cond delay="0"/>
                                          </p:stCondLst>
                                        </p:cTn>
                                        <p:tgtEl>
                                          <p:spTgt spid="222268"/>
                                        </p:tgtEl>
                                        <p:attrNameLst>
                                          <p:attrName>style.visibility</p:attrName>
                                        </p:attrNameLst>
                                      </p:cBhvr>
                                      <p:to>
                                        <p:strVal val="visible"/>
                                      </p:to>
                                    </p:set>
                                  </p:childTnLst>
                                  <p:subTnLst>
                                    <p:set>
                                      <p:cBhvr override="childStyle">
                                        <p:cTn dur="1" fill="hold" display="0" masterRel="sameClick" afterEffect="1">
                                          <p:stCondLst>
                                            <p:cond evt="end" delay="0">
                                              <p:tn val="117"/>
                                            </p:cond>
                                          </p:stCondLst>
                                        </p:cTn>
                                        <p:tgtEl>
                                          <p:spTgt spid="222268"/>
                                        </p:tgtEl>
                                        <p:attrNameLst>
                                          <p:attrName>style.visibility</p:attrName>
                                        </p:attrNameLst>
                                      </p:cBhvr>
                                      <p:to>
                                        <p:strVal val="hidden"/>
                                      </p:to>
                                    </p:set>
                                  </p:subTnLst>
                                </p:cTn>
                              </p:par>
                              <p:par>
                                <p:cTn id="119" presetID="1" presetClass="entr" presetSubtype="0" fill="hold" nodeType="withEffect">
                                  <p:stCondLst>
                                    <p:cond delay="0"/>
                                  </p:stCondLst>
                                  <p:childTnLst>
                                    <p:set>
                                      <p:cBhvr>
                                        <p:cTn id="120" dur="1" fill="hold">
                                          <p:stCondLst>
                                            <p:cond delay="0"/>
                                          </p:stCondLst>
                                        </p:cTn>
                                        <p:tgtEl>
                                          <p:spTgt spid="16"/>
                                        </p:tgtEl>
                                        <p:attrNameLst>
                                          <p:attrName>style.visibility</p:attrName>
                                        </p:attrNameLst>
                                      </p:cBhvr>
                                      <p:to>
                                        <p:strVal val="visible"/>
                                      </p:to>
                                    </p:set>
                                  </p:childTnLst>
                                  <p:subTnLst>
                                    <p:set>
                                      <p:cBhvr override="childStyle">
                                        <p:cTn dur="1" fill="hold" display="0" masterRel="sameClick" afterEffect="1">
                                          <p:stCondLst>
                                            <p:cond evt="end" delay="0">
                                              <p:tn val="119"/>
                                            </p:cond>
                                          </p:stCondLst>
                                        </p:cTn>
                                        <p:tgtEl>
                                          <p:spTgt spid="16"/>
                                        </p:tgtEl>
                                        <p:attrNameLst>
                                          <p:attrName>style.visibility</p:attrName>
                                        </p:attrNameLst>
                                      </p:cBhvr>
                                      <p:to>
                                        <p:strVal val="hidden"/>
                                      </p:to>
                                    </p:set>
                                  </p:subTnLst>
                                </p:cTn>
                              </p:par>
                              <p:par>
                                <p:cTn id="121" presetID="1" presetClass="entr" presetSubtype="0" fill="hold" nodeType="withEffect">
                                  <p:stCondLst>
                                    <p:cond delay="0"/>
                                  </p:stCondLst>
                                  <p:childTnLst>
                                    <p:set>
                                      <p:cBhvr>
                                        <p:cTn id="122" dur="1" fill="hold">
                                          <p:stCondLst>
                                            <p:cond delay="0"/>
                                          </p:stCondLst>
                                        </p:cTn>
                                        <p:tgtEl>
                                          <p:spTgt spid="17"/>
                                        </p:tgtEl>
                                        <p:attrNameLst>
                                          <p:attrName>style.visibility</p:attrName>
                                        </p:attrNameLst>
                                      </p:cBhvr>
                                      <p:to>
                                        <p:strVal val="visible"/>
                                      </p:to>
                                    </p:set>
                                  </p:childTnLst>
                                  <p:subTnLst>
                                    <p:set>
                                      <p:cBhvr override="childStyle">
                                        <p:cTn dur="1" fill="hold" display="0" masterRel="sameClick" afterEffect="1">
                                          <p:stCondLst>
                                            <p:cond evt="end" delay="0">
                                              <p:tn val="121"/>
                                            </p:cond>
                                          </p:stCondLst>
                                        </p:cTn>
                                        <p:tgtEl>
                                          <p:spTgt spid="17"/>
                                        </p:tgtEl>
                                        <p:attrNameLst>
                                          <p:attrName>style.visibility</p:attrName>
                                        </p:attrNameLst>
                                      </p:cBhvr>
                                      <p:to>
                                        <p:strVal val="hidden"/>
                                      </p:to>
                                    </p:set>
                                  </p:subTnLst>
                                </p:cTn>
                              </p:par>
                              <p:par>
                                <p:cTn id="123" presetID="1" presetClass="entr" presetSubtype="0" fill="hold" nodeType="withEffect">
                                  <p:stCondLst>
                                    <p:cond delay="0"/>
                                  </p:stCondLst>
                                  <p:childTnLst>
                                    <p:set>
                                      <p:cBhvr>
                                        <p:cTn id="124" dur="1" fill="hold">
                                          <p:stCondLst>
                                            <p:cond delay="0"/>
                                          </p:stCondLst>
                                        </p:cTn>
                                        <p:tgtEl>
                                          <p:spTgt spid="23"/>
                                        </p:tgtEl>
                                        <p:attrNameLst>
                                          <p:attrName>style.visibility</p:attrName>
                                        </p:attrNameLst>
                                      </p:cBhvr>
                                      <p:to>
                                        <p:strVal val="visible"/>
                                      </p:to>
                                    </p:set>
                                  </p:childTnLst>
                                  <p:subTnLst>
                                    <p:set>
                                      <p:cBhvr override="childStyle">
                                        <p:cTn dur="1" fill="hold" display="0" masterRel="sameClick" afterEffect="1">
                                          <p:stCondLst>
                                            <p:cond evt="end" delay="0">
                                              <p:tn val="123"/>
                                            </p:cond>
                                          </p:stCondLst>
                                        </p:cTn>
                                        <p:tgtEl>
                                          <p:spTgt spid="23"/>
                                        </p:tgtEl>
                                        <p:attrNameLst>
                                          <p:attrName>style.visibility</p:attrName>
                                        </p:attrNameLst>
                                      </p:cBhvr>
                                      <p:to>
                                        <p:strVal val="hidden"/>
                                      </p:to>
                                    </p:set>
                                  </p:subTnLst>
                                </p:cTn>
                              </p:par>
                              <p:par>
                                <p:cTn id="125" presetID="1" presetClass="entr" presetSubtype="0" fill="hold" grpId="1" nodeType="withEffect">
                                  <p:stCondLst>
                                    <p:cond delay="0"/>
                                  </p:stCondLst>
                                  <p:childTnLst>
                                    <p:set>
                                      <p:cBhvr>
                                        <p:cTn id="126" dur="1" fill="hold">
                                          <p:stCondLst>
                                            <p:cond delay="0"/>
                                          </p:stCondLst>
                                        </p:cTn>
                                        <p:tgtEl>
                                          <p:spTgt spid="222296"/>
                                        </p:tgtEl>
                                        <p:attrNameLst>
                                          <p:attrName>style.visibility</p:attrName>
                                        </p:attrNameLst>
                                      </p:cBhvr>
                                      <p:to>
                                        <p:strVal val="visible"/>
                                      </p:to>
                                    </p:set>
                                  </p:childTnLst>
                                  <p:subTnLst>
                                    <p:set>
                                      <p:cBhvr override="childStyle">
                                        <p:cTn dur="1" fill="hold" display="0" masterRel="sameClick" afterEffect="1">
                                          <p:stCondLst>
                                            <p:cond evt="end" delay="0">
                                              <p:tn val="125"/>
                                            </p:cond>
                                          </p:stCondLst>
                                        </p:cTn>
                                        <p:tgtEl>
                                          <p:spTgt spid="222296"/>
                                        </p:tgtEl>
                                        <p:attrNameLst>
                                          <p:attrName>style.visibility</p:attrName>
                                        </p:attrNameLst>
                                      </p:cBhvr>
                                      <p:to>
                                        <p:strVal val="hidden"/>
                                      </p:to>
                                    </p:set>
                                  </p:subTnLst>
                                </p:cTn>
                              </p:par>
                              <p:par>
                                <p:cTn id="127" presetID="1" presetClass="entr" presetSubtype="0" fill="hold" grpId="1" nodeType="withEffect">
                                  <p:stCondLst>
                                    <p:cond delay="0"/>
                                  </p:stCondLst>
                                  <p:childTnLst>
                                    <p:set>
                                      <p:cBhvr>
                                        <p:cTn id="128" dur="1" fill="hold">
                                          <p:stCondLst>
                                            <p:cond delay="0"/>
                                          </p:stCondLst>
                                        </p:cTn>
                                        <p:tgtEl>
                                          <p:spTgt spid="222297"/>
                                        </p:tgtEl>
                                        <p:attrNameLst>
                                          <p:attrName>style.visibility</p:attrName>
                                        </p:attrNameLst>
                                      </p:cBhvr>
                                      <p:to>
                                        <p:strVal val="visible"/>
                                      </p:to>
                                    </p:set>
                                  </p:childTnLst>
                                  <p:subTnLst>
                                    <p:set>
                                      <p:cBhvr override="childStyle">
                                        <p:cTn dur="1" fill="hold" display="0" masterRel="sameClick" afterEffect="1">
                                          <p:stCondLst>
                                            <p:cond evt="end" delay="0">
                                              <p:tn val="127"/>
                                            </p:cond>
                                          </p:stCondLst>
                                        </p:cTn>
                                        <p:tgtEl>
                                          <p:spTgt spid="222297"/>
                                        </p:tgtEl>
                                        <p:attrNameLst>
                                          <p:attrName>style.visibility</p:attrName>
                                        </p:attrNameLst>
                                      </p:cBhvr>
                                      <p:to>
                                        <p:strVal val="hidden"/>
                                      </p:to>
                                    </p:set>
                                  </p:subTnLst>
                                </p:cTn>
                              </p:par>
                              <p:par>
                                <p:cTn id="129" presetID="1" presetClass="entr" presetSubtype="0" fill="hold" nodeType="withEffect">
                                  <p:stCondLst>
                                    <p:cond delay="0"/>
                                  </p:stCondLst>
                                  <p:childTnLst>
                                    <p:set>
                                      <p:cBhvr>
                                        <p:cTn id="130" dur="1" fill="hold">
                                          <p:stCondLst>
                                            <p:cond delay="0"/>
                                          </p:stCondLst>
                                        </p:cTn>
                                        <p:tgtEl>
                                          <p:spTgt spid="24"/>
                                        </p:tgtEl>
                                        <p:attrNameLst>
                                          <p:attrName>style.visibility</p:attrName>
                                        </p:attrNameLst>
                                      </p:cBhvr>
                                      <p:to>
                                        <p:strVal val="visible"/>
                                      </p:to>
                                    </p:set>
                                  </p:childTnLst>
                                  <p:subTnLst>
                                    <p:set>
                                      <p:cBhvr override="childStyle">
                                        <p:cTn dur="1" fill="hold" display="0" masterRel="sameClick" afterEffect="1">
                                          <p:stCondLst>
                                            <p:cond evt="end" delay="0">
                                              <p:tn val="129"/>
                                            </p:cond>
                                          </p:stCondLst>
                                        </p:cTn>
                                        <p:tgtEl>
                                          <p:spTgt spid="24"/>
                                        </p:tgtEl>
                                        <p:attrNameLst>
                                          <p:attrName>style.visibility</p:attrName>
                                        </p:attrNameLst>
                                      </p:cBhvr>
                                      <p:to>
                                        <p:strVal val="hidden"/>
                                      </p:to>
                                    </p:set>
                                  </p:subTnLst>
                                </p:cTn>
                              </p:par>
                              <p:par>
                                <p:cTn id="131" presetID="1" presetClass="entr" presetSubtype="0" fill="hold" grpId="1" nodeType="withEffect">
                                  <p:stCondLst>
                                    <p:cond delay="0"/>
                                  </p:stCondLst>
                                  <p:childTnLst>
                                    <p:set>
                                      <p:cBhvr>
                                        <p:cTn id="132" dur="1" fill="hold">
                                          <p:stCondLst>
                                            <p:cond delay="0"/>
                                          </p:stCondLst>
                                        </p:cTn>
                                        <p:tgtEl>
                                          <p:spTgt spid="222310"/>
                                        </p:tgtEl>
                                        <p:attrNameLst>
                                          <p:attrName>style.visibility</p:attrName>
                                        </p:attrNameLst>
                                      </p:cBhvr>
                                      <p:to>
                                        <p:strVal val="visible"/>
                                      </p:to>
                                    </p:set>
                                  </p:childTnLst>
                                  <p:subTnLst>
                                    <p:set>
                                      <p:cBhvr override="childStyle">
                                        <p:cTn dur="1" fill="hold" display="0" masterRel="sameClick" afterEffect="1">
                                          <p:stCondLst>
                                            <p:cond evt="end" delay="0">
                                              <p:tn val="131"/>
                                            </p:cond>
                                          </p:stCondLst>
                                        </p:cTn>
                                        <p:tgtEl>
                                          <p:spTgt spid="222310"/>
                                        </p:tgtEl>
                                        <p:attrNameLst>
                                          <p:attrName>style.visibility</p:attrName>
                                        </p:attrNameLst>
                                      </p:cBhvr>
                                      <p:to>
                                        <p:strVal val="hidden"/>
                                      </p:to>
                                    </p:set>
                                  </p:subTnLst>
                                </p:cTn>
                              </p:par>
                              <p:par>
                                <p:cTn id="133" presetID="1" presetClass="entr" presetSubtype="0" fill="hold" nodeType="withEffect">
                                  <p:stCondLst>
                                    <p:cond delay="0"/>
                                  </p:stCondLst>
                                  <p:childTnLst>
                                    <p:set>
                                      <p:cBhvr>
                                        <p:cTn id="134" dur="1" fill="hold">
                                          <p:stCondLst>
                                            <p:cond delay="0"/>
                                          </p:stCondLst>
                                        </p:cTn>
                                        <p:tgtEl>
                                          <p:spTgt spid="222273"/>
                                        </p:tgtEl>
                                        <p:attrNameLst>
                                          <p:attrName>style.visibility</p:attrName>
                                        </p:attrNameLst>
                                      </p:cBhvr>
                                      <p:to>
                                        <p:strVal val="visible"/>
                                      </p:to>
                                    </p:set>
                                  </p:childTnLst>
                                  <p:subTnLst>
                                    <p:set>
                                      <p:cBhvr override="childStyle">
                                        <p:cTn dur="1" fill="hold" display="0" masterRel="sameClick" afterEffect="1">
                                          <p:stCondLst>
                                            <p:cond evt="end" delay="0">
                                              <p:tn val="133"/>
                                            </p:cond>
                                          </p:stCondLst>
                                        </p:cTn>
                                        <p:tgtEl>
                                          <p:spTgt spid="222273"/>
                                        </p:tgtEl>
                                        <p:attrNameLst>
                                          <p:attrName>style.visibility</p:attrName>
                                        </p:attrNameLst>
                                      </p:cBhvr>
                                      <p:to>
                                        <p:strVal val="hidden"/>
                                      </p:to>
                                    </p:set>
                                  </p:subTnLst>
                                </p:cTn>
                              </p:par>
                              <p:par>
                                <p:cTn id="135" presetID="1" presetClass="entr" presetSubtype="0" fill="hold" nodeType="withEffect">
                                  <p:stCondLst>
                                    <p:cond delay="0"/>
                                  </p:stCondLst>
                                  <p:childTnLst>
                                    <p:set>
                                      <p:cBhvr>
                                        <p:cTn id="136" dur="1" fill="hold">
                                          <p:stCondLst>
                                            <p:cond delay="0"/>
                                          </p:stCondLst>
                                        </p:cTn>
                                        <p:tgtEl>
                                          <p:spTgt spid="222287"/>
                                        </p:tgtEl>
                                        <p:attrNameLst>
                                          <p:attrName>style.visibility</p:attrName>
                                        </p:attrNameLst>
                                      </p:cBhvr>
                                      <p:to>
                                        <p:strVal val="visible"/>
                                      </p:to>
                                    </p:set>
                                  </p:childTnLst>
                                  <p:subTnLst>
                                    <p:set>
                                      <p:cBhvr override="childStyle">
                                        <p:cTn dur="1" fill="hold" display="0" masterRel="nextClick" afterEffect="1"/>
                                        <p:tgtEl>
                                          <p:spTgt spid="222287"/>
                                        </p:tgtEl>
                                        <p:attrNameLst>
                                          <p:attrName>style.visibility</p:attrName>
                                        </p:attrNameLst>
                                      </p:cBhvr>
                                      <p:to>
                                        <p:strVal val="hidden"/>
                                      </p:to>
                                    </p:set>
                                  </p:subTnLst>
                                </p:cTn>
                              </p:par>
                              <p:par>
                                <p:cTn id="137" presetID="8" presetClass="emph" presetSubtype="0" fill="hold" nodeType="withEffect">
                                  <p:stCondLst>
                                    <p:cond delay="0"/>
                                  </p:stCondLst>
                                  <p:childTnLst>
                                    <p:animRot by="10800000">
                                      <p:cBhvr>
                                        <p:cTn id="138" dur="2000" fill="hold"/>
                                        <p:tgtEl>
                                          <p:spTgt spid="222287"/>
                                        </p:tgtEl>
                                        <p:attrNameLst>
                                          <p:attrName>r</p:attrName>
                                        </p:attrNameLst>
                                      </p:cBhvr>
                                    </p:animRo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25"/>
                                        </p:tgtEl>
                                        <p:attrNameLst>
                                          <p:attrName>style.visibility</p:attrName>
                                        </p:attrNameLst>
                                      </p:cBhvr>
                                      <p:to>
                                        <p:strVal val="visible"/>
                                      </p:to>
                                    </p:set>
                                  </p:childTnLst>
                                </p:cTn>
                              </p:par>
                            </p:childTnLst>
                          </p:cTn>
                        </p:par>
                        <p:par>
                          <p:cTn id="143" fill="hold">
                            <p:stCondLst>
                              <p:cond delay="0"/>
                            </p:stCondLst>
                            <p:childTnLst>
                              <p:par>
                                <p:cTn id="144" presetID="1" presetClass="entr" presetSubtype="0" fill="hold" grpId="0" nodeType="afterEffect">
                                  <p:stCondLst>
                                    <p:cond delay="0"/>
                                  </p:stCondLst>
                                  <p:childTnLst>
                                    <p:set>
                                      <p:cBhvr>
                                        <p:cTn id="145" dur="1" fill="hold">
                                          <p:stCondLst>
                                            <p:cond delay="0"/>
                                          </p:stCondLst>
                                        </p:cTn>
                                        <p:tgtEl>
                                          <p:spTgt spid="222410"/>
                                        </p:tgtEl>
                                        <p:attrNameLst>
                                          <p:attrName>style.visibility</p:attrName>
                                        </p:attrNameLst>
                                      </p:cBhvr>
                                      <p:to>
                                        <p:strVal val="visible"/>
                                      </p:to>
                                    </p:set>
                                  </p:childTnLst>
                                </p:cTn>
                              </p:par>
                            </p:childTnLst>
                          </p:cTn>
                        </p:par>
                        <p:par>
                          <p:cTn id="146" fill="hold">
                            <p:stCondLst>
                              <p:cond delay="0"/>
                            </p:stCondLst>
                            <p:childTnLst>
                              <p:par>
                                <p:cTn id="147" presetID="1" presetClass="entr" presetSubtype="0" fill="hold" grpId="0" nodeType="afterEffect">
                                  <p:stCondLst>
                                    <p:cond delay="800"/>
                                  </p:stCondLst>
                                  <p:childTnLst>
                                    <p:set>
                                      <p:cBhvr>
                                        <p:cTn id="148" dur="1" fill="hold">
                                          <p:stCondLst>
                                            <p:cond delay="0"/>
                                          </p:stCondLst>
                                        </p:cTn>
                                        <p:tgtEl>
                                          <p:spTgt spid="222766"/>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22231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22256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222300"/>
                                        </p:tgtEl>
                                        <p:attrNameLst>
                                          <p:attrName>style.visibility</p:attrName>
                                        </p:attrNameLst>
                                      </p:cBhvr>
                                      <p:to>
                                        <p:strVal val="visible"/>
                                      </p:to>
                                    </p:set>
                                  </p:childTnLst>
                                </p:cTn>
                              </p:par>
                            </p:childTnLst>
                          </p:cTn>
                        </p:par>
                        <p:par>
                          <p:cTn id="159" fill="hold">
                            <p:stCondLst>
                              <p:cond delay="0"/>
                            </p:stCondLst>
                            <p:childTnLst>
                              <p:par>
                                <p:cTn id="160" presetID="1" presetClass="entr" presetSubtype="0" fill="hold" nodeType="afterEffect">
                                  <p:stCondLst>
                                    <p:cond delay="0"/>
                                  </p:stCondLst>
                                  <p:childTnLst>
                                    <p:set>
                                      <p:cBhvr>
                                        <p:cTn id="161" dur="1" fill="hold">
                                          <p:stCondLst>
                                            <p:cond delay="0"/>
                                          </p:stCondLst>
                                        </p:cTn>
                                        <p:tgtEl>
                                          <p:spTgt spid="222312"/>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nodeType="clickEffect">
                                  <p:stCondLst>
                                    <p:cond delay="0"/>
                                  </p:stCondLst>
                                  <p:childTnLst>
                                    <p:set>
                                      <p:cBhvr>
                                        <p:cTn id="165" dur="1" fill="hold">
                                          <p:stCondLst>
                                            <p:cond delay="0"/>
                                          </p:stCondLst>
                                        </p:cTn>
                                        <p:tgtEl>
                                          <p:spTgt spid="222298"/>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nodeType="clickEffect">
                                  <p:stCondLst>
                                    <p:cond delay="0"/>
                                  </p:stCondLst>
                                  <p:childTnLst>
                                    <p:set>
                                      <p:cBhvr>
                                        <p:cTn id="169" dur="1" fill="hold">
                                          <p:stCondLst>
                                            <p:cond delay="0"/>
                                          </p:stCondLst>
                                        </p:cTn>
                                        <p:tgtEl>
                                          <p:spTgt spid="222329"/>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222563"/>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nodeType="clickEffect">
                                  <p:stCondLst>
                                    <p:cond delay="0"/>
                                  </p:stCondLst>
                                  <p:childTnLst>
                                    <p:set>
                                      <p:cBhvr>
                                        <p:cTn id="175" dur="1" fill="hold">
                                          <p:stCondLst>
                                            <p:cond delay="0"/>
                                          </p:stCondLst>
                                        </p:cTn>
                                        <p:tgtEl>
                                          <p:spTgt spid="222311"/>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nodeType="clickEffect">
                                  <p:stCondLst>
                                    <p:cond delay="0"/>
                                  </p:stCondLst>
                                  <p:childTnLst>
                                    <p:set>
                                      <p:cBhvr>
                                        <p:cTn id="179" dur="1" fill="hold">
                                          <p:stCondLst>
                                            <p:cond delay="0"/>
                                          </p:stCondLst>
                                        </p:cTn>
                                        <p:tgtEl>
                                          <p:spTgt spid="222307"/>
                                        </p:tgtEl>
                                        <p:attrNameLst>
                                          <p:attrName>style.visibility</p:attrName>
                                        </p:attrNameLst>
                                      </p:cBhvr>
                                      <p:to>
                                        <p:strVal val="visible"/>
                                      </p:to>
                                    </p:set>
                                  </p:childTnLst>
                                </p:cTn>
                              </p:par>
                            </p:childTnLst>
                          </p:cTn>
                        </p:par>
                        <p:par>
                          <p:cTn id="180" fill="hold">
                            <p:stCondLst>
                              <p:cond delay="0"/>
                            </p:stCondLst>
                            <p:childTnLst>
                              <p:par>
                                <p:cTn id="181" presetID="1" presetClass="entr" presetSubtype="0" fill="hold" nodeType="afterEffect">
                                  <p:stCondLst>
                                    <p:cond delay="0"/>
                                  </p:stCondLst>
                                  <p:childTnLst>
                                    <p:set>
                                      <p:cBhvr>
                                        <p:cTn id="182" dur="1" fill="hold">
                                          <p:stCondLst>
                                            <p:cond delay="0"/>
                                          </p:stCondLst>
                                        </p:cTn>
                                        <p:tgtEl>
                                          <p:spTgt spid="22230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222308"/>
                                        </p:tgtEl>
                                        <p:attrNameLst>
                                          <p:attrName>style.visibility</p:attrName>
                                        </p:attrNameLst>
                                      </p:cBhvr>
                                      <p:to>
                                        <p:strVal val="visible"/>
                                      </p:to>
                                    </p:set>
                                  </p:childTnLst>
                                </p:cTn>
                              </p:par>
                            </p:childTnLst>
                          </p:cTn>
                        </p:par>
                        <p:par>
                          <p:cTn id="187" fill="hold">
                            <p:stCondLst>
                              <p:cond delay="0"/>
                            </p:stCondLst>
                            <p:childTnLst>
                              <p:par>
                                <p:cTn id="188" presetID="1" presetClass="entr" presetSubtype="0" fill="hold" grpId="0" nodeType="afterEffect">
                                  <p:stCondLst>
                                    <p:cond delay="0"/>
                                  </p:stCondLst>
                                  <p:childTnLst>
                                    <p:set>
                                      <p:cBhvr>
                                        <p:cTn id="189" dur="1" fill="hold">
                                          <p:stCondLst>
                                            <p:cond delay="0"/>
                                          </p:stCondLst>
                                        </p:cTn>
                                        <p:tgtEl>
                                          <p:spTgt spid="222214"/>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nodeType="clickEffect">
                                  <p:stCondLst>
                                    <p:cond delay="0"/>
                                  </p:stCondLst>
                                  <p:childTnLst>
                                    <p:set>
                                      <p:cBhvr>
                                        <p:cTn id="193" dur="1" fill="hold">
                                          <p:stCondLst>
                                            <p:cond delay="0"/>
                                          </p:stCondLst>
                                        </p:cTn>
                                        <p:tgtEl>
                                          <p:spTgt spid="22919"/>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222732"/>
                                        </p:tgtEl>
                                        <p:attrNameLst>
                                          <p:attrName>style.visibility</p:attrName>
                                        </p:attrNameLst>
                                      </p:cBhvr>
                                      <p:to>
                                        <p:strVal val="visible"/>
                                      </p:to>
                                    </p:set>
                                  </p:childTnLst>
                                </p:cTn>
                              </p:par>
                            </p:childTnLst>
                          </p:cTn>
                        </p:par>
                        <p:par>
                          <p:cTn id="196" fill="hold">
                            <p:stCondLst>
                              <p:cond delay="0"/>
                            </p:stCondLst>
                            <p:childTnLst>
                              <p:par>
                                <p:cTn id="197" presetID="1" presetClass="entr" presetSubtype="0" fill="hold" grpId="0" nodeType="afterEffect">
                                  <p:stCondLst>
                                    <p:cond delay="0"/>
                                  </p:stCondLst>
                                  <p:childTnLst>
                                    <p:set>
                                      <p:cBhvr>
                                        <p:cTn id="198" dur="1" fill="hold">
                                          <p:stCondLst>
                                            <p:cond delay="0"/>
                                          </p:stCondLst>
                                        </p:cTn>
                                        <p:tgtEl>
                                          <p:spTgt spid="222579"/>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nodeType="clickEffect">
                                  <p:stCondLst>
                                    <p:cond delay="0"/>
                                  </p:stCondLst>
                                  <p:childTnLst>
                                    <p:set>
                                      <p:cBhvr>
                                        <p:cTn id="202" dur="1" fill="hold">
                                          <p:stCondLst>
                                            <p:cond delay="0"/>
                                          </p:stCondLst>
                                        </p:cTn>
                                        <p:tgtEl>
                                          <p:spTgt spid="222331"/>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22900"/>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222407"/>
                                        </p:tgtEl>
                                        <p:attrNameLst>
                                          <p:attrName>style.visibility</p:attrName>
                                        </p:attrNameLst>
                                      </p:cBhvr>
                                      <p:to>
                                        <p:strVal val="visible"/>
                                      </p:to>
                                    </p:set>
                                  </p:childTnLst>
                                </p:cTn>
                              </p:par>
                            </p:childTnLst>
                          </p:cTn>
                        </p:par>
                        <p:par>
                          <p:cTn id="211" fill="hold">
                            <p:stCondLst>
                              <p:cond delay="0"/>
                            </p:stCondLst>
                            <p:childTnLst>
                              <p:par>
                                <p:cTn id="212" presetID="1" presetClass="entr" presetSubtype="0" fill="hold" nodeType="afterEffect">
                                  <p:stCondLst>
                                    <p:cond delay="0"/>
                                  </p:stCondLst>
                                  <p:childTnLst>
                                    <p:set>
                                      <p:cBhvr>
                                        <p:cTn id="213" dur="1" fill="hold">
                                          <p:stCondLst>
                                            <p:cond delay="0"/>
                                          </p:stCondLst>
                                        </p:cTn>
                                        <p:tgtEl>
                                          <p:spTgt spid="222416"/>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1" presetClass="entr" presetSubtype="0" fill="hold" nodeType="clickEffect">
                                  <p:stCondLst>
                                    <p:cond delay="0"/>
                                  </p:stCondLst>
                                  <p:childTnLst>
                                    <p:set>
                                      <p:cBhvr>
                                        <p:cTn id="217" dur="1" fill="hold">
                                          <p:stCondLst>
                                            <p:cond delay="0"/>
                                          </p:stCondLst>
                                        </p:cTn>
                                        <p:tgtEl>
                                          <p:spTgt spid="222422"/>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nodeType="clickEffect">
                                  <p:stCondLst>
                                    <p:cond delay="0"/>
                                  </p:stCondLst>
                                  <p:childTnLst>
                                    <p:set>
                                      <p:cBhvr>
                                        <p:cTn id="221" dur="1" fill="hold">
                                          <p:stCondLst>
                                            <p:cond delay="0"/>
                                          </p:stCondLst>
                                        </p:cTn>
                                        <p:tgtEl>
                                          <p:spTgt spid="22851"/>
                                        </p:tgtEl>
                                        <p:attrNameLst>
                                          <p:attrName>style.visibility</p:attrName>
                                        </p:attrNameLst>
                                      </p:cBhvr>
                                      <p:to>
                                        <p:strVal val="visible"/>
                                      </p:to>
                                    </p:set>
                                  </p:childTnLst>
                                </p:cTn>
                              </p:par>
                            </p:childTnLst>
                          </p:cTn>
                        </p:par>
                        <p:par>
                          <p:cTn id="222" fill="hold">
                            <p:stCondLst>
                              <p:cond delay="0"/>
                            </p:stCondLst>
                            <p:childTnLst>
                              <p:par>
                                <p:cTn id="223" presetID="1" presetClass="entr" presetSubtype="0" fill="hold" nodeType="afterEffect">
                                  <p:stCondLst>
                                    <p:cond delay="500"/>
                                  </p:stCondLst>
                                  <p:childTnLst>
                                    <p:set>
                                      <p:cBhvr>
                                        <p:cTn id="224" dur="1" fill="hold">
                                          <p:stCondLst>
                                            <p:cond delay="0"/>
                                          </p:stCondLst>
                                        </p:cTn>
                                        <p:tgtEl>
                                          <p:spTgt spid="22896"/>
                                        </p:tgtEl>
                                        <p:attrNameLst>
                                          <p:attrName>style.visibility</p:attrName>
                                        </p:attrNameLst>
                                      </p:cBhvr>
                                      <p:to>
                                        <p:strVal val="visible"/>
                                      </p:to>
                                    </p:set>
                                  </p:childTnLst>
                                </p:cTn>
                              </p:par>
                            </p:childTnLst>
                          </p:cTn>
                        </p:par>
                        <p:par>
                          <p:cTn id="225" fill="hold">
                            <p:stCondLst>
                              <p:cond delay="500"/>
                            </p:stCondLst>
                            <p:childTnLst>
                              <p:par>
                                <p:cTn id="226" presetID="1" presetClass="entr" presetSubtype="0" fill="hold" grpId="0" nodeType="afterEffect">
                                  <p:stCondLst>
                                    <p:cond delay="1000"/>
                                  </p:stCondLst>
                                  <p:childTnLst>
                                    <p:set>
                                      <p:cBhvr>
                                        <p:cTn id="227" dur="1" fill="hold">
                                          <p:stCondLst>
                                            <p:cond delay="0"/>
                                          </p:stCondLst>
                                        </p:cTn>
                                        <p:tgtEl>
                                          <p:spTgt spid="222651"/>
                                        </p:tgtEl>
                                        <p:attrNameLst>
                                          <p:attrName>style.visibility</p:attrName>
                                        </p:attrNameLst>
                                      </p:cBhvr>
                                      <p:to>
                                        <p:strVal val="visible"/>
                                      </p:to>
                                    </p:set>
                                  </p:childTnLst>
                                </p:cTn>
                              </p:par>
                            </p:childTnLst>
                          </p:cTn>
                        </p:par>
                        <p:par>
                          <p:cTn id="228" fill="hold">
                            <p:stCondLst>
                              <p:cond delay="1500"/>
                            </p:stCondLst>
                            <p:childTnLst>
                              <p:par>
                                <p:cTn id="229" presetID="1" presetClass="entr" presetSubtype="0" fill="hold" grpId="0" nodeType="afterEffect">
                                  <p:stCondLst>
                                    <p:cond delay="1000"/>
                                  </p:stCondLst>
                                  <p:childTnLst>
                                    <p:set>
                                      <p:cBhvr>
                                        <p:cTn id="230" dur="1" fill="hold">
                                          <p:stCondLst>
                                            <p:cond delay="0"/>
                                          </p:stCondLst>
                                        </p:cTn>
                                        <p:tgtEl>
                                          <p:spTgt spid="222633"/>
                                        </p:tgtEl>
                                        <p:attrNameLst>
                                          <p:attrName>style.visibility</p:attrName>
                                        </p:attrNameLst>
                                      </p:cBhvr>
                                      <p:to>
                                        <p:strVal val="visible"/>
                                      </p:to>
                                    </p:set>
                                  </p:childTnLst>
                                </p:cTn>
                              </p:par>
                            </p:childTnLst>
                          </p:cTn>
                        </p:par>
                        <p:par>
                          <p:cTn id="231" fill="hold">
                            <p:stCondLst>
                              <p:cond delay="2500"/>
                            </p:stCondLst>
                            <p:childTnLst>
                              <p:par>
                                <p:cTn id="232" presetID="1" presetClass="entr" presetSubtype="0" fill="hold" grpId="0" nodeType="afterEffect">
                                  <p:stCondLst>
                                    <p:cond delay="1000"/>
                                  </p:stCondLst>
                                  <p:childTnLst>
                                    <p:set>
                                      <p:cBhvr>
                                        <p:cTn id="233" dur="1" fill="hold">
                                          <p:stCondLst>
                                            <p:cond delay="0"/>
                                          </p:stCondLst>
                                        </p:cTn>
                                        <p:tgtEl>
                                          <p:spTgt spid="222573"/>
                                        </p:tgtEl>
                                        <p:attrNameLst>
                                          <p:attrName>style.visibility</p:attrName>
                                        </p:attrNameLst>
                                      </p:cBhvr>
                                      <p:to>
                                        <p:strVal val="visible"/>
                                      </p:to>
                                    </p:set>
                                  </p:childTnLst>
                                </p:cTn>
                              </p:par>
                            </p:childTnLst>
                          </p:cTn>
                        </p:par>
                        <p:par>
                          <p:cTn id="234" fill="hold">
                            <p:stCondLst>
                              <p:cond delay="3500"/>
                            </p:stCondLst>
                            <p:childTnLst>
                              <p:par>
                                <p:cTn id="235" presetID="1" presetClass="entr" presetSubtype="0" fill="hold" grpId="0" nodeType="afterEffect">
                                  <p:stCondLst>
                                    <p:cond delay="1000"/>
                                  </p:stCondLst>
                                  <p:childTnLst>
                                    <p:set>
                                      <p:cBhvr>
                                        <p:cTn id="236" dur="1" fill="hold">
                                          <p:stCondLst>
                                            <p:cond delay="0"/>
                                          </p:stCondLst>
                                        </p:cTn>
                                        <p:tgtEl>
                                          <p:spTgt spid="222649"/>
                                        </p:tgtEl>
                                        <p:attrNameLst>
                                          <p:attrName>style.visibility</p:attrName>
                                        </p:attrNameLst>
                                      </p:cBhvr>
                                      <p:to>
                                        <p:strVal val="visible"/>
                                      </p:to>
                                    </p:set>
                                  </p:childTnLst>
                                </p:cTn>
                              </p:par>
                            </p:childTnLst>
                          </p:cTn>
                        </p:par>
                        <p:par>
                          <p:cTn id="237" fill="hold">
                            <p:stCondLst>
                              <p:cond delay="4500"/>
                            </p:stCondLst>
                            <p:childTnLst>
                              <p:par>
                                <p:cTn id="238" presetID="1" presetClass="entr" presetSubtype="0" fill="hold" grpId="0" nodeType="afterEffect">
                                  <p:stCondLst>
                                    <p:cond delay="1000"/>
                                  </p:stCondLst>
                                  <p:childTnLst>
                                    <p:set>
                                      <p:cBhvr>
                                        <p:cTn id="239" dur="1" fill="hold">
                                          <p:stCondLst>
                                            <p:cond delay="0"/>
                                          </p:stCondLst>
                                        </p:cTn>
                                        <p:tgtEl>
                                          <p:spTgt spid="222581"/>
                                        </p:tgtEl>
                                        <p:attrNameLst>
                                          <p:attrName>style.visibility</p:attrName>
                                        </p:attrNameLst>
                                      </p:cBhvr>
                                      <p:to>
                                        <p:strVal val="visible"/>
                                      </p:to>
                                    </p:set>
                                  </p:childTnLst>
                                </p:cTn>
                              </p:par>
                            </p:childTnLst>
                          </p:cTn>
                        </p:par>
                        <p:par>
                          <p:cTn id="240" fill="hold">
                            <p:stCondLst>
                              <p:cond delay="5500"/>
                            </p:stCondLst>
                            <p:childTnLst>
                              <p:par>
                                <p:cTn id="241" presetID="1" presetClass="entr" presetSubtype="0" fill="hold" grpId="0" nodeType="afterEffect">
                                  <p:stCondLst>
                                    <p:cond delay="1000"/>
                                  </p:stCondLst>
                                  <p:childTnLst>
                                    <p:set>
                                      <p:cBhvr>
                                        <p:cTn id="242" dur="1" fill="hold">
                                          <p:stCondLst>
                                            <p:cond delay="0"/>
                                          </p:stCondLst>
                                        </p:cTn>
                                        <p:tgtEl>
                                          <p:spTgt spid="222574"/>
                                        </p:tgtEl>
                                        <p:attrNameLst>
                                          <p:attrName>style.visibility</p:attrName>
                                        </p:attrNameLst>
                                      </p:cBhvr>
                                      <p:to>
                                        <p:strVal val="visible"/>
                                      </p:to>
                                    </p:set>
                                  </p:childTnLst>
                                </p:cTn>
                              </p:par>
                            </p:childTnLst>
                          </p:cTn>
                        </p:par>
                        <p:par>
                          <p:cTn id="243" fill="hold">
                            <p:stCondLst>
                              <p:cond delay="6500"/>
                            </p:stCondLst>
                            <p:childTnLst>
                              <p:par>
                                <p:cTn id="244" presetID="1" presetClass="entr" presetSubtype="0" fill="hold" grpId="0" nodeType="afterEffect">
                                  <p:stCondLst>
                                    <p:cond delay="1000"/>
                                  </p:stCondLst>
                                  <p:childTnLst>
                                    <p:set>
                                      <p:cBhvr>
                                        <p:cTn id="245" dur="1" fill="hold">
                                          <p:stCondLst>
                                            <p:cond delay="0"/>
                                          </p:stCondLst>
                                        </p:cTn>
                                        <p:tgtEl>
                                          <p:spTgt spid="222576"/>
                                        </p:tgtEl>
                                        <p:attrNameLst>
                                          <p:attrName>style.visibility</p:attrName>
                                        </p:attrNameLst>
                                      </p:cBhvr>
                                      <p:to>
                                        <p:strVal val="visible"/>
                                      </p:to>
                                    </p:set>
                                  </p:childTnLst>
                                </p:cTn>
                              </p:par>
                            </p:childTnLst>
                          </p:cTn>
                        </p:par>
                        <p:par>
                          <p:cTn id="246" fill="hold">
                            <p:stCondLst>
                              <p:cond delay="7500"/>
                            </p:stCondLst>
                            <p:childTnLst>
                              <p:par>
                                <p:cTn id="247" presetID="1" presetClass="entr" presetSubtype="0" fill="hold" grpId="0" nodeType="afterEffect">
                                  <p:stCondLst>
                                    <p:cond delay="1000"/>
                                  </p:stCondLst>
                                  <p:childTnLst>
                                    <p:set>
                                      <p:cBhvr>
                                        <p:cTn id="248" dur="1" fill="hold">
                                          <p:stCondLst>
                                            <p:cond delay="0"/>
                                          </p:stCondLst>
                                        </p:cTn>
                                        <p:tgtEl>
                                          <p:spTgt spid="222570"/>
                                        </p:tgtEl>
                                        <p:attrNameLst>
                                          <p:attrName>style.visibility</p:attrName>
                                        </p:attrNameLst>
                                      </p:cBhvr>
                                      <p:to>
                                        <p:strVal val="visible"/>
                                      </p:to>
                                    </p:set>
                                  </p:childTnLst>
                                </p:cTn>
                              </p:par>
                            </p:childTnLst>
                          </p:cTn>
                        </p:par>
                        <p:par>
                          <p:cTn id="249" fill="hold">
                            <p:stCondLst>
                              <p:cond delay="8500"/>
                            </p:stCondLst>
                            <p:childTnLst>
                              <p:par>
                                <p:cTn id="250" presetID="1" presetClass="entr" presetSubtype="0" fill="hold" grpId="0" nodeType="afterEffect">
                                  <p:stCondLst>
                                    <p:cond delay="1000"/>
                                  </p:stCondLst>
                                  <p:childTnLst>
                                    <p:set>
                                      <p:cBhvr>
                                        <p:cTn id="251" dur="1" fill="hold">
                                          <p:stCondLst>
                                            <p:cond delay="0"/>
                                          </p:stCondLst>
                                        </p:cTn>
                                        <p:tgtEl>
                                          <p:spTgt spid="222575"/>
                                        </p:tgtEl>
                                        <p:attrNameLst>
                                          <p:attrName>style.visibility</p:attrName>
                                        </p:attrNameLst>
                                      </p:cBhvr>
                                      <p:to>
                                        <p:strVal val="visible"/>
                                      </p:to>
                                    </p:set>
                                  </p:childTnLst>
                                </p:cTn>
                              </p:par>
                            </p:childTnLst>
                          </p:cTn>
                        </p:par>
                        <p:par>
                          <p:cTn id="252" fill="hold">
                            <p:stCondLst>
                              <p:cond delay="9500"/>
                            </p:stCondLst>
                            <p:childTnLst>
                              <p:par>
                                <p:cTn id="253" presetID="1" presetClass="entr" presetSubtype="0" fill="hold" grpId="0" nodeType="afterEffect">
                                  <p:stCondLst>
                                    <p:cond delay="1000"/>
                                  </p:stCondLst>
                                  <p:childTnLst>
                                    <p:set>
                                      <p:cBhvr>
                                        <p:cTn id="254" dur="1" fill="hold">
                                          <p:stCondLst>
                                            <p:cond delay="0"/>
                                          </p:stCondLst>
                                        </p:cTn>
                                        <p:tgtEl>
                                          <p:spTgt spid="222577"/>
                                        </p:tgtEl>
                                        <p:attrNameLst>
                                          <p:attrName>style.visibility</p:attrName>
                                        </p:attrNameLst>
                                      </p:cBhvr>
                                      <p:to>
                                        <p:strVal val="visible"/>
                                      </p:to>
                                    </p:set>
                                  </p:childTnLst>
                                </p:cTn>
                              </p:par>
                            </p:childTnLst>
                          </p:cTn>
                        </p:par>
                        <p:par>
                          <p:cTn id="255" fill="hold">
                            <p:stCondLst>
                              <p:cond delay="10500"/>
                            </p:stCondLst>
                            <p:childTnLst>
                              <p:par>
                                <p:cTn id="256" presetID="1" presetClass="entr" presetSubtype="0" fill="hold" grpId="0" nodeType="afterEffect">
                                  <p:stCondLst>
                                    <p:cond delay="1000"/>
                                  </p:stCondLst>
                                  <p:childTnLst>
                                    <p:set>
                                      <p:cBhvr>
                                        <p:cTn id="257" dur="1" fill="hold">
                                          <p:stCondLst>
                                            <p:cond delay="0"/>
                                          </p:stCondLst>
                                        </p:cTn>
                                        <p:tgtEl>
                                          <p:spTgt spid="222578"/>
                                        </p:tgtEl>
                                        <p:attrNameLst>
                                          <p:attrName>style.visibility</p:attrName>
                                        </p:attrNameLst>
                                      </p:cBhvr>
                                      <p:to>
                                        <p:strVal val="visible"/>
                                      </p:to>
                                    </p:set>
                                  </p:childTnLst>
                                </p:cTn>
                              </p:par>
                            </p:childTnLst>
                          </p:cTn>
                        </p:par>
                        <p:par>
                          <p:cTn id="258" fill="hold">
                            <p:stCondLst>
                              <p:cond delay="11500"/>
                            </p:stCondLst>
                            <p:childTnLst>
                              <p:par>
                                <p:cTn id="259" presetID="1" presetClass="entr" presetSubtype="0" fill="hold" grpId="0" nodeType="afterEffect">
                                  <p:stCondLst>
                                    <p:cond delay="1000"/>
                                  </p:stCondLst>
                                  <p:childTnLst>
                                    <p:set>
                                      <p:cBhvr>
                                        <p:cTn id="260" dur="1" fill="hold">
                                          <p:stCondLst>
                                            <p:cond delay="0"/>
                                          </p:stCondLst>
                                        </p:cTn>
                                        <p:tgtEl>
                                          <p:spTgt spid="222580"/>
                                        </p:tgtEl>
                                        <p:attrNameLst>
                                          <p:attrName>style.visibility</p:attrName>
                                        </p:attrNameLst>
                                      </p:cBhvr>
                                      <p:to>
                                        <p:strVal val="visible"/>
                                      </p:to>
                                    </p:set>
                                  </p:childTnLst>
                                </p:cTn>
                              </p:par>
                            </p:childTnLst>
                          </p:cTn>
                        </p:par>
                        <p:par>
                          <p:cTn id="261" fill="hold">
                            <p:stCondLst>
                              <p:cond delay="12500"/>
                            </p:stCondLst>
                            <p:childTnLst>
                              <p:par>
                                <p:cTn id="262" presetID="1" presetClass="entr" presetSubtype="0" fill="hold" grpId="0" nodeType="afterEffect">
                                  <p:stCondLst>
                                    <p:cond delay="1000"/>
                                  </p:stCondLst>
                                  <p:childTnLst>
                                    <p:set>
                                      <p:cBhvr>
                                        <p:cTn id="263" dur="1" fill="hold">
                                          <p:stCondLst>
                                            <p:cond delay="0"/>
                                          </p:stCondLst>
                                        </p:cTn>
                                        <p:tgtEl>
                                          <p:spTgt spid="222571"/>
                                        </p:tgtEl>
                                        <p:attrNameLst>
                                          <p:attrName>style.visibility</p:attrName>
                                        </p:attrNameLst>
                                      </p:cBhvr>
                                      <p:to>
                                        <p:strVal val="visible"/>
                                      </p:to>
                                    </p:set>
                                  </p:childTnLst>
                                </p:cTn>
                              </p:par>
                            </p:childTnLst>
                          </p:cTn>
                        </p:par>
                        <p:par>
                          <p:cTn id="264" fill="hold">
                            <p:stCondLst>
                              <p:cond delay="13500"/>
                            </p:stCondLst>
                            <p:childTnLst>
                              <p:par>
                                <p:cTn id="265" presetID="1" presetClass="entr" presetSubtype="0" fill="hold" grpId="0" nodeType="afterEffect">
                                  <p:stCondLst>
                                    <p:cond delay="1000"/>
                                  </p:stCondLst>
                                  <p:childTnLst>
                                    <p:set>
                                      <p:cBhvr>
                                        <p:cTn id="266" dur="1" fill="hold">
                                          <p:stCondLst>
                                            <p:cond delay="0"/>
                                          </p:stCondLst>
                                        </p:cTn>
                                        <p:tgtEl>
                                          <p:spTgt spid="222572"/>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1" nodeType="clickEffect">
                                  <p:stCondLst>
                                    <p:cond delay="0"/>
                                  </p:stCondLst>
                                  <p:childTnLst>
                                    <p:set>
                                      <p:cBhvr>
                                        <p:cTn id="270" dur="1" fill="hold">
                                          <p:stCondLst>
                                            <p:cond delay="0"/>
                                          </p:stCondLst>
                                        </p:cTn>
                                        <p:tgtEl>
                                          <p:spTgt spid="222751"/>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222650"/>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222752"/>
                                        </p:tgtEl>
                                        <p:attrNameLst>
                                          <p:attrName>style.visibility</p:attrName>
                                        </p:attrNameLst>
                                      </p:cBhvr>
                                      <p:to>
                                        <p:strVal val="visible"/>
                                      </p:to>
                                    </p:set>
                                  </p:childTnLst>
                                </p:cTn>
                              </p:par>
                            </p:childTnLst>
                          </p:cTn>
                        </p:par>
                        <p:par>
                          <p:cTn id="279" fill="hold">
                            <p:stCondLst>
                              <p:cond delay="0"/>
                            </p:stCondLst>
                            <p:childTnLst>
                              <p:par>
                                <p:cTn id="280" presetID="1" presetClass="entr" presetSubtype="0" fill="hold" nodeType="afterEffect">
                                  <p:stCondLst>
                                    <p:cond delay="0"/>
                                  </p:stCondLst>
                                  <p:childTnLst>
                                    <p:set>
                                      <p:cBhvr>
                                        <p:cTn id="281" dur="1" fill="hold">
                                          <p:stCondLst>
                                            <p:cond delay="0"/>
                                          </p:stCondLst>
                                        </p:cTn>
                                        <p:tgtEl>
                                          <p:spTgt spid="222424"/>
                                        </p:tgtEl>
                                        <p:attrNameLst>
                                          <p:attrName>style.visibility</p:attrName>
                                        </p:attrNameLst>
                                      </p:cBhvr>
                                      <p:to>
                                        <p:strVal val="visible"/>
                                      </p:to>
                                    </p:set>
                                  </p:childTnLst>
                                </p:cTn>
                              </p:par>
                            </p:childTnLst>
                          </p:cTn>
                        </p:par>
                        <p:par>
                          <p:cTn id="282" fill="hold">
                            <p:stCondLst>
                              <p:cond delay="0"/>
                            </p:stCondLst>
                            <p:childTnLst>
                              <p:par>
                                <p:cTn id="283" presetID="1" presetClass="entr" presetSubtype="0" fill="hold" nodeType="afterEffect">
                                  <p:stCondLst>
                                    <p:cond delay="1000"/>
                                  </p:stCondLst>
                                  <p:childTnLst>
                                    <p:set>
                                      <p:cBhvr>
                                        <p:cTn id="284" dur="1" fill="hold">
                                          <p:stCondLst>
                                            <p:cond delay="0"/>
                                          </p:stCondLst>
                                        </p:cTn>
                                        <p:tgtEl>
                                          <p:spTgt spid="222423"/>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222736"/>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grpId="0" nodeType="clickEffect">
                                  <p:stCondLst>
                                    <p:cond delay="0"/>
                                  </p:stCondLst>
                                  <p:childTnLst>
                                    <p:set>
                                      <p:cBhvr>
                                        <p:cTn id="290" dur="1" fill="hold">
                                          <p:stCondLst>
                                            <p:cond delay="0"/>
                                          </p:stCondLst>
                                        </p:cTn>
                                        <p:tgtEl>
                                          <p:spTgt spid="222753"/>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222421"/>
                                        </p:tgtEl>
                                        <p:attrNameLst>
                                          <p:attrName>style.visibility</p:attrName>
                                        </p:attrNameLst>
                                      </p:cBhvr>
                                      <p:to>
                                        <p:strVal val="visible"/>
                                      </p:to>
                                    </p:set>
                                  </p:childTnLst>
                                </p:cTn>
                              </p:par>
                            </p:childTnLst>
                          </p:cTn>
                        </p:par>
                        <p:par>
                          <p:cTn id="293" fill="hold">
                            <p:stCondLst>
                              <p:cond delay="0"/>
                            </p:stCondLst>
                            <p:childTnLst>
                              <p:par>
                                <p:cTn id="294" presetID="1" presetClass="entr" presetSubtype="0" fill="hold" nodeType="afterEffect">
                                  <p:stCondLst>
                                    <p:cond delay="0"/>
                                  </p:stCondLst>
                                  <p:childTnLst>
                                    <p:set>
                                      <p:cBhvr>
                                        <p:cTn id="295" dur="1" fill="hold">
                                          <p:stCondLst>
                                            <p:cond delay="0"/>
                                          </p:stCondLst>
                                        </p:cTn>
                                        <p:tgtEl>
                                          <p:spTgt spid="22878"/>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1" presetClass="entr" presetSubtype="0" fill="hold" grpId="0" nodeType="clickEffect">
                                  <p:stCondLst>
                                    <p:cond delay="0"/>
                                  </p:stCondLst>
                                  <p:childTnLst>
                                    <p:set>
                                      <p:cBhvr>
                                        <p:cTn id="299" dur="1" fill="hold">
                                          <p:stCondLst>
                                            <p:cond delay="0"/>
                                          </p:stCondLst>
                                        </p:cTn>
                                        <p:tgtEl>
                                          <p:spTgt spid="222604"/>
                                        </p:tgtEl>
                                        <p:attrNameLst>
                                          <p:attrName>style.visibility</p:attrName>
                                        </p:attrNameLst>
                                      </p:cBhvr>
                                      <p:to>
                                        <p:strVal val="visible"/>
                                      </p:to>
                                    </p:set>
                                  </p:childTnLst>
                                </p:cTn>
                              </p:par>
                            </p:childTnLst>
                          </p:cTn>
                        </p:par>
                        <p:par>
                          <p:cTn id="300" fill="hold">
                            <p:stCondLst>
                              <p:cond delay="0"/>
                            </p:stCondLst>
                            <p:childTnLst>
                              <p:par>
                                <p:cTn id="301" presetID="1" presetClass="entr" presetSubtype="0" fill="hold" grpId="0" nodeType="afterEffect">
                                  <p:stCondLst>
                                    <p:cond delay="800"/>
                                  </p:stCondLst>
                                  <p:childTnLst>
                                    <p:set>
                                      <p:cBhvr>
                                        <p:cTn id="302" dur="1" fill="hold">
                                          <p:stCondLst>
                                            <p:cond delay="0"/>
                                          </p:stCondLst>
                                        </p:cTn>
                                        <p:tgtEl>
                                          <p:spTgt spid="222605"/>
                                        </p:tgtEl>
                                        <p:attrNameLst>
                                          <p:attrName>style.visibility</p:attrName>
                                        </p:attrNameLst>
                                      </p:cBhvr>
                                      <p:to>
                                        <p:strVal val="visible"/>
                                      </p:to>
                                    </p:set>
                                  </p:childTnLst>
                                </p:cTn>
                              </p:par>
                            </p:childTnLst>
                          </p:cTn>
                        </p:par>
                        <p:par>
                          <p:cTn id="303" fill="hold">
                            <p:stCondLst>
                              <p:cond delay="800"/>
                            </p:stCondLst>
                            <p:childTnLst>
                              <p:par>
                                <p:cTn id="304" presetID="1" presetClass="entr" presetSubtype="0" fill="hold" grpId="0" nodeType="afterEffect">
                                  <p:stCondLst>
                                    <p:cond delay="800"/>
                                  </p:stCondLst>
                                  <p:childTnLst>
                                    <p:set>
                                      <p:cBhvr>
                                        <p:cTn id="305" dur="1" fill="hold">
                                          <p:stCondLst>
                                            <p:cond delay="0"/>
                                          </p:stCondLst>
                                        </p:cTn>
                                        <p:tgtEl>
                                          <p:spTgt spid="222606"/>
                                        </p:tgtEl>
                                        <p:attrNameLst>
                                          <p:attrName>style.visibility</p:attrName>
                                        </p:attrNameLst>
                                      </p:cBhvr>
                                      <p:to>
                                        <p:strVal val="visible"/>
                                      </p:to>
                                    </p:set>
                                  </p:childTnLst>
                                </p:cTn>
                              </p:par>
                            </p:childTnLst>
                          </p:cTn>
                        </p:par>
                        <p:par>
                          <p:cTn id="306" fill="hold">
                            <p:stCondLst>
                              <p:cond delay="1600"/>
                            </p:stCondLst>
                            <p:childTnLst>
                              <p:par>
                                <p:cTn id="307" presetID="1" presetClass="entr" presetSubtype="0" fill="hold" grpId="0" nodeType="afterEffect">
                                  <p:stCondLst>
                                    <p:cond delay="800"/>
                                  </p:stCondLst>
                                  <p:childTnLst>
                                    <p:set>
                                      <p:cBhvr>
                                        <p:cTn id="308" dur="1" fill="hold">
                                          <p:stCondLst>
                                            <p:cond delay="0"/>
                                          </p:stCondLst>
                                        </p:cTn>
                                        <p:tgtEl>
                                          <p:spTgt spid="222603"/>
                                        </p:tgtEl>
                                        <p:attrNameLst>
                                          <p:attrName>style.visibility</p:attrName>
                                        </p:attrNameLst>
                                      </p:cBhvr>
                                      <p:to>
                                        <p:strVal val="visible"/>
                                      </p:to>
                                    </p:set>
                                  </p:childTnLst>
                                </p:cTn>
                              </p:par>
                            </p:childTnLst>
                          </p:cTn>
                        </p:par>
                        <p:par>
                          <p:cTn id="309" fill="hold">
                            <p:stCondLst>
                              <p:cond delay="2400"/>
                            </p:stCondLst>
                            <p:childTnLst>
                              <p:par>
                                <p:cTn id="310" presetID="1" presetClass="entr" presetSubtype="0" fill="hold" grpId="0" nodeType="afterEffect">
                                  <p:stCondLst>
                                    <p:cond delay="800"/>
                                  </p:stCondLst>
                                  <p:childTnLst>
                                    <p:set>
                                      <p:cBhvr>
                                        <p:cTn id="311" dur="1" fill="hold">
                                          <p:stCondLst>
                                            <p:cond delay="0"/>
                                          </p:stCondLst>
                                        </p:cTn>
                                        <p:tgtEl>
                                          <p:spTgt spid="222750"/>
                                        </p:tgtEl>
                                        <p:attrNameLst>
                                          <p:attrName>style.visibility</p:attrName>
                                        </p:attrNameLst>
                                      </p:cBhvr>
                                      <p:to>
                                        <p:strVal val="visible"/>
                                      </p:to>
                                    </p:set>
                                  </p:childTnLst>
                                </p:cTn>
                              </p:par>
                            </p:childTnLst>
                          </p:cTn>
                        </p:par>
                        <p:par>
                          <p:cTn id="312" fill="hold">
                            <p:stCondLst>
                              <p:cond delay="3200"/>
                            </p:stCondLst>
                            <p:childTnLst>
                              <p:par>
                                <p:cTn id="313" presetID="1" presetClass="entr" presetSubtype="0" fill="hold" nodeType="afterEffect">
                                  <p:stCondLst>
                                    <p:cond delay="500"/>
                                  </p:stCondLst>
                                  <p:childTnLst>
                                    <p:set>
                                      <p:cBhvr>
                                        <p:cTn id="314" dur="1" fill="hold">
                                          <p:stCondLst>
                                            <p:cond delay="0"/>
                                          </p:stCondLst>
                                        </p:cTn>
                                        <p:tgtEl>
                                          <p:spTgt spid="22899"/>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presetID="1" presetClass="entr" presetSubtype="0" fill="hold" nodeType="clickEffect">
                                  <p:stCondLst>
                                    <p:cond delay="0"/>
                                  </p:stCondLst>
                                  <p:childTnLst>
                                    <p:set>
                                      <p:cBhvr>
                                        <p:cTn id="318" dur="1" fill="hold">
                                          <p:stCondLst>
                                            <p:cond delay="0"/>
                                          </p:stCondLst>
                                        </p:cTn>
                                        <p:tgtEl>
                                          <p:spTgt spid="222417"/>
                                        </p:tgtEl>
                                        <p:attrNameLst>
                                          <p:attrName>style.visibility</p:attrName>
                                        </p:attrNameLst>
                                      </p:cBhvr>
                                      <p:to>
                                        <p:strVal val="visible"/>
                                      </p:to>
                                    </p:set>
                                  </p:childTnLst>
                                </p:cTn>
                              </p:par>
                            </p:childTnLst>
                          </p:cTn>
                        </p:par>
                        <p:par>
                          <p:cTn id="319" fill="hold">
                            <p:stCondLst>
                              <p:cond delay="0"/>
                            </p:stCondLst>
                            <p:childTnLst>
                              <p:par>
                                <p:cTn id="320" presetID="1" presetClass="entr" presetSubtype="0" fill="hold" nodeType="afterEffect">
                                  <p:stCondLst>
                                    <p:cond delay="0"/>
                                  </p:stCondLst>
                                  <p:childTnLst>
                                    <p:set>
                                      <p:cBhvr>
                                        <p:cTn id="321" dur="1" fill="hold">
                                          <p:stCondLst>
                                            <p:cond delay="0"/>
                                          </p:stCondLst>
                                        </p:cTn>
                                        <p:tgtEl>
                                          <p:spTgt spid="22881"/>
                                        </p:tgtEl>
                                        <p:attrNameLst>
                                          <p:attrName>style.visibility</p:attrName>
                                        </p:attrNameLst>
                                      </p:cBhvr>
                                      <p:to>
                                        <p:strVal val="visible"/>
                                      </p:to>
                                    </p:set>
                                  </p:childTnLst>
                                </p:cTn>
                              </p:par>
                            </p:childTnLst>
                          </p:cTn>
                        </p:par>
                        <p:par>
                          <p:cTn id="322" fill="hold">
                            <p:stCondLst>
                              <p:cond delay="0"/>
                            </p:stCondLst>
                            <p:childTnLst>
                              <p:par>
                                <p:cTn id="323" presetID="1" presetClass="entr" presetSubtype="0" fill="hold" nodeType="afterEffect">
                                  <p:stCondLst>
                                    <p:cond delay="1000"/>
                                  </p:stCondLst>
                                  <p:childTnLst>
                                    <p:set>
                                      <p:cBhvr>
                                        <p:cTn id="324" dur="1" fill="hold">
                                          <p:stCondLst>
                                            <p:cond delay="0"/>
                                          </p:stCondLst>
                                        </p:cTn>
                                        <p:tgtEl>
                                          <p:spTgt spid="222418"/>
                                        </p:tgtEl>
                                        <p:attrNameLst>
                                          <p:attrName>style.visibility</p:attrName>
                                        </p:attrNameLst>
                                      </p:cBhvr>
                                      <p:to>
                                        <p:strVal val="visible"/>
                                      </p:to>
                                    </p:set>
                                  </p:childTnLst>
                                </p:cTn>
                              </p:par>
                            </p:childTnLst>
                          </p:cTn>
                        </p:par>
                        <p:par>
                          <p:cTn id="325" fill="hold">
                            <p:stCondLst>
                              <p:cond delay="1000"/>
                            </p:stCondLst>
                            <p:childTnLst>
                              <p:par>
                                <p:cTn id="326" presetID="1" presetClass="entr" presetSubtype="0" fill="hold" nodeType="afterEffect">
                                  <p:stCondLst>
                                    <p:cond delay="500"/>
                                  </p:stCondLst>
                                  <p:childTnLst>
                                    <p:set>
                                      <p:cBhvr>
                                        <p:cTn id="327" dur="1" fill="hold">
                                          <p:stCondLst>
                                            <p:cond delay="0"/>
                                          </p:stCondLst>
                                        </p:cTn>
                                        <p:tgtEl>
                                          <p:spTgt spid="22856"/>
                                        </p:tgtEl>
                                        <p:attrNameLst>
                                          <p:attrName>style.visibility</p:attrName>
                                        </p:attrNameLst>
                                      </p:cBhvr>
                                      <p:to>
                                        <p:strVal val="visible"/>
                                      </p:to>
                                    </p:set>
                                  </p:childTnLst>
                                </p:cTn>
                              </p:par>
                            </p:childTnLst>
                          </p:cTn>
                        </p:par>
                        <p:par>
                          <p:cTn id="328" fill="hold">
                            <p:stCondLst>
                              <p:cond delay="1500"/>
                            </p:stCondLst>
                            <p:childTnLst>
                              <p:par>
                                <p:cTn id="329" presetID="1" presetClass="entr" presetSubtype="0" fill="hold" nodeType="afterEffect">
                                  <p:stCondLst>
                                    <p:cond delay="0"/>
                                  </p:stCondLst>
                                  <p:childTnLst>
                                    <p:set>
                                      <p:cBhvr>
                                        <p:cTn id="330" dur="1" fill="hold">
                                          <p:stCondLst>
                                            <p:cond delay="0"/>
                                          </p:stCondLst>
                                        </p:cTn>
                                        <p:tgtEl>
                                          <p:spTgt spid="22898"/>
                                        </p:tgtEl>
                                        <p:attrNameLst>
                                          <p:attrName>style.visibility</p:attrName>
                                        </p:attrNameLst>
                                      </p:cBhvr>
                                      <p:to>
                                        <p:strVal val="visible"/>
                                      </p:to>
                                    </p:set>
                                  </p:childTnLst>
                                </p:cTn>
                              </p:par>
                            </p:childTnLst>
                          </p:cTn>
                        </p:par>
                        <p:par>
                          <p:cTn id="331" fill="hold">
                            <p:stCondLst>
                              <p:cond delay="1500"/>
                            </p:stCondLst>
                            <p:childTnLst>
                              <p:par>
                                <p:cTn id="332" presetID="1" presetClass="entr" presetSubtype="0" fill="hold" nodeType="afterEffect">
                                  <p:stCondLst>
                                    <p:cond delay="0"/>
                                  </p:stCondLst>
                                  <p:childTnLst>
                                    <p:set>
                                      <p:cBhvr>
                                        <p:cTn id="333" dur="1" fill="hold">
                                          <p:stCondLst>
                                            <p:cond delay="0"/>
                                          </p:stCondLst>
                                        </p:cTn>
                                        <p:tgtEl>
                                          <p:spTgt spid="222582">
                                            <p:txEl>
                                              <p:pRg st="0" end="0"/>
                                            </p:txEl>
                                          </p:spTgt>
                                        </p:tgtEl>
                                        <p:attrNameLst>
                                          <p:attrName>style.visibility</p:attrName>
                                        </p:attrNameLst>
                                      </p:cBhvr>
                                      <p:to>
                                        <p:strVal val="visible"/>
                                      </p:to>
                                    </p:set>
                                  </p:childTnLst>
                                </p:cTn>
                              </p:par>
                            </p:childTnLst>
                          </p:cTn>
                        </p:par>
                        <p:par>
                          <p:cTn id="334" fill="hold">
                            <p:stCondLst>
                              <p:cond delay="1500"/>
                            </p:stCondLst>
                            <p:childTnLst>
                              <p:par>
                                <p:cTn id="335" presetID="1" presetClass="entr" presetSubtype="0" fill="hold" grpId="0" nodeType="afterEffect">
                                  <p:stCondLst>
                                    <p:cond delay="1000"/>
                                  </p:stCondLst>
                                  <p:childTnLst>
                                    <p:set>
                                      <p:cBhvr>
                                        <p:cTn id="336" dur="1" fill="hold">
                                          <p:stCondLst>
                                            <p:cond delay="0"/>
                                          </p:stCondLst>
                                        </p:cTn>
                                        <p:tgtEl>
                                          <p:spTgt spid="2227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4" grpId="0"/>
      <p:bldP spid="222262" grpId="0" animBg="1"/>
      <p:bldP spid="222262" grpId="1" animBg="1"/>
      <p:bldP spid="222263" grpId="0" animBg="1"/>
      <p:bldP spid="222263" grpId="1" animBg="1"/>
      <p:bldP spid="222264" grpId="0" animBg="1"/>
      <p:bldP spid="222264" grpId="1" animBg="1"/>
      <p:bldP spid="222265" grpId="0" animBg="1"/>
      <p:bldP spid="222265" grpId="1" animBg="1"/>
      <p:bldP spid="222266" grpId="0" animBg="1"/>
      <p:bldP spid="222266" grpId="1" animBg="1"/>
      <p:bldP spid="222267" grpId="0" animBg="1"/>
      <p:bldP spid="222267" grpId="1" animBg="1"/>
      <p:bldP spid="222268" grpId="0" animBg="1"/>
      <p:bldP spid="222268" grpId="1" animBg="1"/>
      <p:bldP spid="222296" grpId="0" animBg="1"/>
      <p:bldP spid="222296" grpId="1" animBg="1"/>
      <p:bldP spid="222297" grpId="0" animBg="1"/>
      <p:bldP spid="222297" grpId="1" animBg="1"/>
      <p:bldP spid="222310" grpId="0" animBg="1"/>
      <p:bldP spid="222310" grpId="1" animBg="1"/>
      <p:bldP spid="222409" grpId="0" animBg="1"/>
      <p:bldP spid="222410" grpId="0" animBg="1"/>
      <p:bldP spid="222562" grpId="0" animBg="1"/>
      <p:bldP spid="222563" grpId="0" animBg="1"/>
      <p:bldP spid="222570" grpId="0" animBg="1"/>
      <p:bldP spid="222571" grpId="0" animBg="1"/>
      <p:bldP spid="222572" grpId="0" animBg="1"/>
      <p:bldP spid="222573" grpId="0" animBg="1"/>
      <p:bldP spid="222574" grpId="0" animBg="1"/>
      <p:bldP spid="222575" grpId="0" animBg="1"/>
      <p:bldP spid="222576" grpId="0" animBg="1"/>
      <p:bldP spid="222577" grpId="0" animBg="1"/>
      <p:bldP spid="222578" grpId="0" animBg="1"/>
      <p:bldP spid="222579" grpId="0" animBg="1"/>
      <p:bldP spid="222580" grpId="0" animBg="1"/>
      <p:bldP spid="222581" grpId="0" animBg="1"/>
      <p:bldP spid="222603" grpId="0" animBg="1"/>
      <p:bldP spid="222604" grpId="0" animBg="1"/>
      <p:bldP spid="222605" grpId="0" animBg="1"/>
      <p:bldP spid="222606" grpId="0" animBg="1"/>
      <p:bldP spid="222633" grpId="0" animBg="1"/>
      <p:bldP spid="222649" grpId="0" animBg="1"/>
      <p:bldP spid="222650" grpId="0" animBg="1"/>
      <p:bldP spid="222651" grpId="0" animBg="1"/>
      <p:bldP spid="222732" grpId="0" animBg="1"/>
      <p:bldP spid="222736" grpId="0" animBg="1"/>
      <p:bldP spid="222750" grpId="0" animBg="1"/>
      <p:bldP spid="222751" grpId="0" animBg="1"/>
      <p:bldP spid="222751" grpId="1" animBg="1"/>
      <p:bldP spid="222752" grpId="0" animBg="1"/>
      <p:bldP spid="222753" grpId="0" animBg="1"/>
      <p:bldP spid="22276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3FE0FF-194B-C499-0A9B-EF5D51F35BBA}"/>
              </a:ext>
            </a:extLst>
          </p:cNvPr>
          <p:cNvPicPr>
            <a:picLocks noChangeAspect="1"/>
          </p:cNvPicPr>
          <p:nvPr/>
        </p:nvPicPr>
        <p:blipFill rotWithShape="1">
          <a:blip r:embed="rId2">
            <a:biLevel thresh="75000"/>
            <a:extLst>
              <a:ext uri="{28A0092B-C50C-407E-A947-70E740481C1C}">
                <a14:useLocalDpi xmlns:a14="http://schemas.microsoft.com/office/drawing/2010/main" val="0"/>
              </a:ext>
            </a:extLst>
          </a:blip>
          <a:srcRect l="2994" t="15599" r="1099" b="-208"/>
          <a:stretch>
            <a:fillRect/>
          </a:stretch>
        </p:blipFill>
        <p:spPr bwMode="auto">
          <a:xfrm>
            <a:off x="457200" y="1143000"/>
            <a:ext cx="10639215" cy="5279544"/>
          </a:xfrm>
          <a:prstGeom prst="rect">
            <a:avLst/>
          </a:prstGeom>
          <a:noFill/>
          <a:ln>
            <a:noFill/>
          </a:ln>
          <a:extLst>
            <a:ext uri="{53640926-AAD7-44D8-BBD7-CCE9431645EC}">
              <a14:shadowObscured xmlns:a14="http://schemas.microsoft.com/office/drawing/2010/main"/>
            </a:ext>
          </a:extLst>
        </p:spPr>
      </p:pic>
      <p:sp>
        <p:nvSpPr>
          <p:cNvPr id="6" name="Rectangle 2">
            <a:extLst>
              <a:ext uri="{FF2B5EF4-FFF2-40B4-BE49-F238E27FC236}">
                <a16:creationId xmlns:a16="http://schemas.microsoft.com/office/drawing/2014/main" id="{785E1105-21F5-30BD-EF1D-3BAF82F7ECEA}"/>
              </a:ext>
            </a:extLst>
          </p:cNvPr>
          <p:cNvSpPr>
            <a:spLocks noGrp="1" noChangeArrowheads="1"/>
          </p:cNvSpPr>
          <p:nvPr>
            <p:ph type="title"/>
          </p:nvPr>
        </p:nvSpPr>
        <p:spPr>
          <a:xfrm>
            <a:off x="2895600" y="304800"/>
            <a:ext cx="3200400" cy="615553"/>
          </a:xfrm>
        </p:spPr>
        <p:txBody>
          <a:bodyPr/>
          <a:lstStyle/>
          <a:p>
            <a:pPr eaLnBrk="1" hangingPunct="1"/>
            <a:r>
              <a:rPr lang="en-US" sz="4000" dirty="0">
                <a:solidFill>
                  <a:schemeClr val="tx2">
                    <a:lumMod val="75000"/>
                  </a:schemeClr>
                </a:solidFill>
              </a:rPr>
              <a:t>Molding tools</a:t>
            </a:r>
          </a:p>
        </p:txBody>
      </p:sp>
      <p:sp>
        <p:nvSpPr>
          <p:cNvPr id="2" name="TextBox 1">
            <a:extLst>
              <a:ext uri="{FF2B5EF4-FFF2-40B4-BE49-F238E27FC236}">
                <a16:creationId xmlns:a16="http://schemas.microsoft.com/office/drawing/2014/main" id="{027BFF1D-8FD5-E383-D568-AFAC5182CEA6}"/>
              </a:ext>
            </a:extLst>
          </p:cNvPr>
          <p:cNvSpPr txBox="1"/>
          <p:nvPr/>
        </p:nvSpPr>
        <p:spPr>
          <a:xfrm>
            <a:off x="2590800" y="6467011"/>
            <a:ext cx="5523435" cy="369332"/>
          </a:xfrm>
          <a:prstGeom prst="rect">
            <a:avLst/>
          </a:prstGeom>
          <a:noFill/>
        </p:spPr>
        <p:txBody>
          <a:bodyPr wrap="none" rtlCol="0">
            <a:spAutoFit/>
          </a:bodyPr>
          <a:lstStyle/>
          <a:p>
            <a:r>
              <a:rPr lang="en-IN" b="1" dirty="0"/>
              <a:t>LINK:    </a:t>
            </a:r>
            <a:r>
              <a:rPr lang="en-IN" dirty="0"/>
              <a:t>https://www.youtube.com/watch?v=FihNxujyu08</a:t>
            </a:r>
          </a:p>
        </p:txBody>
      </p:sp>
    </p:spTree>
    <p:extLst>
      <p:ext uri="{BB962C8B-B14F-4D97-AF65-F5344CB8AC3E}">
        <p14:creationId xmlns:p14="http://schemas.microsoft.com/office/powerpoint/2010/main" val="702950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anufacturing Processes-I">
            <a:extLst>
              <a:ext uri="{FF2B5EF4-FFF2-40B4-BE49-F238E27FC236}">
                <a16:creationId xmlns:a16="http://schemas.microsoft.com/office/drawing/2014/main" id="{87534772-4379-09C1-ED43-C7FA0B98550A}"/>
              </a:ext>
            </a:extLst>
          </p:cNvPr>
          <p:cNvPicPr>
            <a:picLocks noChangeAspect="1"/>
          </p:cNvPicPr>
          <p:nvPr/>
        </p:nvPicPr>
        <p:blipFill>
          <a:blip r:embed="rId2"/>
          <a:stretch>
            <a:fillRect/>
          </a:stretch>
        </p:blipFill>
        <p:spPr>
          <a:xfrm>
            <a:off x="2057400" y="533400"/>
            <a:ext cx="8686800" cy="6107803"/>
          </a:xfrm>
          <a:prstGeom prst="rect">
            <a:avLst/>
          </a:prstGeom>
        </p:spPr>
      </p:pic>
    </p:spTree>
    <p:extLst>
      <p:ext uri="{BB962C8B-B14F-4D97-AF65-F5344CB8AC3E}">
        <p14:creationId xmlns:p14="http://schemas.microsoft.com/office/powerpoint/2010/main" val="1334905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100054" y="6466738"/>
            <a:ext cx="177800" cy="177800"/>
          </a:xfrm>
          <a:prstGeom prst="rect">
            <a:avLst/>
          </a:prstGeom>
        </p:spPr>
        <p:txBody>
          <a:bodyPr vert="horz" wrap="square" lIns="0" tIns="0" rIns="0" bIns="0" rtlCol="0">
            <a:spAutoFit/>
          </a:bodyPr>
          <a:lstStyle/>
          <a:p>
            <a:pPr marL="12700">
              <a:lnSpc>
                <a:spcPts val="1240"/>
              </a:lnSpc>
            </a:pPr>
            <a:r>
              <a:rPr sz="1200" spc="-10" dirty="0">
                <a:solidFill>
                  <a:srgbClr val="888888"/>
                </a:solidFill>
                <a:latin typeface="Calibri"/>
                <a:cs typeface="Calibri"/>
              </a:rPr>
              <a:t>11</a:t>
            </a:r>
            <a:endParaRPr sz="1200">
              <a:latin typeface="Calibri"/>
              <a:cs typeface="Calibri"/>
            </a:endParaRPr>
          </a:p>
        </p:txBody>
      </p:sp>
    </p:spTree>
    <p:extLst>
      <p:ext uri="{BB962C8B-B14F-4D97-AF65-F5344CB8AC3E}">
        <p14:creationId xmlns:p14="http://schemas.microsoft.com/office/powerpoint/2010/main" val="4047726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220</TotalTime>
  <Words>807</Words>
  <Application>Microsoft Office PowerPoint</Application>
  <PresentationFormat>Widescreen</PresentationFormat>
  <Paragraphs>119</Paragraphs>
  <Slides>16</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Times New Roman</vt:lpstr>
      <vt:lpstr>Office Theme</vt:lpstr>
      <vt:lpstr>Moulding Sand</vt:lpstr>
      <vt:lpstr>Molding sand classification</vt:lpstr>
      <vt:lpstr>Molding sand classification</vt:lpstr>
      <vt:lpstr>Molding sand classification</vt:lpstr>
      <vt:lpstr>PowerPoint Presentation</vt:lpstr>
      <vt:lpstr>Sand preparation </vt:lpstr>
      <vt:lpstr>Properties of a molding sand</vt:lpstr>
      <vt:lpstr>PowerPoint Presentation</vt:lpstr>
      <vt:lpstr>PowerPoint Presentation</vt:lpstr>
      <vt:lpstr>PowerPoint Presentation</vt:lpstr>
      <vt:lpstr>PowerPoint Presentation</vt:lpstr>
      <vt:lpstr>Green sand mold</vt:lpstr>
      <vt:lpstr>PowerPoint Presentation</vt:lpstr>
      <vt:lpstr>Molding tools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 Metal Arc Welding  (GMAW / MIG) Submerged Welding</dc:title>
  <dc:creator>Dr. Ashok Kumar Sharma [MU - Jaipur]</dc:creator>
  <cp:lastModifiedBy>Dr. Vaibhav Srivastava [MU - Jaipur]</cp:lastModifiedBy>
  <cp:revision>32</cp:revision>
  <dcterms:created xsi:type="dcterms:W3CDTF">2020-04-30T11:37:54Z</dcterms:created>
  <dcterms:modified xsi:type="dcterms:W3CDTF">2026-08-05T09:14:52Z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2020-04-24T00:00:00Z</vt:filetime>
  </property>
  <property fmtid="{D5CDD505-2E9C-101B-9397-08002B2CF9AE}" pid="3" name="Creator">
    <vt:lpwstr>Microsoft® PowerPoint® 2016</vt:lpwstr>
  </property>
  <property fmtid="{D5CDD505-2E9C-101B-9397-08002B2CF9AE}" pid="4" name="LastSaved">
    <vt:filetime>2020-04-30T00:00:00Z</vt:filetime>
  </property>
</Properties>
</file>