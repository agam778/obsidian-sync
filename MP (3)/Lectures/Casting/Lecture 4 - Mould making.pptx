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312" r:id="rId3"/>
    <p:sldId id="313" r:id="rId4"/>
    <p:sldId id="314" r:id="rId5"/>
    <p:sldId id="315" r:id="rId6"/>
    <p:sldId id="316" r:id="rId7"/>
    <p:sldId id="317" r:id="rId8"/>
    <p:sldId id="318" r:id="rId9"/>
    <p:sldId id="319" r:id="rId10"/>
    <p:sldId id="320" r:id="rId11"/>
    <p:sldId id="321" r:id="rId12"/>
    <p:sldId id="322" r:id="rId13"/>
    <p:sldId id="308" r:id="rId14"/>
    <p:sldId id="361" r:id="rId15"/>
  </p:sldIdLst>
  <p:sldSz cx="12192000" cy="6858000"/>
  <p:notesSz cx="12192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57" d="100"/>
          <a:sy n="57" d="100"/>
        </p:scale>
        <p:origin x="200" y="4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ACBB4936-67D7-410A-98A3-74B2FDB9C987}" type="datetimeFigureOut">
              <a:rPr lang="en-IN" smtClean="0"/>
              <a:t>31-07-2025</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9E5860D2-00FC-4F1E-8FA4-8D375C9A45F9}" type="slidenum">
              <a:rPr lang="en-IN" smtClean="0"/>
              <a:t>‹#›</a:t>
            </a:fld>
            <a:endParaRPr lang="en-IN"/>
          </a:p>
        </p:txBody>
      </p:sp>
    </p:spTree>
    <p:extLst>
      <p:ext uri="{BB962C8B-B14F-4D97-AF65-F5344CB8AC3E}">
        <p14:creationId xmlns:p14="http://schemas.microsoft.com/office/powerpoint/2010/main" val="7024952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p:spPr>
        <p:txBody>
          <a:bodyPr/>
          <a:lstStyle/>
          <a:p>
            <a:fld id="{E7CB8802-9721-4134-BFA4-C045C9EDFE4A}" type="slidenum">
              <a:rPr lang="en-US" smtClean="0"/>
              <a:pPr/>
              <a:t>13</a:t>
            </a:fld>
            <a:endParaRPr lang="en-US"/>
          </a:p>
        </p:txBody>
      </p:sp>
      <p:sp>
        <p:nvSpPr>
          <p:cNvPr id="48131" name="Rectangle 2"/>
          <p:cNvSpPr>
            <a:spLocks noGrp="1" noRot="1" noChangeAspect="1" noChangeArrowheads="1" noTextEdit="1"/>
          </p:cNvSpPr>
          <p:nvPr>
            <p:ph type="sldImg"/>
          </p:nvPr>
        </p:nvSpPr>
        <p:spPr>
          <a:ln/>
        </p:spPr>
      </p:sp>
      <p:sp>
        <p:nvSpPr>
          <p:cNvPr id="4813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6769723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6.jpg"/><Relationship Id="rId5" Type="http://schemas.openxmlformats.org/officeDocument/2006/relationships/image" Target="../media/image5.png"/><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7/31/2025</a:t>
            </a:fld>
            <a:endParaRPr lang="en-US"/>
          </a:p>
        </p:txBody>
      </p:sp>
      <p:sp>
        <p:nvSpPr>
          <p:cNvPr id="6" name="Holder 6"/>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101600">
              <a:lnSpc>
                <a:spcPts val="1240"/>
              </a:lnSpc>
            </a:pPr>
            <a:fld id="{81D60167-4931-47E6-BA6A-407CBD079E47}" type="slidenum">
              <a:rPr dirty="0"/>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1045330"/>
            <a:ext cx="9873373" cy="117463"/>
          </a:xfrm>
          <a:prstGeom prst="rect">
            <a:avLst/>
          </a:prstGeom>
          <a:blipFill>
            <a:blip r:embed="rId2" cstate="print"/>
            <a:stretch>
              <a:fillRect/>
            </a:stretch>
          </a:blipFill>
        </p:spPr>
        <p:txBody>
          <a:bodyPr wrap="square" lIns="0" tIns="0" rIns="0" bIns="0" rtlCol="0"/>
          <a:lstStyle/>
          <a:p>
            <a:endParaRPr/>
          </a:p>
        </p:txBody>
      </p:sp>
      <p:sp>
        <p:nvSpPr>
          <p:cNvPr id="17" name="bk object 17"/>
          <p:cNvSpPr/>
          <p:nvPr/>
        </p:nvSpPr>
        <p:spPr>
          <a:xfrm>
            <a:off x="-3047" y="1036294"/>
            <a:ext cx="9885934" cy="135534"/>
          </a:xfrm>
          <a:prstGeom prst="rect">
            <a:avLst/>
          </a:prstGeom>
          <a:blipFill>
            <a:blip r:embed="rId3" cstate="print"/>
            <a:stretch>
              <a:fillRect/>
            </a:stretch>
          </a:blipFill>
        </p:spPr>
        <p:txBody>
          <a:bodyPr wrap="square" lIns="0" tIns="0" rIns="0" bIns="0" rtlCol="0"/>
          <a:lstStyle/>
          <a:p>
            <a:endParaRPr/>
          </a:p>
        </p:txBody>
      </p:sp>
      <p:sp>
        <p:nvSpPr>
          <p:cNvPr id="18" name="bk object 18"/>
          <p:cNvSpPr/>
          <p:nvPr/>
        </p:nvSpPr>
        <p:spPr>
          <a:xfrm>
            <a:off x="11140440" y="3047"/>
            <a:ext cx="1051559" cy="1100327"/>
          </a:xfrm>
          <a:prstGeom prst="rect">
            <a:avLst/>
          </a:prstGeom>
          <a:blipFill>
            <a:blip r:embed="rId4" cstate="print"/>
            <a:stretch>
              <a:fillRect/>
            </a:stretch>
          </a:blipFill>
        </p:spPr>
        <p:txBody>
          <a:bodyPr wrap="square" lIns="0" tIns="0" rIns="0" bIns="0" rtlCol="0"/>
          <a:lstStyle/>
          <a:p>
            <a:endParaRPr/>
          </a:p>
        </p:txBody>
      </p:sp>
      <p:sp>
        <p:nvSpPr>
          <p:cNvPr id="19" name="bk object 19"/>
          <p:cNvSpPr/>
          <p:nvPr/>
        </p:nvSpPr>
        <p:spPr>
          <a:xfrm>
            <a:off x="1523" y="1082039"/>
            <a:ext cx="9839325" cy="0"/>
          </a:xfrm>
          <a:custGeom>
            <a:avLst/>
            <a:gdLst/>
            <a:ahLst/>
            <a:cxnLst/>
            <a:rect l="l" t="t" r="r" b="b"/>
            <a:pathLst>
              <a:path w="9839325">
                <a:moveTo>
                  <a:pt x="0" y="0"/>
                </a:moveTo>
                <a:lnTo>
                  <a:pt x="9838944" y="0"/>
                </a:lnTo>
              </a:path>
            </a:pathLst>
          </a:custGeom>
          <a:ln w="45720">
            <a:solidFill>
              <a:srgbClr val="E36C09"/>
            </a:solidFill>
          </a:ln>
        </p:spPr>
        <p:txBody>
          <a:bodyPr wrap="square" lIns="0" tIns="0" rIns="0" bIns="0" rtlCol="0"/>
          <a:lstStyle/>
          <a:p>
            <a:endParaRPr/>
          </a:p>
        </p:txBody>
      </p:sp>
      <p:sp>
        <p:nvSpPr>
          <p:cNvPr id="20" name="bk object 20"/>
          <p:cNvSpPr/>
          <p:nvPr/>
        </p:nvSpPr>
        <p:spPr>
          <a:xfrm>
            <a:off x="1523" y="1059180"/>
            <a:ext cx="9839325" cy="45720"/>
          </a:xfrm>
          <a:custGeom>
            <a:avLst/>
            <a:gdLst/>
            <a:ahLst/>
            <a:cxnLst/>
            <a:rect l="l" t="t" r="r" b="b"/>
            <a:pathLst>
              <a:path w="9839325" h="45719">
                <a:moveTo>
                  <a:pt x="0" y="45720"/>
                </a:moveTo>
                <a:lnTo>
                  <a:pt x="9838944" y="45720"/>
                </a:lnTo>
                <a:lnTo>
                  <a:pt x="9838944" y="0"/>
                </a:lnTo>
                <a:lnTo>
                  <a:pt x="0" y="0"/>
                </a:lnTo>
                <a:lnTo>
                  <a:pt x="0" y="45720"/>
                </a:lnTo>
                <a:close/>
              </a:path>
            </a:pathLst>
          </a:custGeom>
          <a:ln w="9144">
            <a:solidFill>
              <a:srgbClr val="FF6600"/>
            </a:solidFill>
          </a:ln>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4800" b="0" i="0">
                <a:solidFill>
                  <a:srgbClr val="2E5496"/>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7/31/2025</a:t>
            </a:fld>
            <a:endParaRPr lang="en-US"/>
          </a:p>
        </p:txBody>
      </p:sp>
      <p:sp>
        <p:nvSpPr>
          <p:cNvPr id="6" name="Holder 6"/>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101600">
              <a:lnSpc>
                <a:spcPts val="1240"/>
              </a:lnSpc>
            </a:pPr>
            <a:fld id="{81D60167-4931-47E6-BA6A-407CBD079E47}" type="slidenum">
              <a:rPr dirty="0"/>
              <a:t>‹#›</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0" i="0">
                <a:solidFill>
                  <a:srgbClr val="2E5496"/>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7/31/2025</a:t>
            </a:fld>
            <a:endParaRPr lang="en-US"/>
          </a:p>
        </p:txBody>
      </p:sp>
      <p:sp>
        <p:nvSpPr>
          <p:cNvPr id="7" name="Holder 7"/>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101600">
              <a:lnSpc>
                <a:spcPts val="1240"/>
              </a:lnSpc>
            </a:pPr>
            <a:fld id="{81D60167-4931-47E6-BA6A-407CBD079E47}" type="slidenum">
              <a:rPr dirty="0"/>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1045330"/>
            <a:ext cx="9873373" cy="117463"/>
          </a:xfrm>
          <a:prstGeom prst="rect">
            <a:avLst/>
          </a:prstGeom>
          <a:blipFill>
            <a:blip r:embed="rId2" cstate="print"/>
            <a:stretch>
              <a:fillRect/>
            </a:stretch>
          </a:blipFill>
        </p:spPr>
        <p:txBody>
          <a:bodyPr wrap="square" lIns="0" tIns="0" rIns="0" bIns="0" rtlCol="0"/>
          <a:lstStyle/>
          <a:p>
            <a:endParaRPr/>
          </a:p>
        </p:txBody>
      </p:sp>
      <p:sp>
        <p:nvSpPr>
          <p:cNvPr id="17" name="bk object 17"/>
          <p:cNvSpPr/>
          <p:nvPr/>
        </p:nvSpPr>
        <p:spPr>
          <a:xfrm>
            <a:off x="-3047" y="1036294"/>
            <a:ext cx="9885934" cy="135534"/>
          </a:xfrm>
          <a:prstGeom prst="rect">
            <a:avLst/>
          </a:prstGeom>
          <a:blipFill>
            <a:blip r:embed="rId3" cstate="print"/>
            <a:stretch>
              <a:fillRect/>
            </a:stretch>
          </a:blipFill>
        </p:spPr>
        <p:txBody>
          <a:bodyPr wrap="square" lIns="0" tIns="0" rIns="0" bIns="0" rtlCol="0"/>
          <a:lstStyle/>
          <a:p>
            <a:endParaRPr/>
          </a:p>
        </p:txBody>
      </p:sp>
      <p:sp>
        <p:nvSpPr>
          <p:cNvPr id="18" name="bk object 18"/>
          <p:cNvSpPr/>
          <p:nvPr/>
        </p:nvSpPr>
        <p:spPr>
          <a:xfrm>
            <a:off x="11140440" y="3047"/>
            <a:ext cx="1051559" cy="1100327"/>
          </a:xfrm>
          <a:prstGeom prst="rect">
            <a:avLst/>
          </a:prstGeom>
          <a:blipFill>
            <a:blip r:embed="rId4" cstate="print"/>
            <a:stretch>
              <a:fillRect/>
            </a:stretch>
          </a:blipFill>
        </p:spPr>
        <p:txBody>
          <a:bodyPr wrap="square" lIns="0" tIns="0" rIns="0" bIns="0" rtlCol="0"/>
          <a:lstStyle/>
          <a:p>
            <a:endParaRPr/>
          </a:p>
        </p:txBody>
      </p:sp>
      <p:sp>
        <p:nvSpPr>
          <p:cNvPr id="19" name="bk object 19"/>
          <p:cNvSpPr/>
          <p:nvPr/>
        </p:nvSpPr>
        <p:spPr>
          <a:xfrm>
            <a:off x="1523" y="1082039"/>
            <a:ext cx="9839325" cy="0"/>
          </a:xfrm>
          <a:custGeom>
            <a:avLst/>
            <a:gdLst/>
            <a:ahLst/>
            <a:cxnLst/>
            <a:rect l="l" t="t" r="r" b="b"/>
            <a:pathLst>
              <a:path w="9839325">
                <a:moveTo>
                  <a:pt x="0" y="0"/>
                </a:moveTo>
                <a:lnTo>
                  <a:pt x="9838944" y="0"/>
                </a:lnTo>
              </a:path>
            </a:pathLst>
          </a:custGeom>
          <a:ln w="45720">
            <a:solidFill>
              <a:srgbClr val="E36C09"/>
            </a:solidFill>
          </a:ln>
        </p:spPr>
        <p:txBody>
          <a:bodyPr wrap="square" lIns="0" tIns="0" rIns="0" bIns="0" rtlCol="0"/>
          <a:lstStyle/>
          <a:p>
            <a:endParaRPr/>
          </a:p>
        </p:txBody>
      </p:sp>
      <p:sp>
        <p:nvSpPr>
          <p:cNvPr id="20" name="bk object 20"/>
          <p:cNvSpPr/>
          <p:nvPr/>
        </p:nvSpPr>
        <p:spPr>
          <a:xfrm>
            <a:off x="1523" y="1059180"/>
            <a:ext cx="9839325" cy="45720"/>
          </a:xfrm>
          <a:custGeom>
            <a:avLst/>
            <a:gdLst/>
            <a:ahLst/>
            <a:cxnLst/>
            <a:rect l="l" t="t" r="r" b="b"/>
            <a:pathLst>
              <a:path w="9839325" h="45719">
                <a:moveTo>
                  <a:pt x="0" y="45720"/>
                </a:moveTo>
                <a:lnTo>
                  <a:pt x="9838944" y="45720"/>
                </a:lnTo>
                <a:lnTo>
                  <a:pt x="9838944" y="0"/>
                </a:lnTo>
                <a:lnTo>
                  <a:pt x="0" y="0"/>
                </a:lnTo>
                <a:lnTo>
                  <a:pt x="0" y="45720"/>
                </a:lnTo>
                <a:close/>
              </a:path>
            </a:pathLst>
          </a:custGeom>
          <a:ln w="9144">
            <a:solidFill>
              <a:srgbClr val="FF6600"/>
            </a:solidFill>
          </a:ln>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4800" b="0" i="0">
                <a:solidFill>
                  <a:srgbClr val="2E5496"/>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7/31/2025</a:t>
            </a:fld>
            <a:endParaRPr lang="en-US"/>
          </a:p>
        </p:txBody>
      </p:sp>
      <p:sp>
        <p:nvSpPr>
          <p:cNvPr id="5" name="Holder 5"/>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101600">
              <a:lnSpc>
                <a:spcPts val="1240"/>
              </a:lnSpc>
            </a:pPr>
            <a:fld id="{81D60167-4931-47E6-BA6A-407CBD079E47}" type="slidenum">
              <a:rPr dirty="0"/>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1045330"/>
            <a:ext cx="9873373" cy="117463"/>
          </a:xfrm>
          <a:prstGeom prst="rect">
            <a:avLst/>
          </a:prstGeom>
          <a:blipFill>
            <a:blip r:embed="rId2" cstate="print"/>
            <a:stretch>
              <a:fillRect/>
            </a:stretch>
          </a:blipFill>
        </p:spPr>
        <p:txBody>
          <a:bodyPr wrap="square" lIns="0" tIns="0" rIns="0" bIns="0" rtlCol="0"/>
          <a:lstStyle/>
          <a:p>
            <a:endParaRPr/>
          </a:p>
        </p:txBody>
      </p:sp>
      <p:sp>
        <p:nvSpPr>
          <p:cNvPr id="17" name="bk object 17"/>
          <p:cNvSpPr/>
          <p:nvPr/>
        </p:nvSpPr>
        <p:spPr>
          <a:xfrm>
            <a:off x="9663683" y="1082039"/>
            <a:ext cx="177165" cy="0"/>
          </a:xfrm>
          <a:custGeom>
            <a:avLst/>
            <a:gdLst/>
            <a:ahLst/>
            <a:cxnLst/>
            <a:rect l="l" t="t" r="r" b="b"/>
            <a:pathLst>
              <a:path w="177165">
                <a:moveTo>
                  <a:pt x="0" y="0"/>
                </a:moveTo>
                <a:lnTo>
                  <a:pt x="176783" y="0"/>
                </a:lnTo>
              </a:path>
            </a:pathLst>
          </a:custGeom>
          <a:ln w="45720">
            <a:solidFill>
              <a:srgbClr val="E36C09"/>
            </a:solidFill>
          </a:ln>
        </p:spPr>
        <p:txBody>
          <a:bodyPr wrap="square" lIns="0" tIns="0" rIns="0" bIns="0" rtlCol="0"/>
          <a:lstStyle/>
          <a:p>
            <a:endParaRPr/>
          </a:p>
        </p:txBody>
      </p:sp>
      <p:sp>
        <p:nvSpPr>
          <p:cNvPr id="18" name="bk object 18"/>
          <p:cNvSpPr/>
          <p:nvPr/>
        </p:nvSpPr>
        <p:spPr>
          <a:xfrm>
            <a:off x="1523" y="1082039"/>
            <a:ext cx="2529840" cy="0"/>
          </a:xfrm>
          <a:custGeom>
            <a:avLst/>
            <a:gdLst/>
            <a:ahLst/>
            <a:cxnLst/>
            <a:rect l="l" t="t" r="r" b="b"/>
            <a:pathLst>
              <a:path w="2529840">
                <a:moveTo>
                  <a:pt x="0" y="0"/>
                </a:moveTo>
                <a:lnTo>
                  <a:pt x="2529840" y="0"/>
                </a:lnTo>
              </a:path>
            </a:pathLst>
          </a:custGeom>
          <a:ln w="45720">
            <a:solidFill>
              <a:srgbClr val="E36C09"/>
            </a:solidFill>
          </a:ln>
        </p:spPr>
        <p:txBody>
          <a:bodyPr wrap="square" lIns="0" tIns="0" rIns="0" bIns="0" rtlCol="0"/>
          <a:lstStyle/>
          <a:p>
            <a:endParaRPr/>
          </a:p>
        </p:txBody>
      </p:sp>
      <p:sp>
        <p:nvSpPr>
          <p:cNvPr id="19" name="bk object 19"/>
          <p:cNvSpPr/>
          <p:nvPr/>
        </p:nvSpPr>
        <p:spPr>
          <a:xfrm>
            <a:off x="-3047" y="1036294"/>
            <a:ext cx="9885934" cy="135534"/>
          </a:xfrm>
          <a:prstGeom prst="rect">
            <a:avLst/>
          </a:prstGeom>
          <a:blipFill>
            <a:blip r:embed="rId3" cstate="print"/>
            <a:stretch>
              <a:fillRect/>
            </a:stretch>
          </a:blipFill>
        </p:spPr>
        <p:txBody>
          <a:bodyPr wrap="square" lIns="0" tIns="0" rIns="0" bIns="0" rtlCol="0"/>
          <a:lstStyle/>
          <a:p>
            <a:endParaRPr/>
          </a:p>
        </p:txBody>
      </p:sp>
      <p:sp>
        <p:nvSpPr>
          <p:cNvPr id="20" name="bk object 20"/>
          <p:cNvSpPr/>
          <p:nvPr/>
        </p:nvSpPr>
        <p:spPr>
          <a:xfrm>
            <a:off x="11140440" y="3047"/>
            <a:ext cx="1051559" cy="1100327"/>
          </a:xfrm>
          <a:prstGeom prst="rect">
            <a:avLst/>
          </a:prstGeom>
          <a:blipFill>
            <a:blip r:embed="rId4" cstate="print"/>
            <a:stretch>
              <a:fillRect/>
            </a:stretch>
          </a:blipFill>
        </p:spPr>
        <p:txBody>
          <a:bodyPr wrap="square" lIns="0" tIns="0" rIns="0" bIns="0" rtlCol="0"/>
          <a:lstStyle/>
          <a:p>
            <a:endParaRPr/>
          </a:p>
        </p:txBody>
      </p:sp>
      <p:sp>
        <p:nvSpPr>
          <p:cNvPr id="21" name="bk object 21"/>
          <p:cNvSpPr/>
          <p:nvPr/>
        </p:nvSpPr>
        <p:spPr>
          <a:xfrm>
            <a:off x="9663683" y="1082039"/>
            <a:ext cx="177165" cy="0"/>
          </a:xfrm>
          <a:custGeom>
            <a:avLst/>
            <a:gdLst/>
            <a:ahLst/>
            <a:cxnLst/>
            <a:rect l="l" t="t" r="r" b="b"/>
            <a:pathLst>
              <a:path w="177165">
                <a:moveTo>
                  <a:pt x="0" y="0"/>
                </a:moveTo>
                <a:lnTo>
                  <a:pt x="176783" y="0"/>
                </a:lnTo>
              </a:path>
            </a:pathLst>
          </a:custGeom>
          <a:ln w="45720">
            <a:solidFill>
              <a:srgbClr val="E36C09"/>
            </a:solidFill>
          </a:ln>
        </p:spPr>
        <p:txBody>
          <a:bodyPr wrap="square" lIns="0" tIns="0" rIns="0" bIns="0" rtlCol="0"/>
          <a:lstStyle/>
          <a:p>
            <a:endParaRPr/>
          </a:p>
        </p:txBody>
      </p:sp>
      <p:sp>
        <p:nvSpPr>
          <p:cNvPr id="22" name="bk object 22"/>
          <p:cNvSpPr/>
          <p:nvPr/>
        </p:nvSpPr>
        <p:spPr>
          <a:xfrm>
            <a:off x="1523" y="1082039"/>
            <a:ext cx="2529840" cy="0"/>
          </a:xfrm>
          <a:custGeom>
            <a:avLst/>
            <a:gdLst/>
            <a:ahLst/>
            <a:cxnLst/>
            <a:rect l="l" t="t" r="r" b="b"/>
            <a:pathLst>
              <a:path w="2529840">
                <a:moveTo>
                  <a:pt x="0" y="0"/>
                </a:moveTo>
                <a:lnTo>
                  <a:pt x="2529840" y="0"/>
                </a:lnTo>
              </a:path>
            </a:pathLst>
          </a:custGeom>
          <a:ln w="45720">
            <a:solidFill>
              <a:srgbClr val="E36C09"/>
            </a:solidFill>
          </a:ln>
        </p:spPr>
        <p:txBody>
          <a:bodyPr wrap="square" lIns="0" tIns="0" rIns="0" bIns="0" rtlCol="0"/>
          <a:lstStyle/>
          <a:p>
            <a:endParaRPr/>
          </a:p>
        </p:txBody>
      </p:sp>
      <p:sp>
        <p:nvSpPr>
          <p:cNvPr id="23" name="bk object 23"/>
          <p:cNvSpPr/>
          <p:nvPr/>
        </p:nvSpPr>
        <p:spPr>
          <a:xfrm>
            <a:off x="1523" y="1059180"/>
            <a:ext cx="9839325" cy="45720"/>
          </a:xfrm>
          <a:custGeom>
            <a:avLst/>
            <a:gdLst/>
            <a:ahLst/>
            <a:cxnLst/>
            <a:rect l="l" t="t" r="r" b="b"/>
            <a:pathLst>
              <a:path w="9839325" h="45719">
                <a:moveTo>
                  <a:pt x="0" y="45720"/>
                </a:moveTo>
                <a:lnTo>
                  <a:pt x="9838944" y="45720"/>
                </a:lnTo>
                <a:lnTo>
                  <a:pt x="9838944" y="0"/>
                </a:lnTo>
                <a:lnTo>
                  <a:pt x="0" y="0"/>
                </a:lnTo>
                <a:lnTo>
                  <a:pt x="0" y="45720"/>
                </a:lnTo>
                <a:close/>
              </a:path>
            </a:pathLst>
          </a:custGeom>
          <a:ln w="9144">
            <a:solidFill>
              <a:srgbClr val="FF6600"/>
            </a:solidFill>
          </a:ln>
        </p:spPr>
        <p:txBody>
          <a:bodyPr wrap="square" lIns="0" tIns="0" rIns="0" bIns="0" rtlCol="0"/>
          <a:lstStyle/>
          <a:p>
            <a:endParaRPr/>
          </a:p>
        </p:txBody>
      </p:sp>
      <p:sp>
        <p:nvSpPr>
          <p:cNvPr id="24" name="bk object 24"/>
          <p:cNvSpPr/>
          <p:nvPr/>
        </p:nvSpPr>
        <p:spPr>
          <a:xfrm>
            <a:off x="2465832" y="457200"/>
            <a:ext cx="7258684" cy="3726053"/>
          </a:xfrm>
          <a:prstGeom prst="rect">
            <a:avLst/>
          </a:prstGeom>
          <a:blipFill>
            <a:blip r:embed="rId5" cstate="print"/>
            <a:stretch>
              <a:fillRect/>
            </a:stretch>
          </a:blipFill>
        </p:spPr>
        <p:txBody>
          <a:bodyPr wrap="square" lIns="0" tIns="0" rIns="0" bIns="0" rtlCol="0"/>
          <a:lstStyle/>
          <a:p>
            <a:endParaRPr/>
          </a:p>
        </p:txBody>
      </p:sp>
      <p:sp>
        <p:nvSpPr>
          <p:cNvPr id="25" name="bk object 25"/>
          <p:cNvSpPr/>
          <p:nvPr/>
        </p:nvSpPr>
        <p:spPr>
          <a:xfrm>
            <a:off x="2531364" y="504444"/>
            <a:ext cx="7132320" cy="3599815"/>
          </a:xfrm>
          <a:custGeom>
            <a:avLst/>
            <a:gdLst/>
            <a:ahLst/>
            <a:cxnLst/>
            <a:rect l="l" t="t" r="r" b="b"/>
            <a:pathLst>
              <a:path w="7132320" h="3599815">
                <a:moveTo>
                  <a:pt x="0" y="3599687"/>
                </a:moveTo>
                <a:lnTo>
                  <a:pt x="7132320" y="3599687"/>
                </a:lnTo>
                <a:lnTo>
                  <a:pt x="7132320" y="0"/>
                </a:lnTo>
                <a:lnTo>
                  <a:pt x="0" y="0"/>
                </a:lnTo>
                <a:lnTo>
                  <a:pt x="0" y="3599687"/>
                </a:lnTo>
                <a:close/>
              </a:path>
            </a:pathLst>
          </a:custGeom>
          <a:ln w="9144">
            <a:solidFill>
              <a:srgbClr val="C7C9C9"/>
            </a:solidFill>
          </a:ln>
        </p:spPr>
        <p:txBody>
          <a:bodyPr wrap="square" lIns="0" tIns="0" rIns="0" bIns="0" rtlCol="0"/>
          <a:lstStyle/>
          <a:p>
            <a:endParaRPr/>
          </a:p>
        </p:txBody>
      </p:sp>
      <p:sp>
        <p:nvSpPr>
          <p:cNvPr id="26" name="bk object 26"/>
          <p:cNvSpPr/>
          <p:nvPr/>
        </p:nvSpPr>
        <p:spPr>
          <a:xfrm>
            <a:off x="2694432" y="667512"/>
            <a:ext cx="6803135" cy="3273552"/>
          </a:xfrm>
          <a:prstGeom prst="rect">
            <a:avLst/>
          </a:prstGeom>
          <a:blipFill>
            <a:blip r:embed="rId6" cstate="print"/>
            <a:stretch>
              <a:fillRect/>
            </a:stretch>
          </a:blipFill>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7/31/2025</a:t>
            </a:fld>
            <a:endParaRPr lang="en-US"/>
          </a:p>
        </p:txBody>
      </p:sp>
      <p:sp>
        <p:nvSpPr>
          <p:cNvPr id="4" name="Holder 4"/>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101600">
              <a:lnSpc>
                <a:spcPts val="1240"/>
              </a:lnSpc>
            </a:pPr>
            <a:fld id="{81D60167-4931-47E6-BA6A-407CBD079E47}" type="slidenum">
              <a:rPr dirty="0"/>
              <a:t>‹#›</a:t>
            </a:fld>
            <a:endParaRPr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656491"/>
            <a:ext cx="3932237" cy="1600200"/>
          </a:xfrm>
        </p:spPr>
        <p:txBody>
          <a:bodyPr anchor="b">
            <a:normAutofit/>
          </a:bodyPr>
          <a:lstStyle>
            <a:lvl1pPr>
              <a:defRPr sz="2800"/>
            </a:lvl1pPr>
          </a:lstStyle>
          <a:p>
            <a:r>
              <a:rPr lang="en-US"/>
              <a:t>Click to edit Master title style</a:t>
            </a:r>
            <a:endParaRPr lang="en-IN"/>
          </a:p>
        </p:txBody>
      </p:sp>
      <p:sp>
        <p:nvSpPr>
          <p:cNvPr id="3" name="Content Placeholder 2"/>
          <p:cNvSpPr>
            <a:spLocks noGrp="1"/>
          </p:cNvSpPr>
          <p:nvPr>
            <p:ph idx="1"/>
          </p:nvPr>
        </p:nvSpPr>
        <p:spPr>
          <a:xfrm>
            <a:off x="5183188" y="1198442"/>
            <a:ext cx="6172200" cy="4873625"/>
          </a:xfrm>
        </p:spPr>
        <p:txBody>
          <a:bodyPr>
            <a:normAutofit/>
          </a:bodyPr>
          <a:lstStyle>
            <a:lvl1pPr>
              <a:defRPr sz="24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Text Placeholder 3"/>
          <p:cNvSpPr>
            <a:spLocks noGrp="1"/>
          </p:cNvSpPr>
          <p:nvPr>
            <p:ph type="body" sz="half" idx="2"/>
          </p:nvPr>
        </p:nvSpPr>
        <p:spPr>
          <a:xfrm>
            <a:off x="839788" y="2268414"/>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solidFill>
                  <a:prstClr val="black">
                    <a:tint val="75000"/>
                  </a:prstClr>
                </a:solidFill>
              </a:rPr>
              <a:t>3/14/18</a:t>
            </a:r>
            <a:endParaRPr lang="en-IN" dirty="0">
              <a:solidFill>
                <a:prstClr val="black">
                  <a:tint val="75000"/>
                </a:prstClr>
              </a:solidFill>
            </a:endParaRPr>
          </a:p>
        </p:txBody>
      </p:sp>
      <p:sp>
        <p:nvSpPr>
          <p:cNvPr id="6" name="Footer Placeholder 5"/>
          <p:cNvSpPr>
            <a:spLocks noGrp="1"/>
          </p:cNvSpPr>
          <p:nvPr>
            <p:ph type="ftr" sz="quarter" idx="11"/>
          </p:nvPr>
        </p:nvSpPr>
        <p:spPr/>
        <p:txBody>
          <a:bodyPr/>
          <a:lstStyle/>
          <a:p>
            <a:r>
              <a:rPr lang="en-IN" dirty="0">
                <a:solidFill>
                  <a:prstClr val="black">
                    <a:tint val="75000"/>
                  </a:prstClr>
                </a:solidFill>
              </a:rPr>
              <a:t>Manipal University Jaipur</a:t>
            </a:r>
          </a:p>
        </p:txBody>
      </p:sp>
      <p:sp>
        <p:nvSpPr>
          <p:cNvPr id="7" name="Slide Number Placeholder 6"/>
          <p:cNvSpPr>
            <a:spLocks noGrp="1"/>
          </p:cNvSpPr>
          <p:nvPr>
            <p:ph type="sldNum" sz="quarter" idx="12"/>
          </p:nvPr>
        </p:nvSpPr>
        <p:spPr/>
        <p:txBody>
          <a:bodyPr/>
          <a:lstStyle/>
          <a:p>
            <a:fld id="{BF852CCF-9C18-EE4F-AF97-937D2292C2BD}"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29934379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1045330"/>
            <a:ext cx="9873373" cy="117463"/>
          </a:xfrm>
          <a:prstGeom prst="rect">
            <a:avLst/>
          </a:prstGeom>
          <a:blipFill>
            <a:blip r:embed="rId8" cstate="print"/>
            <a:stretch>
              <a:fillRect/>
            </a:stretch>
          </a:blipFill>
        </p:spPr>
        <p:txBody>
          <a:bodyPr wrap="square" lIns="0" tIns="0" rIns="0" bIns="0" rtlCol="0"/>
          <a:lstStyle/>
          <a:p>
            <a:endParaRPr/>
          </a:p>
        </p:txBody>
      </p:sp>
      <p:sp>
        <p:nvSpPr>
          <p:cNvPr id="2" name="Holder 2"/>
          <p:cNvSpPr>
            <a:spLocks noGrp="1"/>
          </p:cNvSpPr>
          <p:nvPr>
            <p:ph type="title"/>
          </p:nvPr>
        </p:nvSpPr>
        <p:spPr>
          <a:xfrm>
            <a:off x="1371981" y="2271725"/>
            <a:ext cx="9448037" cy="2202815"/>
          </a:xfrm>
          <a:prstGeom prst="rect">
            <a:avLst/>
          </a:prstGeom>
        </p:spPr>
        <p:txBody>
          <a:bodyPr wrap="square" lIns="0" tIns="0" rIns="0" bIns="0">
            <a:spAutoFit/>
          </a:bodyPr>
          <a:lstStyle>
            <a:lvl1pPr>
              <a:defRPr sz="4800" b="0" i="0">
                <a:solidFill>
                  <a:srgbClr val="2E5496"/>
                </a:solidFill>
                <a:latin typeface="Times New Roman"/>
                <a:cs typeface="Times New Roman"/>
              </a:defRPr>
            </a:lvl1pPr>
          </a:lstStyle>
          <a:p>
            <a:endParaRPr/>
          </a:p>
        </p:txBody>
      </p:sp>
      <p:sp>
        <p:nvSpPr>
          <p:cNvPr id="3" name="Holder 3"/>
          <p:cNvSpPr>
            <a:spLocks noGrp="1"/>
          </p:cNvSpPr>
          <p:nvPr>
            <p:ph type="body" idx="1"/>
          </p:nvPr>
        </p:nvSpPr>
        <p:spPr>
          <a:xfrm>
            <a:off x="834948" y="1379677"/>
            <a:ext cx="10522102" cy="196215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7/31/2025</a:t>
            </a:fld>
            <a:endParaRPr lang="en-US"/>
          </a:p>
        </p:txBody>
      </p:sp>
      <p:sp>
        <p:nvSpPr>
          <p:cNvPr id="6" name="Holder 6"/>
          <p:cNvSpPr>
            <a:spLocks noGrp="1"/>
          </p:cNvSpPr>
          <p:nvPr>
            <p:ph type="sldNum" sz="quarter" idx="7"/>
          </p:nvPr>
        </p:nvSpPr>
        <p:spPr>
          <a:xfrm>
            <a:off x="11087354" y="6595440"/>
            <a:ext cx="204470" cy="178434"/>
          </a:xfrm>
          <a:prstGeom prst="rect">
            <a:avLst/>
          </a:prstGeom>
        </p:spPr>
        <p:txBody>
          <a:bodyPr wrap="square" lIns="0" tIns="0" rIns="0" bIns="0">
            <a:spAutoFit/>
          </a:bodyPr>
          <a:lstStyle>
            <a:lvl1pPr>
              <a:defRPr sz="1200" b="0" i="0">
                <a:solidFill>
                  <a:srgbClr val="888888"/>
                </a:solidFill>
                <a:latin typeface="Calibri"/>
                <a:cs typeface="Calibri"/>
              </a:defRPr>
            </a:lvl1pPr>
          </a:lstStyle>
          <a:p>
            <a:pPr marL="101600">
              <a:lnSpc>
                <a:spcPts val="1240"/>
              </a:lnSpc>
            </a:pPr>
            <a:fld id="{81D60167-4931-47E6-BA6A-407CBD079E47}" type="slidenum">
              <a:rPr dirty="0"/>
              <a:t>‹#›</a:t>
            </a:fld>
            <a:endParaRPr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23088" y="320040"/>
            <a:ext cx="11549380" cy="6217920"/>
          </a:xfrm>
          <a:custGeom>
            <a:avLst/>
            <a:gdLst/>
            <a:ahLst/>
            <a:cxnLst/>
            <a:rect l="l" t="t" r="r" b="b"/>
            <a:pathLst>
              <a:path w="11549380" h="6217920">
                <a:moveTo>
                  <a:pt x="0" y="6217920"/>
                </a:moveTo>
                <a:lnTo>
                  <a:pt x="11548872" y="6217920"/>
                </a:lnTo>
                <a:lnTo>
                  <a:pt x="11548872" y="0"/>
                </a:lnTo>
                <a:lnTo>
                  <a:pt x="0" y="0"/>
                </a:lnTo>
                <a:lnTo>
                  <a:pt x="0" y="6217920"/>
                </a:lnTo>
                <a:close/>
              </a:path>
            </a:pathLst>
          </a:custGeom>
          <a:solidFill>
            <a:srgbClr val="000000">
              <a:alpha val="7843"/>
            </a:srgbClr>
          </a:solidFill>
        </p:spPr>
        <p:txBody>
          <a:bodyPr wrap="square" lIns="0" tIns="0" rIns="0" bIns="0" rtlCol="0"/>
          <a:lstStyle/>
          <a:p>
            <a:endParaRPr/>
          </a:p>
        </p:txBody>
      </p:sp>
      <p:sp>
        <p:nvSpPr>
          <p:cNvPr id="3" name="object 3"/>
          <p:cNvSpPr/>
          <p:nvPr/>
        </p:nvSpPr>
        <p:spPr>
          <a:xfrm>
            <a:off x="4654296" y="2057400"/>
            <a:ext cx="0" cy="2743200"/>
          </a:xfrm>
          <a:custGeom>
            <a:avLst/>
            <a:gdLst/>
            <a:ahLst/>
            <a:cxnLst/>
            <a:rect l="l" t="t" r="r" b="b"/>
            <a:pathLst>
              <a:path h="2743200">
                <a:moveTo>
                  <a:pt x="0" y="0"/>
                </a:moveTo>
                <a:lnTo>
                  <a:pt x="0" y="2743200"/>
                </a:lnTo>
              </a:path>
            </a:pathLst>
          </a:custGeom>
          <a:ln w="18288">
            <a:solidFill>
              <a:srgbClr val="252525"/>
            </a:solidFill>
          </a:ln>
        </p:spPr>
        <p:txBody>
          <a:bodyPr wrap="square" lIns="0" tIns="0" rIns="0" bIns="0" rtlCol="0"/>
          <a:lstStyle/>
          <a:p>
            <a:endParaRPr/>
          </a:p>
        </p:txBody>
      </p:sp>
      <p:sp>
        <p:nvSpPr>
          <p:cNvPr id="4" name="object 4"/>
          <p:cNvSpPr txBox="1">
            <a:spLocks noGrp="1"/>
          </p:cNvSpPr>
          <p:nvPr>
            <p:ph type="title"/>
          </p:nvPr>
        </p:nvSpPr>
        <p:spPr>
          <a:xfrm>
            <a:off x="1409891" y="2677122"/>
            <a:ext cx="9372217" cy="1429879"/>
          </a:xfrm>
          <a:prstGeom prst="rect">
            <a:avLst/>
          </a:prstGeom>
        </p:spPr>
        <p:txBody>
          <a:bodyPr vert="horz" wrap="square" lIns="0" tIns="95250" rIns="0" bIns="0" rtlCol="0">
            <a:spAutoFit/>
          </a:bodyPr>
          <a:lstStyle/>
          <a:p>
            <a:pPr marL="3696335" marR="5080">
              <a:lnSpc>
                <a:spcPts val="5190"/>
              </a:lnSpc>
              <a:spcBef>
                <a:spcPts val="750"/>
              </a:spcBef>
            </a:pPr>
            <a:r>
              <a:rPr lang="en-US" dirty="0">
                <a:solidFill>
                  <a:srgbClr val="3366CC"/>
                </a:solidFill>
              </a:rPr>
              <a:t>Molding and core making</a:t>
            </a:r>
            <a:endParaRPr spc="-60" dirty="0"/>
          </a:p>
        </p:txBody>
      </p:sp>
      <p:sp>
        <p:nvSpPr>
          <p:cNvPr id="5" name="object 5"/>
          <p:cNvSpPr/>
          <p:nvPr/>
        </p:nvSpPr>
        <p:spPr>
          <a:xfrm>
            <a:off x="11204702" y="6175667"/>
            <a:ext cx="49530" cy="85725"/>
          </a:xfrm>
          <a:custGeom>
            <a:avLst/>
            <a:gdLst/>
            <a:ahLst/>
            <a:cxnLst/>
            <a:rect l="l" t="t" r="r" b="b"/>
            <a:pathLst>
              <a:path w="49529" h="85725">
                <a:moveTo>
                  <a:pt x="47244" y="76301"/>
                </a:moveTo>
                <a:lnTo>
                  <a:pt x="2286" y="76301"/>
                </a:lnTo>
                <a:lnTo>
                  <a:pt x="2031" y="76390"/>
                </a:lnTo>
                <a:lnTo>
                  <a:pt x="1777" y="76593"/>
                </a:lnTo>
                <a:lnTo>
                  <a:pt x="1397" y="76784"/>
                </a:lnTo>
                <a:lnTo>
                  <a:pt x="1270" y="77076"/>
                </a:lnTo>
                <a:lnTo>
                  <a:pt x="762" y="77812"/>
                </a:lnTo>
                <a:lnTo>
                  <a:pt x="634" y="78282"/>
                </a:lnTo>
                <a:lnTo>
                  <a:pt x="380" y="79413"/>
                </a:lnTo>
                <a:lnTo>
                  <a:pt x="380" y="82410"/>
                </a:lnTo>
                <a:lnTo>
                  <a:pt x="634" y="83540"/>
                </a:lnTo>
                <a:lnTo>
                  <a:pt x="889" y="83997"/>
                </a:lnTo>
                <a:lnTo>
                  <a:pt x="1143" y="84353"/>
                </a:lnTo>
                <a:lnTo>
                  <a:pt x="1270" y="84696"/>
                </a:lnTo>
                <a:lnTo>
                  <a:pt x="1524" y="84950"/>
                </a:lnTo>
                <a:lnTo>
                  <a:pt x="2031" y="85255"/>
                </a:lnTo>
                <a:lnTo>
                  <a:pt x="2413" y="85331"/>
                </a:lnTo>
                <a:lnTo>
                  <a:pt x="47244" y="85331"/>
                </a:lnTo>
                <a:lnTo>
                  <a:pt x="48768" y="83997"/>
                </a:lnTo>
                <a:lnTo>
                  <a:pt x="49022" y="83540"/>
                </a:lnTo>
                <a:lnTo>
                  <a:pt x="49275" y="82410"/>
                </a:lnTo>
                <a:lnTo>
                  <a:pt x="49275" y="79413"/>
                </a:lnTo>
                <a:lnTo>
                  <a:pt x="48895" y="77812"/>
                </a:lnTo>
                <a:lnTo>
                  <a:pt x="48641" y="77444"/>
                </a:lnTo>
                <a:lnTo>
                  <a:pt x="48514" y="77076"/>
                </a:lnTo>
                <a:lnTo>
                  <a:pt x="48259" y="76784"/>
                </a:lnTo>
                <a:lnTo>
                  <a:pt x="47878" y="76593"/>
                </a:lnTo>
                <a:lnTo>
                  <a:pt x="47625" y="76390"/>
                </a:lnTo>
                <a:lnTo>
                  <a:pt x="47244" y="76301"/>
                </a:lnTo>
                <a:close/>
              </a:path>
              <a:path w="49529" h="85725">
                <a:moveTo>
                  <a:pt x="31623" y="11861"/>
                </a:moveTo>
                <a:lnTo>
                  <a:pt x="20320" y="11861"/>
                </a:lnTo>
                <a:lnTo>
                  <a:pt x="20320" y="76301"/>
                </a:lnTo>
                <a:lnTo>
                  <a:pt x="31623" y="76301"/>
                </a:lnTo>
                <a:lnTo>
                  <a:pt x="31623" y="11861"/>
                </a:lnTo>
                <a:close/>
              </a:path>
              <a:path w="49529" h="85725">
                <a:moveTo>
                  <a:pt x="27431" y="0"/>
                </a:moveTo>
                <a:lnTo>
                  <a:pt x="21463" y="787"/>
                </a:lnTo>
                <a:lnTo>
                  <a:pt x="1904" y="13296"/>
                </a:lnTo>
                <a:lnTo>
                  <a:pt x="1143" y="13817"/>
                </a:lnTo>
                <a:lnTo>
                  <a:pt x="889" y="14084"/>
                </a:lnTo>
                <a:lnTo>
                  <a:pt x="762" y="14350"/>
                </a:lnTo>
                <a:lnTo>
                  <a:pt x="507" y="14655"/>
                </a:lnTo>
                <a:lnTo>
                  <a:pt x="126" y="15786"/>
                </a:lnTo>
                <a:lnTo>
                  <a:pt x="0" y="20040"/>
                </a:lnTo>
                <a:lnTo>
                  <a:pt x="253" y="21348"/>
                </a:lnTo>
                <a:lnTo>
                  <a:pt x="507" y="21818"/>
                </a:lnTo>
                <a:lnTo>
                  <a:pt x="762" y="22110"/>
                </a:lnTo>
                <a:lnTo>
                  <a:pt x="1143" y="22390"/>
                </a:lnTo>
                <a:lnTo>
                  <a:pt x="1524" y="22491"/>
                </a:lnTo>
                <a:lnTo>
                  <a:pt x="2540" y="22313"/>
                </a:lnTo>
                <a:lnTo>
                  <a:pt x="3175" y="22047"/>
                </a:lnTo>
                <a:lnTo>
                  <a:pt x="3937" y="21615"/>
                </a:lnTo>
                <a:lnTo>
                  <a:pt x="20320" y="11861"/>
                </a:lnTo>
                <a:lnTo>
                  <a:pt x="31623" y="11861"/>
                </a:lnTo>
                <a:lnTo>
                  <a:pt x="31623" y="1320"/>
                </a:lnTo>
                <a:lnTo>
                  <a:pt x="31369" y="1092"/>
                </a:lnTo>
                <a:lnTo>
                  <a:pt x="31242" y="850"/>
                </a:lnTo>
                <a:lnTo>
                  <a:pt x="30988" y="647"/>
                </a:lnTo>
                <a:lnTo>
                  <a:pt x="30225" y="342"/>
                </a:lnTo>
                <a:lnTo>
                  <a:pt x="29718" y="228"/>
                </a:lnTo>
                <a:lnTo>
                  <a:pt x="28321" y="50"/>
                </a:lnTo>
                <a:lnTo>
                  <a:pt x="27431" y="0"/>
                </a:lnTo>
                <a:close/>
              </a:path>
            </a:pathLst>
          </a:custGeom>
          <a:solidFill>
            <a:srgbClr val="000000">
              <a:alpha val="79998"/>
            </a:srgbClr>
          </a:solidFill>
        </p:spPr>
        <p:txBody>
          <a:bodyPr wrap="square" lIns="0" tIns="0" rIns="0" bIns="0" rtlCol="0"/>
          <a:lstStyle/>
          <a:p>
            <a:endParaRPr/>
          </a:p>
        </p:txBody>
      </p:sp>
      <p:sp>
        <p:nvSpPr>
          <p:cNvPr id="6" name="object 4">
            <a:extLst>
              <a:ext uri="{FF2B5EF4-FFF2-40B4-BE49-F238E27FC236}">
                <a16:creationId xmlns:a16="http://schemas.microsoft.com/office/drawing/2014/main" id="{DD0A4B27-CA26-7C2F-BB7E-F1E69664A6D2}"/>
              </a:ext>
            </a:extLst>
          </p:cNvPr>
          <p:cNvSpPr txBox="1">
            <a:spLocks/>
          </p:cNvSpPr>
          <p:nvPr/>
        </p:nvSpPr>
        <p:spPr>
          <a:xfrm>
            <a:off x="438467" y="2665971"/>
            <a:ext cx="4100450" cy="763029"/>
          </a:xfrm>
          <a:prstGeom prst="rect">
            <a:avLst/>
          </a:prstGeom>
        </p:spPr>
        <p:txBody>
          <a:bodyPr vert="horz" wrap="square" lIns="0" tIns="95250" rIns="0" bIns="0" rtlCol="0">
            <a:spAutoFit/>
          </a:bodyPr>
          <a:lstStyle>
            <a:lvl1pPr>
              <a:defRPr sz="4800" b="0" i="0">
                <a:solidFill>
                  <a:srgbClr val="2E5496"/>
                </a:solidFill>
                <a:latin typeface="Times New Roman"/>
                <a:ea typeface="+mj-ea"/>
                <a:cs typeface="Times New Roman"/>
              </a:defRPr>
            </a:lvl1pPr>
          </a:lstStyle>
          <a:p>
            <a:pPr marL="3695700" marR="5080" indent="-2803525">
              <a:lnSpc>
                <a:spcPts val="5190"/>
              </a:lnSpc>
              <a:spcBef>
                <a:spcPts val="750"/>
              </a:spcBef>
            </a:pPr>
            <a:r>
              <a:rPr lang="en-US" kern="0" dirty="0">
                <a:solidFill>
                  <a:srgbClr val="3366CC"/>
                </a:solidFill>
              </a:rPr>
              <a:t>Lecture 4</a:t>
            </a:r>
            <a:endParaRPr lang="en-US" kern="0" spc="-6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EAFE203F-48CF-F96F-E8E1-55AC5690B1BF}"/>
              </a:ext>
            </a:extLst>
          </p:cNvPr>
          <p:cNvSpPr>
            <a:spLocks noGrp="1" noChangeArrowheads="1"/>
          </p:cNvSpPr>
          <p:nvPr>
            <p:ph type="title"/>
          </p:nvPr>
        </p:nvSpPr>
        <p:spPr>
          <a:xfrm>
            <a:off x="2362200" y="304800"/>
            <a:ext cx="7239000" cy="533400"/>
          </a:xfrm>
          <a:noFill/>
        </p:spPr>
        <p:txBody>
          <a:bodyPr>
            <a:noAutofit/>
          </a:bodyPr>
          <a:lstStyle/>
          <a:p>
            <a:pPr algn="l" eaLnBrk="1" hangingPunct="1"/>
            <a:r>
              <a:rPr lang="en-US" sz="4000" b="1" dirty="0">
                <a:solidFill>
                  <a:schemeClr val="accent1">
                    <a:lumMod val="50000"/>
                  </a:schemeClr>
                </a:solidFill>
              </a:rPr>
              <a:t>Conventional Molding Process</a:t>
            </a:r>
          </a:p>
        </p:txBody>
      </p:sp>
      <p:sp>
        <p:nvSpPr>
          <p:cNvPr id="6" name="Rectangle 2">
            <a:extLst>
              <a:ext uri="{FF2B5EF4-FFF2-40B4-BE49-F238E27FC236}">
                <a16:creationId xmlns:a16="http://schemas.microsoft.com/office/drawing/2014/main" id="{DD4BBC49-A308-FA6C-7007-AC803C3698DA}"/>
              </a:ext>
            </a:extLst>
          </p:cNvPr>
          <p:cNvSpPr txBox="1">
            <a:spLocks noChangeArrowheads="1"/>
          </p:cNvSpPr>
          <p:nvPr/>
        </p:nvSpPr>
        <p:spPr>
          <a:xfrm>
            <a:off x="990600" y="1371600"/>
            <a:ext cx="10439400" cy="4724400"/>
          </a:xfrm>
          <a:prstGeom prst="rect">
            <a:avLst/>
          </a:prstGeom>
          <a:noFill/>
        </p:spPr>
        <p:txBody>
          <a:bodyPr wrap="square" lIns="0" tIns="0" rIns="0" bIns="0">
            <a:noAutofit/>
          </a:bodyPr>
          <a:lstStyle>
            <a:lvl1pPr>
              <a:defRPr sz="4800" b="0" i="0">
                <a:solidFill>
                  <a:srgbClr val="2E5496"/>
                </a:solidFill>
                <a:latin typeface="Times New Roman"/>
                <a:ea typeface="+mj-ea"/>
                <a:cs typeface="Times New Roman"/>
              </a:defRPr>
            </a:lvl1pPr>
          </a:lstStyle>
          <a:p>
            <a:pPr marL="90170" indent="-90170">
              <a:lnSpc>
                <a:spcPct val="115000"/>
              </a:lnSpc>
              <a:spcBef>
                <a:spcPts val="1200"/>
              </a:spcBef>
            </a:pPr>
            <a:r>
              <a:rPr lang="en-US" sz="3200" b="1" u="sng" dirty="0">
                <a:solidFill>
                  <a:srgbClr val="C00000"/>
                </a:solidFill>
                <a:ea typeface="Times New Roman"/>
                <a:cs typeface="Arial"/>
              </a:rPr>
              <a:t>Green Sand Molding</a:t>
            </a:r>
            <a:endParaRPr lang="en-US" sz="3200" dirty="0">
              <a:solidFill>
                <a:srgbClr val="C00000"/>
              </a:solidFill>
              <a:ea typeface="Times New Roman"/>
              <a:cs typeface="Arial"/>
            </a:endParaRPr>
          </a:p>
          <a:p>
            <a:pPr algn="just">
              <a:lnSpc>
                <a:spcPct val="115000"/>
              </a:lnSpc>
              <a:spcAft>
                <a:spcPts val="1000"/>
              </a:spcAft>
            </a:pPr>
            <a:r>
              <a:rPr lang="en-US" sz="3200" dirty="0">
                <a:solidFill>
                  <a:schemeClr val="tx1"/>
                </a:solidFill>
                <a:ea typeface="Times New Roman"/>
                <a:cs typeface="Arial"/>
              </a:rPr>
              <a:t>Green sand is the most diversified molding method used in metal casting operations. The process utilizes a mold made of compressed or compacted moist sand. The term "green" denotes the presence of moisture in the molding sand. The mold material consists of silica sand mixed with a suitable bonding agent (usually clay) and moisture.</a:t>
            </a:r>
          </a:p>
        </p:txBody>
      </p:sp>
    </p:spTree>
    <p:extLst>
      <p:ext uri="{BB962C8B-B14F-4D97-AF65-F5344CB8AC3E}">
        <p14:creationId xmlns:p14="http://schemas.microsoft.com/office/powerpoint/2010/main" val="15176561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7900BF6F-9873-7DAF-F65C-0F2F01D0ACB9}"/>
              </a:ext>
            </a:extLst>
          </p:cNvPr>
          <p:cNvSpPr txBox="1">
            <a:spLocks noChangeArrowheads="1"/>
          </p:cNvSpPr>
          <p:nvPr/>
        </p:nvSpPr>
        <p:spPr>
          <a:xfrm>
            <a:off x="2362200" y="304800"/>
            <a:ext cx="7239000" cy="533400"/>
          </a:xfrm>
          <a:prstGeom prst="rect">
            <a:avLst/>
          </a:prstGeom>
          <a:noFill/>
        </p:spPr>
        <p:txBody>
          <a:bodyPr wrap="square" lIns="0" tIns="0" rIns="0" bIns="0">
            <a:noAutofit/>
          </a:bodyPr>
          <a:lstStyle>
            <a:lvl1pPr>
              <a:defRPr sz="4800" b="0" i="0">
                <a:solidFill>
                  <a:srgbClr val="2E5496"/>
                </a:solidFill>
                <a:latin typeface="Times New Roman"/>
                <a:ea typeface="+mj-ea"/>
                <a:cs typeface="Times New Roman"/>
              </a:defRPr>
            </a:lvl1pPr>
          </a:lstStyle>
          <a:p>
            <a:pPr algn="l"/>
            <a:r>
              <a:rPr lang="en-US" sz="4000" b="1" kern="0" dirty="0">
                <a:solidFill>
                  <a:schemeClr val="accent1">
                    <a:lumMod val="50000"/>
                  </a:schemeClr>
                </a:solidFill>
              </a:rPr>
              <a:t>Green Sand Molding</a:t>
            </a:r>
          </a:p>
        </p:txBody>
      </p:sp>
      <p:sp>
        <p:nvSpPr>
          <p:cNvPr id="5" name="Rectangle 4">
            <a:extLst>
              <a:ext uri="{FF2B5EF4-FFF2-40B4-BE49-F238E27FC236}">
                <a16:creationId xmlns:a16="http://schemas.microsoft.com/office/drawing/2014/main" id="{9E92670D-89F5-F49E-4A52-3B9ED762CC2A}"/>
              </a:ext>
            </a:extLst>
          </p:cNvPr>
          <p:cNvSpPr/>
          <p:nvPr/>
        </p:nvSpPr>
        <p:spPr>
          <a:xfrm>
            <a:off x="838200" y="1143000"/>
            <a:ext cx="10896600" cy="5656677"/>
          </a:xfrm>
          <a:prstGeom prst="rect">
            <a:avLst/>
          </a:prstGeom>
        </p:spPr>
        <p:txBody>
          <a:bodyPr wrap="square">
            <a:spAutoFit/>
          </a:bodyPr>
          <a:lstStyle/>
          <a:p>
            <a:pPr>
              <a:lnSpc>
                <a:spcPct val="115000"/>
              </a:lnSpc>
              <a:spcAft>
                <a:spcPts val="1000"/>
              </a:spcAft>
            </a:pPr>
            <a:r>
              <a:rPr lang="en-US" sz="3200" b="1" dirty="0">
                <a:solidFill>
                  <a:srgbClr val="C00000"/>
                </a:solidFill>
                <a:latin typeface="Times New Roman" pitchFamily="18" charset="0"/>
                <a:ea typeface="Times New Roman"/>
                <a:cs typeface="Times New Roman" pitchFamily="18" charset="0"/>
              </a:rPr>
              <a:t>Advantages</a:t>
            </a:r>
            <a:endParaRPr lang="en-US" sz="3200" dirty="0">
              <a:solidFill>
                <a:srgbClr val="C00000"/>
              </a:solidFill>
              <a:latin typeface="Times New Roman" pitchFamily="18" charset="0"/>
              <a:ea typeface="Times New Roman"/>
              <a:cs typeface="Times New Roman" pitchFamily="18" charset="0"/>
            </a:endParaRPr>
          </a:p>
          <a:p>
            <a:pPr marL="342900" lvl="0" indent="-342900">
              <a:lnSpc>
                <a:spcPct val="115000"/>
              </a:lnSpc>
              <a:spcAft>
                <a:spcPts val="1000"/>
              </a:spcAft>
              <a:buFont typeface="+mj-lt"/>
              <a:buAutoNum type="arabicPeriod"/>
              <a:tabLst>
                <a:tab pos="457200" algn="l"/>
              </a:tabLst>
            </a:pPr>
            <a:r>
              <a:rPr lang="en-US" sz="3200" dirty="0">
                <a:latin typeface="Times New Roman"/>
                <a:ea typeface="Times New Roman"/>
                <a:cs typeface="Arial"/>
              </a:rPr>
              <a:t>Most metals can be cast by this method. </a:t>
            </a:r>
            <a:endParaRPr lang="en-US" sz="3200" dirty="0">
              <a:ea typeface="Times New Roman"/>
              <a:cs typeface="Arial"/>
            </a:endParaRPr>
          </a:p>
          <a:p>
            <a:pPr marL="342900" lvl="0" indent="-342900">
              <a:lnSpc>
                <a:spcPct val="115000"/>
              </a:lnSpc>
              <a:spcAft>
                <a:spcPts val="1000"/>
              </a:spcAft>
              <a:buFont typeface="+mj-lt"/>
              <a:buAutoNum type="arabicPeriod"/>
              <a:tabLst>
                <a:tab pos="457200" algn="l"/>
              </a:tabLst>
            </a:pPr>
            <a:r>
              <a:rPr lang="en-US" sz="3200" dirty="0">
                <a:latin typeface="Times New Roman"/>
                <a:ea typeface="Times New Roman"/>
                <a:cs typeface="Arial"/>
              </a:rPr>
              <a:t>Pattern costs and material costs are relatively low. </a:t>
            </a:r>
          </a:p>
          <a:p>
            <a:pPr marL="342900" lvl="0" indent="-342900">
              <a:lnSpc>
                <a:spcPct val="115000"/>
              </a:lnSpc>
              <a:spcAft>
                <a:spcPts val="1000"/>
              </a:spcAft>
              <a:buFont typeface="+mj-lt"/>
              <a:buAutoNum type="arabicPeriod"/>
              <a:tabLst>
                <a:tab pos="457200" algn="l"/>
              </a:tabLst>
            </a:pPr>
            <a:r>
              <a:rPr lang="en-US" sz="3200" dirty="0">
                <a:latin typeface="Times New Roman"/>
                <a:ea typeface="Times New Roman"/>
                <a:cs typeface="Arial"/>
              </a:rPr>
              <a:t>No Limitation with respect to size of casting and type of metal or alloy used </a:t>
            </a:r>
          </a:p>
          <a:p>
            <a:pPr>
              <a:lnSpc>
                <a:spcPct val="115000"/>
              </a:lnSpc>
              <a:spcAft>
                <a:spcPts val="1000"/>
              </a:spcAft>
            </a:pPr>
            <a:r>
              <a:rPr lang="en-US" sz="3200" b="1" dirty="0">
                <a:solidFill>
                  <a:srgbClr val="C00000"/>
                </a:solidFill>
                <a:latin typeface="Times New Roman" pitchFamily="18" charset="0"/>
                <a:ea typeface="Times New Roman"/>
                <a:cs typeface="Times New Roman" pitchFamily="18" charset="0"/>
              </a:rPr>
              <a:t>Disadvantages</a:t>
            </a:r>
            <a:br>
              <a:rPr lang="en-US" sz="3200" b="1" dirty="0">
                <a:latin typeface="Times New Roman"/>
                <a:ea typeface="Times New Roman"/>
                <a:cs typeface="Arial"/>
              </a:rPr>
            </a:br>
            <a:r>
              <a:rPr lang="en-US" sz="3200" dirty="0">
                <a:latin typeface="Times New Roman"/>
                <a:ea typeface="Times New Roman"/>
                <a:cs typeface="Arial"/>
              </a:rPr>
              <a:t>Surface Finish of the castings obtained by this process is not good and machining is often required to achieve the finished product. </a:t>
            </a:r>
          </a:p>
        </p:txBody>
      </p:sp>
    </p:spTree>
    <p:extLst>
      <p:ext uri="{BB962C8B-B14F-4D97-AF65-F5344CB8AC3E}">
        <p14:creationId xmlns:p14="http://schemas.microsoft.com/office/powerpoint/2010/main" val="38800047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circle(in)">
                                      <p:cBhvr>
                                        <p:cTn id="7" dur="2000"/>
                                        <p:tgtEl>
                                          <p:spTgt spid="5">
                                            <p:txEl>
                                              <p:pRg st="0" end="0"/>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barn(inVertical)">
                                      <p:cBhvr>
                                        <p:cTn id="10" dur="2000"/>
                                        <p:tgtEl>
                                          <p:spTgt spid="5">
                                            <p:txEl>
                                              <p:pRg st="1" end="1"/>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Effect transition="in" filter="barn(inVertical)">
                                      <p:cBhvr>
                                        <p:cTn id="13" dur="4000"/>
                                        <p:tgtEl>
                                          <p:spTgt spid="5">
                                            <p:txEl>
                                              <p:pRg st="2" end="2"/>
                                            </p:txEl>
                                          </p:spTgt>
                                        </p:tgtEl>
                                      </p:cBhvr>
                                    </p:animEffect>
                                  </p:childTnLst>
                                </p:cTn>
                              </p:par>
                              <p:par>
                                <p:cTn id="14" presetID="16" presetClass="entr" presetSubtype="21" fill="hold" nodeType="withEffect">
                                  <p:stCondLst>
                                    <p:cond delay="0"/>
                                  </p:stCondLst>
                                  <p:childTnLst>
                                    <p:set>
                                      <p:cBhvr>
                                        <p:cTn id="15" dur="1" fill="hold">
                                          <p:stCondLst>
                                            <p:cond delay="0"/>
                                          </p:stCondLst>
                                        </p:cTn>
                                        <p:tgtEl>
                                          <p:spTgt spid="5">
                                            <p:txEl>
                                              <p:pRg st="3" end="3"/>
                                            </p:txEl>
                                          </p:spTgt>
                                        </p:tgtEl>
                                        <p:attrNameLst>
                                          <p:attrName>style.visibility</p:attrName>
                                        </p:attrNameLst>
                                      </p:cBhvr>
                                      <p:to>
                                        <p:strVal val="visible"/>
                                      </p:to>
                                    </p:set>
                                    <p:animEffect transition="in" filter="barn(inVertical)">
                                      <p:cBhvr>
                                        <p:cTn id="16" dur="6000"/>
                                        <p:tgtEl>
                                          <p:spTgt spid="5">
                                            <p:txEl>
                                              <p:pRg st="3" end="3"/>
                                            </p:txEl>
                                          </p:spTgt>
                                        </p:tgtEl>
                                      </p:cBhvr>
                                    </p:animEffect>
                                  </p:childTnLst>
                                </p:cTn>
                              </p:par>
                              <p:par>
                                <p:cTn id="17" presetID="14" presetClass="entr" presetSubtype="10" fill="hold" nodeType="with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animEffect transition="in" filter="randombar(horizontal)">
                                      <p:cBhvr>
                                        <p:cTn id="19" dur="110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C5BCEE0-A62D-FCD5-AF16-12EC2DC1AEFD}"/>
              </a:ext>
            </a:extLst>
          </p:cNvPr>
          <p:cNvSpPr/>
          <p:nvPr/>
        </p:nvSpPr>
        <p:spPr>
          <a:xfrm>
            <a:off x="457200" y="1066801"/>
            <a:ext cx="11125200" cy="3410421"/>
          </a:xfrm>
          <a:prstGeom prst="rect">
            <a:avLst/>
          </a:prstGeom>
        </p:spPr>
        <p:txBody>
          <a:bodyPr wrap="square">
            <a:spAutoFit/>
          </a:bodyPr>
          <a:lstStyle/>
          <a:p>
            <a:pPr marL="342900" lvl="0" indent="-342900" algn="just">
              <a:lnSpc>
                <a:spcPct val="115000"/>
              </a:lnSpc>
              <a:spcAft>
                <a:spcPts val="1000"/>
              </a:spcAft>
              <a:buSzPts val="1000"/>
              <a:buFont typeface="Symbol"/>
              <a:buChar char=""/>
              <a:tabLst>
                <a:tab pos="180340" algn="l"/>
              </a:tabLst>
            </a:pPr>
            <a:r>
              <a:rPr lang="en-US" sz="2800" dirty="0">
                <a:latin typeface="Times New Roman" panose="02020603050405020304" pitchFamily="18" charset="0"/>
                <a:ea typeface="Times New Roman"/>
                <a:cs typeface="Times New Roman" panose="02020603050405020304" pitchFamily="18" charset="0"/>
              </a:rPr>
              <a:t>The first step in making mold is to place the pattern on the molding board.</a:t>
            </a:r>
          </a:p>
          <a:p>
            <a:pPr marL="342900" lvl="0" indent="-342900" algn="just">
              <a:lnSpc>
                <a:spcPct val="115000"/>
              </a:lnSpc>
              <a:spcAft>
                <a:spcPts val="1000"/>
              </a:spcAft>
              <a:buSzPts val="1000"/>
              <a:buFont typeface="Symbol"/>
              <a:buChar char=""/>
              <a:tabLst>
                <a:tab pos="180340" algn="l"/>
              </a:tabLst>
            </a:pPr>
            <a:r>
              <a:rPr lang="en-US" sz="2800" dirty="0">
                <a:latin typeface="Times New Roman" panose="02020603050405020304" pitchFamily="18" charset="0"/>
                <a:ea typeface="Times New Roman"/>
                <a:cs typeface="Times New Roman" panose="02020603050405020304" pitchFamily="18" charset="0"/>
              </a:rPr>
              <a:t>The drag is placed on the board </a:t>
            </a:r>
          </a:p>
          <a:p>
            <a:pPr marL="342900" lvl="0" indent="-342900" algn="just">
              <a:lnSpc>
                <a:spcPct val="115000"/>
              </a:lnSpc>
              <a:spcAft>
                <a:spcPts val="1000"/>
              </a:spcAft>
              <a:buSzPts val="1000"/>
              <a:buFont typeface="Symbol"/>
              <a:buChar char=""/>
              <a:tabLst>
                <a:tab pos="180340" algn="l"/>
              </a:tabLst>
            </a:pPr>
            <a:r>
              <a:rPr lang="en-US" sz="2800" dirty="0">
                <a:latin typeface="Times New Roman" panose="02020603050405020304" pitchFamily="18" charset="0"/>
                <a:ea typeface="Times New Roman"/>
                <a:cs typeface="Times New Roman" panose="02020603050405020304" pitchFamily="18" charset="0"/>
              </a:rPr>
              <a:t>Dry facing sand is sprinkled over the board and pattern to provide a non sticky layer. </a:t>
            </a:r>
          </a:p>
          <a:p>
            <a:pPr marL="342900" lvl="0" indent="-342900" algn="just">
              <a:lnSpc>
                <a:spcPct val="115000"/>
              </a:lnSpc>
              <a:spcAft>
                <a:spcPts val="1000"/>
              </a:spcAft>
              <a:buSzPts val="1000"/>
              <a:buFont typeface="Symbol"/>
              <a:buChar char=""/>
              <a:tabLst>
                <a:tab pos="180340" algn="l"/>
              </a:tabLst>
            </a:pPr>
            <a:r>
              <a:rPr lang="en-US" sz="2800" dirty="0">
                <a:latin typeface="Times New Roman" panose="02020603050405020304" pitchFamily="18" charset="0"/>
                <a:ea typeface="Times New Roman"/>
                <a:cs typeface="Times New Roman" panose="02020603050405020304" pitchFamily="18" charset="0"/>
              </a:rPr>
              <a:t>Molding sand is then riddled in to cover the pattern with the fingers; then the drag is completely filled. </a:t>
            </a:r>
          </a:p>
        </p:txBody>
      </p:sp>
      <p:pic>
        <p:nvPicPr>
          <p:cNvPr id="5" name="صورة 4" descr="1.bmp">
            <a:extLst>
              <a:ext uri="{FF2B5EF4-FFF2-40B4-BE49-F238E27FC236}">
                <a16:creationId xmlns:a16="http://schemas.microsoft.com/office/drawing/2014/main" id="{D80C76CB-01D8-B393-6710-F8D1511E5E6C}"/>
              </a:ext>
            </a:extLst>
          </p:cNvPr>
          <p:cNvPicPr/>
          <p:nvPr/>
        </p:nvPicPr>
        <p:blipFill>
          <a:blip r:embed="rId2"/>
          <a:srcRect l="9283" t="20015" r="7595" b="26691"/>
          <a:stretch>
            <a:fillRect/>
          </a:stretch>
        </p:blipFill>
        <p:spPr>
          <a:xfrm>
            <a:off x="3124200" y="4572000"/>
            <a:ext cx="5181600" cy="2104708"/>
          </a:xfrm>
          <a:prstGeom prst="rect">
            <a:avLst/>
          </a:prstGeom>
        </p:spPr>
      </p:pic>
      <p:sp>
        <p:nvSpPr>
          <p:cNvPr id="6" name="Rectangle 2">
            <a:extLst>
              <a:ext uri="{FF2B5EF4-FFF2-40B4-BE49-F238E27FC236}">
                <a16:creationId xmlns:a16="http://schemas.microsoft.com/office/drawing/2014/main" id="{9A3E1861-0D0D-D386-1514-9AC9EA6DA514}"/>
              </a:ext>
            </a:extLst>
          </p:cNvPr>
          <p:cNvSpPr txBox="1">
            <a:spLocks noChangeArrowheads="1"/>
          </p:cNvSpPr>
          <p:nvPr/>
        </p:nvSpPr>
        <p:spPr>
          <a:xfrm>
            <a:off x="2362200" y="304800"/>
            <a:ext cx="7239000" cy="533400"/>
          </a:xfrm>
          <a:prstGeom prst="rect">
            <a:avLst/>
          </a:prstGeom>
          <a:noFill/>
        </p:spPr>
        <p:txBody>
          <a:bodyPr wrap="square" lIns="0" tIns="0" rIns="0" bIns="0">
            <a:noAutofit/>
          </a:bodyPr>
          <a:lstStyle>
            <a:lvl1pPr>
              <a:defRPr sz="4800" b="0" i="0">
                <a:solidFill>
                  <a:srgbClr val="2E5496"/>
                </a:solidFill>
                <a:latin typeface="Times New Roman"/>
                <a:ea typeface="+mj-ea"/>
                <a:cs typeface="Times New Roman"/>
              </a:defRPr>
            </a:lvl1pPr>
          </a:lstStyle>
          <a:p>
            <a:pPr algn="l"/>
            <a:r>
              <a:rPr lang="en-US" sz="4000" b="1" kern="0" dirty="0">
                <a:solidFill>
                  <a:schemeClr val="accent1">
                    <a:lumMod val="50000"/>
                  </a:schemeClr>
                </a:solidFill>
              </a:rPr>
              <a:t>Green Sand Molding Steps</a:t>
            </a:r>
          </a:p>
        </p:txBody>
      </p:sp>
    </p:spTree>
    <p:extLst>
      <p:ext uri="{BB962C8B-B14F-4D97-AF65-F5344CB8AC3E}">
        <p14:creationId xmlns:p14="http://schemas.microsoft.com/office/powerpoint/2010/main" val="7683012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2" fill="hold" nodeType="with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heel(2)">
                                      <p:cBhvr>
                                        <p:cTn id="7" dur="4000"/>
                                        <p:tgtEl>
                                          <p:spTgt spid="4">
                                            <p:txEl>
                                              <p:pRg st="0" end="0"/>
                                            </p:txEl>
                                          </p:spTgt>
                                        </p:tgtEl>
                                      </p:cBhvr>
                                    </p:animEffect>
                                  </p:childTnLst>
                                </p:cTn>
                              </p:par>
                              <p:par>
                                <p:cTn id="8" presetID="21" presetClass="entr" presetSubtype="1" fill="hold"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wheel(1)">
                                      <p:cBhvr>
                                        <p:cTn id="10" dur="6000"/>
                                        <p:tgtEl>
                                          <p:spTgt spid="4">
                                            <p:txEl>
                                              <p:pRg st="1" end="1"/>
                                            </p:txEl>
                                          </p:spTgt>
                                        </p:tgtEl>
                                      </p:cBhvr>
                                    </p:animEffect>
                                  </p:childTnLst>
                                </p:cTn>
                              </p:par>
                              <p:par>
                                <p:cTn id="11" presetID="21" presetClass="entr" presetSubtype="1" fill="hold"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Effect transition="in" filter="wheel(1)">
                                      <p:cBhvr>
                                        <p:cTn id="13" dur="8000"/>
                                        <p:tgtEl>
                                          <p:spTgt spid="4">
                                            <p:txEl>
                                              <p:pRg st="2" end="2"/>
                                            </p:txEl>
                                          </p:spTgt>
                                        </p:tgtEl>
                                      </p:cBhvr>
                                    </p:animEffect>
                                  </p:childTnLst>
                                </p:cTn>
                              </p:par>
                              <p:par>
                                <p:cTn id="14" presetID="21" presetClass="entr" presetSubtype="1" fill="hold" nodeType="withEffect">
                                  <p:stCondLst>
                                    <p:cond delay="0"/>
                                  </p:stCondLst>
                                  <p:childTnLst>
                                    <p:set>
                                      <p:cBhvr>
                                        <p:cTn id="15" dur="1" fill="hold">
                                          <p:stCondLst>
                                            <p:cond delay="0"/>
                                          </p:stCondLst>
                                        </p:cTn>
                                        <p:tgtEl>
                                          <p:spTgt spid="4">
                                            <p:txEl>
                                              <p:pRg st="3" end="3"/>
                                            </p:txEl>
                                          </p:spTgt>
                                        </p:tgtEl>
                                        <p:attrNameLst>
                                          <p:attrName>style.visibility</p:attrName>
                                        </p:attrNameLst>
                                      </p:cBhvr>
                                      <p:to>
                                        <p:strVal val="visible"/>
                                      </p:to>
                                    </p:set>
                                    <p:animEffect transition="in" filter="wheel(1)">
                                      <p:cBhvr>
                                        <p:cTn id="16" dur="10000"/>
                                        <p:tgtEl>
                                          <p:spTgt spid="4">
                                            <p:txEl>
                                              <p:pRg st="3" end="3"/>
                                            </p:txEl>
                                          </p:spTgt>
                                        </p:tgtEl>
                                      </p:cBhvr>
                                    </p:animEffect>
                                  </p:childTnLst>
                                </p:cTn>
                              </p:par>
                              <p:par>
                                <p:cTn id="17" presetID="21" presetClass="entr" presetSubtype="1" fill="hold"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wheel(1)">
                                      <p:cBhvr>
                                        <p:cTn id="19"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256CE11-A2C7-527A-D669-B707B561B27A}"/>
              </a:ext>
            </a:extLst>
          </p:cNvPr>
          <p:cNvSpPr/>
          <p:nvPr/>
        </p:nvSpPr>
        <p:spPr>
          <a:xfrm>
            <a:off x="304800" y="1219200"/>
            <a:ext cx="11353800" cy="3416128"/>
          </a:xfrm>
          <a:prstGeom prst="rect">
            <a:avLst/>
          </a:prstGeom>
        </p:spPr>
        <p:txBody>
          <a:bodyPr wrap="square">
            <a:spAutoFit/>
          </a:bodyPr>
          <a:lstStyle/>
          <a:p>
            <a:pPr marL="342900" lvl="0" indent="-342900" algn="just">
              <a:lnSpc>
                <a:spcPct val="115000"/>
              </a:lnSpc>
              <a:spcAft>
                <a:spcPts val="1000"/>
              </a:spcAft>
              <a:buSzPts val="1000"/>
              <a:buFont typeface="Symbol"/>
              <a:buChar char=""/>
              <a:tabLst>
                <a:tab pos="180340" algn="l"/>
              </a:tabLst>
            </a:pPr>
            <a:r>
              <a:rPr lang="en-US" sz="2400" dirty="0">
                <a:latin typeface="Times New Roman" pitchFamily="18" charset="0"/>
                <a:ea typeface="Times New Roman"/>
                <a:cs typeface="Times New Roman" pitchFamily="18" charset="0"/>
              </a:rPr>
              <a:t>The sand is then firmly packed in the drag by means of hand rammers. The ramming must be proper i.e. it must  neither be too hard or soft. </a:t>
            </a:r>
          </a:p>
          <a:p>
            <a:pPr marL="342900" lvl="0" indent="-342900" algn="just">
              <a:lnSpc>
                <a:spcPct val="115000"/>
              </a:lnSpc>
              <a:spcAft>
                <a:spcPts val="1000"/>
              </a:spcAft>
              <a:buSzPts val="1000"/>
              <a:buFont typeface="Symbol"/>
              <a:buChar char=""/>
              <a:tabLst>
                <a:tab pos="180340" algn="l"/>
              </a:tabLst>
            </a:pPr>
            <a:r>
              <a:rPr lang="en-US" sz="2400" dirty="0">
                <a:latin typeface="Times New Roman" pitchFamily="18" charset="0"/>
                <a:ea typeface="Times New Roman"/>
                <a:cs typeface="Times New Roman" pitchFamily="18" charset="0"/>
              </a:rPr>
              <a:t>After the ramming is over, the excess sand is leveled off with a straight bar known as a strike off bar.</a:t>
            </a:r>
          </a:p>
          <a:p>
            <a:pPr marL="342900" lvl="0" indent="-342900" algn="just">
              <a:lnSpc>
                <a:spcPct val="115000"/>
              </a:lnSpc>
              <a:spcAft>
                <a:spcPts val="1000"/>
              </a:spcAft>
              <a:buSzPts val="1000"/>
              <a:buFont typeface="Symbol"/>
              <a:buChar char=""/>
              <a:tabLst>
                <a:tab pos="180340" algn="l"/>
              </a:tabLst>
            </a:pPr>
            <a:r>
              <a:rPr lang="en-US" sz="2400" dirty="0">
                <a:latin typeface="Times New Roman" pitchFamily="18" charset="0"/>
                <a:ea typeface="Times New Roman"/>
                <a:cs typeface="Times New Roman" pitchFamily="18" charset="0"/>
              </a:rPr>
              <a:t>With the help of vent rod, vent holes are made in the drag to facilitate the removal of gases during pouring and solidification.</a:t>
            </a:r>
          </a:p>
          <a:p>
            <a:pPr marL="342900" lvl="0" indent="-342900" algn="just">
              <a:lnSpc>
                <a:spcPct val="115000"/>
              </a:lnSpc>
              <a:spcAft>
                <a:spcPts val="1000"/>
              </a:spcAft>
              <a:buSzPts val="1000"/>
              <a:buFont typeface="Symbol"/>
              <a:buChar char=""/>
              <a:tabLst>
                <a:tab pos="180340" algn="l"/>
              </a:tabLst>
            </a:pPr>
            <a:r>
              <a:rPr lang="en-US" sz="2400" dirty="0">
                <a:latin typeface="Times New Roman" pitchFamily="18" charset="0"/>
                <a:ea typeface="Times New Roman"/>
                <a:cs typeface="Times New Roman" pitchFamily="18" charset="0"/>
              </a:rPr>
              <a:t>The finished drag flask is now rolled over to the bottom board exposing the pattern. </a:t>
            </a:r>
          </a:p>
        </p:txBody>
      </p:sp>
      <p:sp>
        <p:nvSpPr>
          <p:cNvPr id="5" name="Rectangle 2">
            <a:extLst>
              <a:ext uri="{FF2B5EF4-FFF2-40B4-BE49-F238E27FC236}">
                <a16:creationId xmlns:a16="http://schemas.microsoft.com/office/drawing/2014/main" id="{3DCAC99C-1FA0-E68A-7332-0024133656E5}"/>
              </a:ext>
            </a:extLst>
          </p:cNvPr>
          <p:cNvSpPr txBox="1">
            <a:spLocks noChangeArrowheads="1"/>
          </p:cNvSpPr>
          <p:nvPr/>
        </p:nvSpPr>
        <p:spPr>
          <a:xfrm>
            <a:off x="2362200" y="304800"/>
            <a:ext cx="7239000" cy="533400"/>
          </a:xfrm>
          <a:prstGeom prst="rect">
            <a:avLst/>
          </a:prstGeom>
          <a:noFill/>
        </p:spPr>
        <p:txBody>
          <a:bodyPr wrap="square" lIns="0" tIns="0" rIns="0" bIns="0">
            <a:noAutofit/>
          </a:bodyPr>
          <a:lstStyle>
            <a:lvl1pPr>
              <a:defRPr sz="4800" b="0" i="0">
                <a:solidFill>
                  <a:srgbClr val="2E5496"/>
                </a:solidFill>
                <a:latin typeface="Times New Roman"/>
                <a:ea typeface="+mj-ea"/>
                <a:cs typeface="Times New Roman"/>
              </a:defRPr>
            </a:lvl1pPr>
          </a:lstStyle>
          <a:p>
            <a:pPr algn="l"/>
            <a:r>
              <a:rPr lang="en-US" sz="4000" b="1" kern="0" dirty="0">
                <a:solidFill>
                  <a:schemeClr val="accent1">
                    <a:lumMod val="50000"/>
                  </a:schemeClr>
                </a:solidFill>
              </a:rPr>
              <a:t>Green Sand Molding Steps</a:t>
            </a:r>
          </a:p>
        </p:txBody>
      </p:sp>
    </p:spTree>
    <p:extLst>
      <p:ext uri="{BB962C8B-B14F-4D97-AF65-F5344CB8AC3E}">
        <p14:creationId xmlns:p14="http://schemas.microsoft.com/office/powerpoint/2010/main" val="2294938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with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p:cTn id="7" dur="2250" fill="hold"/>
                                        <p:tgtEl>
                                          <p:spTgt spid="4">
                                            <p:txEl>
                                              <p:pRg st="0" end="0"/>
                                            </p:txEl>
                                          </p:spTgt>
                                        </p:tgtEl>
                                        <p:attrNameLst>
                                          <p:attrName>ppt_w</p:attrName>
                                        </p:attrNameLst>
                                      </p:cBhvr>
                                      <p:tavLst>
                                        <p:tav tm="0">
                                          <p:val>
                                            <p:fltVal val="0"/>
                                          </p:val>
                                        </p:tav>
                                        <p:tav tm="100000">
                                          <p:val>
                                            <p:strVal val="#ppt_w"/>
                                          </p:val>
                                        </p:tav>
                                      </p:tavLst>
                                    </p:anim>
                                    <p:anim calcmode="lin" valueType="num">
                                      <p:cBhvr>
                                        <p:cTn id="8" dur="2250" fill="hold"/>
                                        <p:tgtEl>
                                          <p:spTgt spid="4">
                                            <p:txEl>
                                              <p:pRg st="0" end="0"/>
                                            </p:txEl>
                                          </p:spTgt>
                                        </p:tgtEl>
                                        <p:attrNameLst>
                                          <p:attrName>ppt_h</p:attrName>
                                        </p:attrNameLst>
                                      </p:cBhvr>
                                      <p:tavLst>
                                        <p:tav tm="0">
                                          <p:val>
                                            <p:fltVal val="0"/>
                                          </p:val>
                                        </p:tav>
                                        <p:tav tm="100000">
                                          <p:val>
                                            <p:strVal val="#ppt_h"/>
                                          </p:val>
                                        </p:tav>
                                      </p:tavLst>
                                    </p:anim>
                                    <p:anim calcmode="lin" valueType="num">
                                      <p:cBhvr>
                                        <p:cTn id="9" dur="2250" fill="hold"/>
                                        <p:tgtEl>
                                          <p:spTgt spid="4">
                                            <p:txEl>
                                              <p:pRg st="0" end="0"/>
                                            </p:txEl>
                                          </p:spTgt>
                                        </p:tgtEl>
                                        <p:attrNameLst>
                                          <p:attrName>style.rotation</p:attrName>
                                        </p:attrNameLst>
                                      </p:cBhvr>
                                      <p:tavLst>
                                        <p:tav tm="0">
                                          <p:val>
                                            <p:fltVal val="90"/>
                                          </p:val>
                                        </p:tav>
                                        <p:tav tm="100000">
                                          <p:val>
                                            <p:fltVal val="0"/>
                                          </p:val>
                                        </p:tav>
                                      </p:tavLst>
                                    </p:anim>
                                    <p:animEffect transition="in" filter="fade">
                                      <p:cBhvr>
                                        <p:cTn id="10" dur="2250"/>
                                        <p:tgtEl>
                                          <p:spTgt spid="4">
                                            <p:txEl>
                                              <p:pRg st="0" end="0"/>
                                            </p:txEl>
                                          </p:spTgt>
                                        </p:tgtEl>
                                      </p:cBhvr>
                                    </p:animEffect>
                                  </p:childTnLst>
                                </p:cTn>
                              </p:par>
                              <p:par>
                                <p:cTn id="11" presetID="42" presetClass="entr" presetSubtype="0" fill="hold" nodeType="with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Effect transition="in" filter="fade">
                                      <p:cBhvr>
                                        <p:cTn id="13" dur="3000"/>
                                        <p:tgtEl>
                                          <p:spTgt spid="4">
                                            <p:txEl>
                                              <p:pRg st="1" end="1"/>
                                            </p:txEl>
                                          </p:spTgt>
                                        </p:tgtEl>
                                      </p:cBhvr>
                                    </p:animEffect>
                                    <p:anim calcmode="lin" valueType="num">
                                      <p:cBhvr>
                                        <p:cTn id="14" dur="3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5" dur="3000" fill="hold"/>
                                        <p:tgtEl>
                                          <p:spTgt spid="4">
                                            <p:txEl>
                                              <p:pRg st="1" end="1"/>
                                            </p:txEl>
                                          </p:spTgt>
                                        </p:tgtEl>
                                        <p:attrNameLst>
                                          <p:attrName>ppt_y</p:attrName>
                                        </p:attrNameLst>
                                      </p:cBhvr>
                                      <p:tavLst>
                                        <p:tav tm="0">
                                          <p:val>
                                            <p:strVal val="#ppt_y+.1"/>
                                          </p:val>
                                        </p:tav>
                                        <p:tav tm="100000">
                                          <p:val>
                                            <p:strVal val="#ppt_y"/>
                                          </p:val>
                                        </p:tav>
                                      </p:tavLst>
                                    </p:anim>
                                  </p:childTnLst>
                                </p:cTn>
                              </p:par>
                              <p:par>
                                <p:cTn id="16" presetID="42" presetClass="entr" presetSubtype="0" fill="hold" nodeType="withEffect">
                                  <p:stCondLst>
                                    <p:cond delay="0"/>
                                  </p:stCondLst>
                                  <p:childTnLst>
                                    <p:set>
                                      <p:cBhvr>
                                        <p:cTn id="17" dur="1" fill="hold">
                                          <p:stCondLst>
                                            <p:cond delay="0"/>
                                          </p:stCondLst>
                                        </p:cTn>
                                        <p:tgtEl>
                                          <p:spTgt spid="4">
                                            <p:txEl>
                                              <p:pRg st="2" end="2"/>
                                            </p:txEl>
                                          </p:spTgt>
                                        </p:tgtEl>
                                        <p:attrNameLst>
                                          <p:attrName>style.visibility</p:attrName>
                                        </p:attrNameLst>
                                      </p:cBhvr>
                                      <p:to>
                                        <p:strVal val="visible"/>
                                      </p:to>
                                    </p:set>
                                    <p:animEffect transition="in" filter="fade">
                                      <p:cBhvr>
                                        <p:cTn id="18" dur="4000"/>
                                        <p:tgtEl>
                                          <p:spTgt spid="4">
                                            <p:txEl>
                                              <p:pRg st="2" end="2"/>
                                            </p:txEl>
                                          </p:spTgt>
                                        </p:tgtEl>
                                      </p:cBhvr>
                                    </p:animEffect>
                                    <p:anim calcmode="lin" valueType="num">
                                      <p:cBhvr>
                                        <p:cTn id="19" dur="4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0" dur="4000" fill="hold"/>
                                        <p:tgtEl>
                                          <p:spTgt spid="4">
                                            <p:txEl>
                                              <p:pRg st="2" end="2"/>
                                            </p:txEl>
                                          </p:spTgt>
                                        </p:tgtEl>
                                        <p:attrNameLst>
                                          <p:attrName>ppt_y</p:attrName>
                                        </p:attrNameLst>
                                      </p:cBhvr>
                                      <p:tavLst>
                                        <p:tav tm="0">
                                          <p:val>
                                            <p:strVal val="#ppt_y+.1"/>
                                          </p:val>
                                        </p:tav>
                                        <p:tav tm="100000">
                                          <p:val>
                                            <p:strVal val="#ppt_y"/>
                                          </p:val>
                                        </p:tav>
                                      </p:tavLst>
                                    </p:anim>
                                  </p:childTnLst>
                                </p:cTn>
                              </p:par>
                              <p:par>
                                <p:cTn id="21" presetID="42" presetClass="entr" presetSubtype="0" fill="hold" nodeType="withEffect">
                                  <p:stCondLst>
                                    <p:cond delay="0"/>
                                  </p:stCondLst>
                                  <p:childTnLst>
                                    <p:set>
                                      <p:cBhvr>
                                        <p:cTn id="22" dur="1" fill="hold">
                                          <p:stCondLst>
                                            <p:cond delay="0"/>
                                          </p:stCondLst>
                                        </p:cTn>
                                        <p:tgtEl>
                                          <p:spTgt spid="4">
                                            <p:txEl>
                                              <p:pRg st="3" end="3"/>
                                            </p:txEl>
                                          </p:spTgt>
                                        </p:tgtEl>
                                        <p:attrNameLst>
                                          <p:attrName>style.visibility</p:attrName>
                                        </p:attrNameLst>
                                      </p:cBhvr>
                                      <p:to>
                                        <p:strVal val="visible"/>
                                      </p:to>
                                    </p:set>
                                    <p:animEffect transition="in" filter="fade">
                                      <p:cBhvr>
                                        <p:cTn id="23" dur="4000"/>
                                        <p:tgtEl>
                                          <p:spTgt spid="4">
                                            <p:txEl>
                                              <p:pRg st="3" end="3"/>
                                            </p:txEl>
                                          </p:spTgt>
                                        </p:tgtEl>
                                      </p:cBhvr>
                                    </p:animEffect>
                                    <p:anim calcmode="lin" valueType="num">
                                      <p:cBhvr>
                                        <p:cTn id="24" dur="4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25" dur="4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8620840B-3505-33DB-FCEA-6FB60A5888E0}"/>
              </a:ext>
            </a:extLst>
          </p:cNvPr>
          <p:cNvSpPr txBox="1">
            <a:spLocks noChangeArrowheads="1"/>
          </p:cNvSpPr>
          <p:nvPr/>
        </p:nvSpPr>
        <p:spPr>
          <a:xfrm>
            <a:off x="2362200" y="304800"/>
            <a:ext cx="7239000" cy="533400"/>
          </a:xfrm>
          <a:prstGeom prst="rect">
            <a:avLst/>
          </a:prstGeom>
          <a:noFill/>
        </p:spPr>
        <p:txBody>
          <a:bodyPr wrap="square" lIns="0" tIns="0" rIns="0" bIns="0">
            <a:noAutofit/>
          </a:bodyPr>
          <a:lstStyle>
            <a:lvl1pPr>
              <a:defRPr sz="4800" b="0" i="0">
                <a:solidFill>
                  <a:srgbClr val="2E5496"/>
                </a:solidFill>
                <a:latin typeface="Times New Roman"/>
                <a:ea typeface="+mj-ea"/>
                <a:cs typeface="Times New Roman"/>
              </a:defRPr>
            </a:lvl1pPr>
          </a:lstStyle>
          <a:p>
            <a:pPr algn="l"/>
            <a:r>
              <a:rPr lang="en-US" sz="4000" b="1" kern="0" dirty="0">
                <a:solidFill>
                  <a:schemeClr val="accent1">
                    <a:lumMod val="50000"/>
                  </a:schemeClr>
                </a:solidFill>
              </a:rPr>
              <a:t>Green Sand Molding Steps</a:t>
            </a:r>
          </a:p>
        </p:txBody>
      </p:sp>
      <p:sp>
        <p:nvSpPr>
          <p:cNvPr id="6" name="Rectangle 5">
            <a:extLst>
              <a:ext uri="{FF2B5EF4-FFF2-40B4-BE49-F238E27FC236}">
                <a16:creationId xmlns:a16="http://schemas.microsoft.com/office/drawing/2014/main" id="{72705246-F437-51B0-8364-BD92372ED8DA}"/>
              </a:ext>
            </a:extLst>
          </p:cNvPr>
          <p:cNvSpPr/>
          <p:nvPr/>
        </p:nvSpPr>
        <p:spPr>
          <a:xfrm>
            <a:off x="685800" y="1295400"/>
            <a:ext cx="10820400" cy="4896982"/>
          </a:xfrm>
          <a:prstGeom prst="rect">
            <a:avLst/>
          </a:prstGeom>
        </p:spPr>
        <p:txBody>
          <a:bodyPr wrap="square">
            <a:spAutoFit/>
          </a:bodyPr>
          <a:lstStyle/>
          <a:p>
            <a:pPr marL="342900" lvl="0" indent="-342900" algn="just">
              <a:lnSpc>
                <a:spcPct val="115000"/>
              </a:lnSpc>
              <a:spcAft>
                <a:spcPts val="1000"/>
              </a:spcAft>
              <a:buSzPts val="1000"/>
              <a:buFont typeface="Symbol"/>
              <a:buChar char=""/>
              <a:tabLst>
                <a:tab pos="180340" algn="l"/>
              </a:tabLst>
            </a:pPr>
            <a:r>
              <a:rPr lang="en-US" sz="2800" dirty="0">
                <a:latin typeface="Times New Roman" pitchFamily="18" charset="0"/>
                <a:ea typeface="Times New Roman"/>
                <a:cs typeface="Times New Roman" pitchFamily="18" charset="0"/>
              </a:rPr>
              <a:t>Cope half of the pattern is then placed over the drag pattern with the help of locating pins. The cope flask on the drag is located aligning again with the help of pins.   </a:t>
            </a:r>
          </a:p>
          <a:p>
            <a:pPr marL="342900" lvl="0" indent="-342900" algn="just">
              <a:lnSpc>
                <a:spcPct val="115000"/>
              </a:lnSpc>
              <a:spcAft>
                <a:spcPts val="1000"/>
              </a:spcAft>
              <a:buSzPts val="1000"/>
              <a:buFont typeface="Symbol"/>
              <a:buChar char=""/>
              <a:tabLst>
                <a:tab pos="180340" algn="l"/>
              </a:tabLst>
            </a:pPr>
            <a:r>
              <a:rPr lang="en-US" sz="2800" dirty="0">
                <a:latin typeface="Times New Roman" pitchFamily="18" charset="0"/>
                <a:ea typeface="Times New Roman"/>
                <a:cs typeface="Times New Roman" pitchFamily="18" charset="0"/>
              </a:rPr>
              <a:t>The dry parting sand is sprinkled all over the drag and on the pattern. </a:t>
            </a:r>
          </a:p>
          <a:p>
            <a:pPr marL="342900" lvl="0" indent="-342900" algn="just">
              <a:lnSpc>
                <a:spcPct val="115000"/>
              </a:lnSpc>
              <a:spcAft>
                <a:spcPts val="1000"/>
              </a:spcAft>
              <a:buSzPts val="1000"/>
              <a:buFont typeface="Symbol"/>
              <a:buChar char=""/>
              <a:tabLst>
                <a:tab pos="180340" algn="l"/>
              </a:tabLst>
            </a:pPr>
            <a:r>
              <a:rPr lang="en-US" sz="2800" dirty="0">
                <a:latin typeface="Times New Roman" pitchFamily="18" charset="0"/>
                <a:ea typeface="Times New Roman"/>
                <a:cs typeface="Times New Roman" pitchFamily="18" charset="0"/>
              </a:rPr>
              <a:t>A </a:t>
            </a:r>
            <a:r>
              <a:rPr lang="en-US" sz="2800" dirty="0" err="1">
                <a:latin typeface="Times New Roman" pitchFamily="18" charset="0"/>
                <a:ea typeface="Times New Roman"/>
                <a:cs typeface="Times New Roman" pitchFamily="18" charset="0"/>
              </a:rPr>
              <a:t>sprue</a:t>
            </a:r>
            <a:r>
              <a:rPr lang="en-US" sz="2800" dirty="0">
                <a:latin typeface="Times New Roman" pitchFamily="18" charset="0"/>
                <a:ea typeface="Times New Roman"/>
                <a:cs typeface="Times New Roman" pitchFamily="18" charset="0"/>
              </a:rPr>
              <a:t> pin for making the </a:t>
            </a:r>
            <a:r>
              <a:rPr lang="en-US" sz="2800" dirty="0" err="1">
                <a:latin typeface="Times New Roman" pitchFamily="18" charset="0"/>
                <a:ea typeface="Times New Roman"/>
                <a:cs typeface="Times New Roman" pitchFamily="18" charset="0"/>
              </a:rPr>
              <a:t>sprue</a:t>
            </a:r>
            <a:r>
              <a:rPr lang="en-US" sz="2800" dirty="0">
                <a:latin typeface="Times New Roman" pitchFamily="18" charset="0"/>
                <a:ea typeface="Times New Roman"/>
                <a:cs typeface="Times New Roman" pitchFamily="18" charset="0"/>
              </a:rPr>
              <a:t> passage is located at a small distance from the pattern. Also, riser pin, if required, is placed at an appropriate place. </a:t>
            </a:r>
          </a:p>
          <a:p>
            <a:pPr marL="342900" lvl="0" indent="-342900" algn="just">
              <a:lnSpc>
                <a:spcPct val="115000"/>
              </a:lnSpc>
              <a:spcAft>
                <a:spcPts val="1000"/>
              </a:spcAft>
              <a:buSzPts val="1000"/>
              <a:buFont typeface="Symbol"/>
              <a:buChar char=""/>
              <a:tabLst>
                <a:tab pos="180340" algn="l"/>
              </a:tabLst>
            </a:pPr>
            <a:r>
              <a:rPr lang="en-US" sz="2800" dirty="0">
                <a:latin typeface="Times New Roman" pitchFamily="18" charset="0"/>
                <a:ea typeface="Times New Roman"/>
                <a:cs typeface="Times New Roman" pitchFamily="18" charset="0"/>
              </a:rPr>
              <a:t>The operation of filling, ramming and venting of the cope proceed in the same manner as performed in the drag. </a:t>
            </a:r>
          </a:p>
        </p:txBody>
      </p:sp>
    </p:spTree>
    <p:extLst>
      <p:ext uri="{BB962C8B-B14F-4D97-AF65-F5344CB8AC3E}">
        <p14:creationId xmlns:p14="http://schemas.microsoft.com/office/powerpoint/2010/main" val="9761048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1000"/>
                                        <p:tgtEl>
                                          <p:spTgt spid="6">
                                            <p:txEl>
                                              <p:pRg st="0" end="0"/>
                                            </p:txEl>
                                          </p:spTgt>
                                        </p:tgtEl>
                                      </p:cBhvr>
                                    </p:animEffect>
                                    <p:anim calcmode="lin" valueType="num">
                                      <p:cBhvr>
                                        <p:cTn id="8"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6">
                                            <p:txEl>
                                              <p:pRg st="1" end="1"/>
                                            </p:txEl>
                                          </p:spTgt>
                                        </p:tgtEl>
                                        <p:attrNameLst>
                                          <p:attrName>style.visibility</p:attrName>
                                        </p:attrNameLst>
                                      </p:cBhvr>
                                      <p:to>
                                        <p:strVal val="visible"/>
                                      </p:to>
                                    </p:set>
                                    <p:animEffect transition="in" filter="fade">
                                      <p:cBhvr>
                                        <p:cTn id="14" dur="1000"/>
                                        <p:tgtEl>
                                          <p:spTgt spid="6">
                                            <p:txEl>
                                              <p:pRg st="1" end="1"/>
                                            </p:txEl>
                                          </p:spTgt>
                                        </p:tgtEl>
                                      </p:cBhvr>
                                    </p:animEffect>
                                    <p:anim calcmode="lin" valueType="num">
                                      <p:cBhvr>
                                        <p:cTn id="15"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6">
                                            <p:txEl>
                                              <p:pRg st="2" end="2"/>
                                            </p:txEl>
                                          </p:spTgt>
                                        </p:tgtEl>
                                        <p:attrNameLst>
                                          <p:attrName>style.visibility</p:attrName>
                                        </p:attrNameLst>
                                      </p:cBhvr>
                                      <p:to>
                                        <p:strVal val="visible"/>
                                      </p:to>
                                    </p:set>
                                    <p:animEffect transition="in" filter="fade">
                                      <p:cBhvr>
                                        <p:cTn id="21" dur="1000"/>
                                        <p:tgtEl>
                                          <p:spTgt spid="6">
                                            <p:txEl>
                                              <p:pRg st="2" end="2"/>
                                            </p:txEl>
                                          </p:spTgt>
                                        </p:tgtEl>
                                      </p:cBhvr>
                                    </p:animEffect>
                                    <p:anim calcmode="lin" valueType="num">
                                      <p:cBhvr>
                                        <p:cTn id="22"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6">
                                            <p:txEl>
                                              <p:pRg st="3" end="3"/>
                                            </p:txEl>
                                          </p:spTgt>
                                        </p:tgtEl>
                                        <p:attrNameLst>
                                          <p:attrName>style.visibility</p:attrName>
                                        </p:attrNameLst>
                                      </p:cBhvr>
                                      <p:to>
                                        <p:strVal val="visible"/>
                                      </p:to>
                                    </p:set>
                                    <p:animEffect transition="in" filter="fade">
                                      <p:cBhvr>
                                        <p:cTn id="28" dur="1000"/>
                                        <p:tgtEl>
                                          <p:spTgt spid="6">
                                            <p:txEl>
                                              <p:pRg st="3" end="3"/>
                                            </p:txEl>
                                          </p:spTgt>
                                        </p:tgtEl>
                                      </p:cBhvr>
                                    </p:animEffect>
                                    <p:anim calcmode="lin" valueType="num">
                                      <p:cBhvr>
                                        <p:cTn id="29"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6">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96EC28A9-0EA9-B28A-93AA-E07891E92782}"/>
              </a:ext>
            </a:extLst>
          </p:cNvPr>
          <p:cNvSpPr txBox="1">
            <a:spLocks noChangeArrowheads="1"/>
          </p:cNvSpPr>
          <p:nvPr/>
        </p:nvSpPr>
        <p:spPr>
          <a:xfrm>
            <a:off x="2362200" y="304800"/>
            <a:ext cx="7239000" cy="533400"/>
          </a:xfrm>
          <a:prstGeom prst="rect">
            <a:avLst/>
          </a:prstGeom>
          <a:noFill/>
        </p:spPr>
        <p:txBody>
          <a:bodyPr wrap="square" lIns="0" tIns="0" rIns="0" bIns="0">
            <a:noAutofit/>
          </a:bodyPr>
          <a:lstStyle>
            <a:lvl1pPr>
              <a:defRPr sz="4800" b="0" i="0">
                <a:solidFill>
                  <a:srgbClr val="2E5496"/>
                </a:solidFill>
                <a:latin typeface="Times New Roman"/>
                <a:ea typeface="+mj-ea"/>
                <a:cs typeface="Times New Roman"/>
              </a:defRPr>
            </a:lvl1pPr>
          </a:lstStyle>
          <a:p>
            <a:pPr algn="l"/>
            <a:r>
              <a:rPr lang="en-US" sz="4000" b="1" kern="0" dirty="0">
                <a:solidFill>
                  <a:schemeClr val="accent1">
                    <a:lumMod val="50000"/>
                  </a:schemeClr>
                </a:solidFill>
              </a:rPr>
              <a:t>Green Sand Molding Steps</a:t>
            </a:r>
          </a:p>
        </p:txBody>
      </p:sp>
      <p:pic>
        <p:nvPicPr>
          <p:cNvPr id="8" name="Picture 7">
            <a:extLst>
              <a:ext uri="{FF2B5EF4-FFF2-40B4-BE49-F238E27FC236}">
                <a16:creationId xmlns:a16="http://schemas.microsoft.com/office/drawing/2014/main" id="{41F73367-F8CD-7607-6560-A78839244208}"/>
              </a:ext>
            </a:extLst>
          </p:cNvPr>
          <p:cNvPicPr>
            <a:picLocks noChangeAspect="1"/>
          </p:cNvPicPr>
          <p:nvPr/>
        </p:nvPicPr>
        <p:blipFill>
          <a:blip r:embed="rId2"/>
          <a:stretch>
            <a:fillRect/>
          </a:stretch>
        </p:blipFill>
        <p:spPr>
          <a:xfrm>
            <a:off x="1995371" y="1219200"/>
            <a:ext cx="7572375" cy="4857750"/>
          </a:xfrm>
          <a:prstGeom prst="rect">
            <a:avLst/>
          </a:prstGeom>
        </p:spPr>
      </p:pic>
      <p:sp>
        <p:nvSpPr>
          <p:cNvPr id="6" name="TextBox 5">
            <a:extLst>
              <a:ext uri="{FF2B5EF4-FFF2-40B4-BE49-F238E27FC236}">
                <a16:creationId xmlns:a16="http://schemas.microsoft.com/office/drawing/2014/main" id="{4E83081F-B9B8-4F22-A7BA-102D67B8386A}"/>
              </a:ext>
            </a:extLst>
          </p:cNvPr>
          <p:cNvSpPr txBox="1"/>
          <p:nvPr/>
        </p:nvSpPr>
        <p:spPr>
          <a:xfrm>
            <a:off x="8991600" y="2057400"/>
            <a:ext cx="838200" cy="369332"/>
          </a:xfrm>
          <a:prstGeom prst="rect">
            <a:avLst/>
          </a:prstGeom>
          <a:noFill/>
        </p:spPr>
        <p:txBody>
          <a:bodyPr wrap="square" rtlCol="0">
            <a:spAutoFit/>
          </a:bodyPr>
          <a:lstStyle/>
          <a:p>
            <a:r>
              <a:rPr lang="en-US" b="1" dirty="0"/>
              <a:t>COPE</a:t>
            </a:r>
            <a:endParaRPr lang="en-IN" b="1" dirty="0"/>
          </a:p>
        </p:txBody>
      </p:sp>
    </p:spTree>
    <p:extLst>
      <p:ext uri="{BB962C8B-B14F-4D97-AF65-F5344CB8AC3E}">
        <p14:creationId xmlns:p14="http://schemas.microsoft.com/office/powerpoint/2010/main" val="6410778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8C7BBA1-EE5F-23DC-430F-29B3D439070B}"/>
              </a:ext>
            </a:extLst>
          </p:cNvPr>
          <p:cNvSpPr txBox="1"/>
          <p:nvPr/>
        </p:nvSpPr>
        <p:spPr>
          <a:xfrm>
            <a:off x="381000" y="1143001"/>
            <a:ext cx="11430000" cy="3257302"/>
          </a:xfrm>
          <a:prstGeom prst="rect">
            <a:avLst/>
          </a:prstGeom>
          <a:noFill/>
        </p:spPr>
        <p:txBody>
          <a:bodyPr wrap="square">
            <a:spAutoFit/>
          </a:bodyPr>
          <a:lstStyle/>
          <a:p>
            <a:pPr marL="342900" lvl="0" indent="-342900" algn="just">
              <a:lnSpc>
                <a:spcPct val="115000"/>
              </a:lnSpc>
              <a:spcAft>
                <a:spcPts val="1000"/>
              </a:spcAft>
              <a:buSzPts val="1000"/>
              <a:buFont typeface="Symbol"/>
              <a:buChar char=""/>
              <a:tabLst>
                <a:tab pos="180340" algn="l"/>
              </a:tabLst>
            </a:pPr>
            <a:r>
              <a:rPr lang="en-US" sz="2800" dirty="0">
                <a:latin typeface="Times New Roman"/>
                <a:ea typeface="Times New Roman"/>
                <a:cs typeface="Arial"/>
              </a:rPr>
              <a:t>The sprue and riser pins are removed first and a pouring basin is scooped out at the top to pour the liquid metal. </a:t>
            </a:r>
            <a:endParaRPr lang="en-US" sz="2800" dirty="0">
              <a:ea typeface="Times New Roman"/>
              <a:cs typeface="Arial"/>
            </a:endParaRPr>
          </a:p>
          <a:p>
            <a:pPr marL="342900" lvl="0" indent="-342900" algn="just">
              <a:lnSpc>
                <a:spcPct val="115000"/>
              </a:lnSpc>
              <a:spcAft>
                <a:spcPts val="1000"/>
              </a:spcAft>
              <a:buSzPts val="1000"/>
              <a:buFont typeface="Symbol"/>
              <a:buChar char=""/>
              <a:tabLst>
                <a:tab pos="180340" algn="l"/>
              </a:tabLst>
            </a:pPr>
            <a:r>
              <a:rPr lang="en-US" sz="2800" dirty="0">
                <a:latin typeface="Times New Roman"/>
                <a:ea typeface="Times New Roman"/>
                <a:cs typeface="Arial"/>
              </a:rPr>
              <a:t>Then pattern from the cope and drag is removed and facing sand in the form of paste is applied, if required all over the mold cavity and runners which would give the finished casting a good surface finish. </a:t>
            </a:r>
            <a:endParaRPr lang="en-US" sz="2800" dirty="0">
              <a:ea typeface="Times New Roman"/>
              <a:cs typeface="Arial"/>
            </a:endParaRPr>
          </a:p>
          <a:p>
            <a:r>
              <a:rPr lang="en-US" sz="2800" dirty="0">
                <a:latin typeface="Times New Roman"/>
                <a:ea typeface="Times New Roman"/>
              </a:rPr>
              <a:t>The mold is now assembled. The mold now is ready for pouring</a:t>
            </a:r>
            <a:r>
              <a:rPr lang="en-US" dirty="0">
                <a:latin typeface="Times New Roman"/>
                <a:ea typeface="Times New Roman"/>
              </a:rPr>
              <a:t> </a:t>
            </a:r>
            <a:endParaRPr lang="en-US" dirty="0"/>
          </a:p>
        </p:txBody>
      </p:sp>
      <p:sp>
        <p:nvSpPr>
          <p:cNvPr id="6" name="Rectangle 2">
            <a:extLst>
              <a:ext uri="{FF2B5EF4-FFF2-40B4-BE49-F238E27FC236}">
                <a16:creationId xmlns:a16="http://schemas.microsoft.com/office/drawing/2014/main" id="{B37919FC-3A3E-4DFB-422B-7ED30D5D614F}"/>
              </a:ext>
            </a:extLst>
          </p:cNvPr>
          <p:cNvSpPr txBox="1">
            <a:spLocks noChangeArrowheads="1"/>
          </p:cNvSpPr>
          <p:nvPr/>
        </p:nvSpPr>
        <p:spPr>
          <a:xfrm>
            <a:off x="2362200" y="304800"/>
            <a:ext cx="7239000" cy="533400"/>
          </a:xfrm>
          <a:prstGeom prst="rect">
            <a:avLst/>
          </a:prstGeom>
          <a:noFill/>
        </p:spPr>
        <p:txBody>
          <a:bodyPr wrap="square" lIns="0" tIns="0" rIns="0" bIns="0">
            <a:noAutofit/>
          </a:bodyPr>
          <a:lstStyle>
            <a:lvl1pPr>
              <a:defRPr sz="4800" b="0" i="0">
                <a:solidFill>
                  <a:srgbClr val="2E5496"/>
                </a:solidFill>
                <a:latin typeface="Times New Roman"/>
                <a:ea typeface="+mj-ea"/>
                <a:cs typeface="Times New Roman"/>
              </a:defRPr>
            </a:lvl1pPr>
          </a:lstStyle>
          <a:p>
            <a:pPr algn="l"/>
            <a:r>
              <a:rPr lang="en-US" sz="4000" b="1" kern="0" dirty="0">
                <a:solidFill>
                  <a:schemeClr val="accent1">
                    <a:lumMod val="50000"/>
                  </a:schemeClr>
                </a:solidFill>
              </a:rPr>
              <a:t>Green Sand Molding Steps</a:t>
            </a:r>
          </a:p>
        </p:txBody>
      </p:sp>
    </p:spTree>
    <p:extLst>
      <p:ext uri="{BB962C8B-B14F-4D97-AF65-F5344CB8AC3E}">
        <p14:creationId xmlns:p14="http://schemas.microsoft.com/office/powerpoint/2010/main" val="26745119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509496D-CBAF-3807-5349-574754E3CBA5}"/>
              </a:ext>
            </a:extLst>
          </p:cNvPr>
          <p:cNvSpPr>
            <a:spLocks noGrp="1"/>
          </p:cNvSpPr>
          <p:nvPr>
            <p:ph type="body" idx="1"/>
          </p:nvPr>
        </p:nvSpPr>
        <p:spPr>
          <a:xfrm>
            <a:off x="761998" y="1143000"/>
            <a:ext cx="10595052" cy="861774"/>
          </a:xfrm>
        </p:spPr>
        <p:txBody>
          <a:bodyPr/>
          <a:lstStyle/>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 core is a specialized insert, typically made of sand, that creates hollow spaces or intricate internal features within a cast part. </a:t>
            </a:r>
            <a:endParaRPr lang="en-IN" sz="28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AA65E903-8B9F-F00B-70C1-4D2B48A2E860}"/>
              </a:ext>
            </a:extLst>
          </p:cNvPr>
          <p:cNvSpPr txBox="1"/>
          <p:nvPr/>
        </p:nvSpPr>
        <p:spPr>
          <a:xfrm>
            <a:off x="609600" y="4025205"/>
            <a:ext cx="10820400" cy="1384995"/>
          </a:xfrm>
          <a:prstGeom prst="rect">
            <a:avLst/>
          </a:prstGeom>
          <a:noFill/>
        </p:spPr>
        <p:txBody>
          <a:bodyPr wrap="square">
            <a:spAutoFit/>
          </a:bodyPr>
          <a:lstStyle/>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Cores are crucial for producing a wide variety of cast components, from engine blocks with internal cooling passages to more complex shapes with internal features.</a:t>
            </a:r>
            <a:endParaRPr lang="en-IN" sz="28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EADF9D26-A589-CEF2-0815-3D518209D87C}"/>
              </a:ext>
            </a:extLst>
          </p:cNvPr>
          <p:cNvSpPr txBox="1"/>
          <p:nvPr/>
        </p:nvSpPr>
        <p:spPr>
          <a:xfrm>
            <a:off x="609600" y="2590800"/>
            <a:ext cx="10820400" cy="954107"/>
          </a:xfrm>
          <a:prstGeom prst="rect">
            <a:avLst/>
          </a:prstGeom>
          <a:noFill/>
        </p:spPr>
        <p:txBody>
          <a:bodyPr wrap="square">
            <a:spAutoFit/>
          </a:bodyPr>
          <a:lstStyle/>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Cores are used to form internal cavities, recesses, undercuts, and other features in castings that the mold itself cannot create. </a:t>
            </a:r>
          </a:p>
        </p:txBody>
      </p:sp>
      <p:sp>
        <p:nvSpPr>
          <p:cNvPr id="8" name="Rectangle 2">
            <a:extLst>
              <a:ext uri="{FF2B5EF4-FFF2-40B4-BE49-F238E27FC236}">
                <a16:creationId xmlns:a16="http://schemas.microsoft.com/office/drawing/2014/main" id="{7D8DF78D-ABF4-4D1C-618B-BEBAF4418434}"/>
              </a:ext>
            </a:extLst>
          </p:cNvPr>
          <p:cNvSpPr txBox="1">
            <a:spLocks noChangeArrowheads="1"/>
          </p:cNvSpPr>
          <p:nvPr/>
        </p:nvSpPr>
        <p:spPr>
          <a:xfrm>
            <a:off x="5105400" y="351670"/>
            <a:ext cx="1524000" cy="533400"/>
          </a:xfrm>
          <a:prstGeom prst="rect">
            <a:avLst/>
          </a:prstGeom>
          <a:noFill/>
        </p:spPr>
        <p:txBody>
          <a:bodyPr wrap="square" lIns="0" tIns="0" rIns="0" bIns="0">
            <a:noAutofit/>
          </a:bodyPr>
          <a:lstStyle>
            <a:lvl1pPr>
              <a:defRPr sz="4800" b="0" i="0">
                <a:solidFill>
                  <a:srgbClr val="2E5496"/>
                </a:solidFill>
                <a:latin typeface="Times New Roman"/>
                <a:ea typeface="+mj-ea"/>
                <a:cs typeface="Times New Roman"/>
              </a:defRPr>
            </a:lvl1pPr>
          </a:lstStyle>
          <a:p>
            <a:pPr algn="l"/>
            <a:r>
              <a:rPr lang="en-US" sz="4000" b="1" kern="0" dirty="0">
                <a:solidFill>
                  <a:schemeClr val="accent1">
                    <a:lumMod val="50000"/>
                  </a:schemeClr>
                </a:solidFill>
              </a:rPr>
              <a:t>Core</a:t>
            </a:r>
          </a:p>
        </p:txBody>
      </p:sp>
    </p:spTree>
    <p:extLst>
      <p:ext uri="{BB962C8B-B14F-4D97-AF65-F5344CB8AC3E}">
        <p14:creationId xmlns:p14="http://schemas.microsoft.com/office/powerpoint/2010/main" val="4229296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74ADE9BA-3168-31B2-487B-1C91ECD5FB4E}"/>
              </a:ext>
            </a:extLst>
          </p:cNvPr>
          <p:cNvSpPr txBox="1">
            <a:spLocks noChangeArrowheads="1"/>
          </p:cNvSpPr>
          <p:nvPr/>
        </p:nvSpPr>
        <p:spPr>
          <a:xfrm>
            <a:off x="2362200" y="304800"/>
            <a:ext cx="7239000" cy="533400"/>
          </a:xfrm>
          <a:prstGeom prst="rect">
            <a:avLst/>
          </a:prstGeom>
          <a:noFill/>
        </p:spPr>
        <p:txBody>
          <a:bodyPr wrap="square" lIns="0" tIns="0" rIns="0" bIns="0">
            <a:noAutofit/>
          </a:bodyPr>
          <a:lstStyle>
            <a:lvl1pPr>
              <a:defRPr sz="4800" b="0" i="0">
                <a:solidFill>
                  <a:srgbClr val="2E5496"/>
                </a:solidFill>
                <a:latin typeface="Times New Roman"/>
                <a:ea typeface="+mj-ea"/>
                <a:cs typeface="Times New Roman"/>
              </a:defRPr>
            </a:lvl1pPr>
          </a:lstStyle>
          <a:p>
            <a:pPr algn="l"/>
            <a:r>
              <a:rPr lang="en-US" sz="4000" b="1" kern="0" dirty="0">
                <a:solidFill>
                  <a:schemeClr val="accent1">
                    <a:lumMod val="50000"/>
                  </a:schemeClr>
                </a:solidFill>
              </a:rPr>
              <a:t>Core making steps</a:t>
            </a:r>
          </a:p>
        </p:txBody>
      </p:sp>
      <p:sp>
        <p:nvSpPr>
          <p:cNvPr id="6" name="Text Placeholder 5">
            <a:extLst>
              <a:ext uri="{FF2B5EF4-FFF2-40B4-BE49-F238E27FC236}">
                <a16:creationId xmlns:a16="http://schemas.microsoft.com/office/drawing/2014/main" id="{23ACCD1B-ABE2-8D92-A481-2EB16C58DCE6}"/>
              </a:ext>
            </a:extLst>
          </p:cNvPr>
          <p:cNvSpPr>
            <a:spLocks noGrp="1"/>
          </p:cNvSpPr>
          <p:nvPr>
            <p:ph type="body" idx="1"/>
          </p:nvPr>
        </p:nvSpPr>
        <p:spPr>
          <a:xfrm>
            <a:off x="609600" y="1479285"/>
            <a:ext cx="10522102" cy="4308872"/>
          </a:xfrm>
        </p:spPr>
        <p:txBody>
          <a:bodyPr/>
          <a:lstStyle/>
          <a:p>
            <a:pPr algn="just"/>
            <a:r>
              <a:rPr lang="en-IN" sz="2800" b="1" dirty="0">
                <a:solidFill>
                  <a:srgbClr val="C00000"/>
                </a:solidFill>
                <a:latin typeface="Times New Roman" panose="02020603050405020304" pitchFamily="18" charset="0"/>
                <a:cs typeface="Times New Roman" panose="02020603050405020304" pitchFamily="18" charset="0"/>
              </a:rPr>
              <a:t>Selection of Sand: </a:t>
            </a:r>
            <a:r>
              <a:rPr lang="en-IN" sz="2800" dirty="0">
                <a:latin typeface="Times New Roman" panose="02020603050405020304" pitchFamily="18" charset="0"/>
                <a:cs typeface="Times New Roman" panose="02020603050405020304" pitchFamily="18" charset="0"/>
              </a:rPr>
              <a:t>Properties of core sand are highly crucial and are required to have characteristics like permeability, green strength, refractoriness, flowability, collapsibility, adhesiveness, cohesiveness, and dry strength.</a:t>
            </a:r>
          </a:p>
          <a:p>
            <a:pPr algn="just"/>
            <a:r>
              <a:rPr lang="en-IN" sz="2800" b="1" dirty="0">
                <a:solidFill>
                  <a:srgbClr val="C00000"/>
                </a:solidFill>
                <a:latin typeface="Times New Roman" panose="02020603050405020304" pitchFamily="18" charset="0"/>
                <a:cs typeface="Times New Roman" panose="02020603050405020304" pitchFamily="18" charset="0"/>
              </a:rPr>
              <a:t>Mixing of sand with additives: </a:t>
            </a:r>
            <a:r>
              <a:rPr lang="en-IN" sz="2800" dirty="0">
                <a:latin typeface="Times New Roman" panose="02020603050405020304" pitchFamily="18" charset="0"/>
                <a:cs typeface="Times New Roman" panose="02020603050405020304" pitchFamily="18" charset="0"/>
              </a:rPr>
              <a:t>After thorough mixing of sand, binder is added to the silica sand with moisture content and other additives like coal dust, dextrin, or silica flour to create a mixture. </a:t>
            </a:r>
          </a:p>
          <a:p>
            <a:pPr algn="just"/>
            <a:r>
              <a:rPr lang="en-IN" sz="2800" b="1" dirty="0">
                <a:solidFill>
                  <a:srgbClr val="C00000"/>
                </a:solidFill>
                <a:latin typeface="Times New Roman" panose="02020603050405020304" pitchFamily="18" charset="0"/>
                <a:cs typeface="Times New Roman" panose="02020603050405020304" pitchFamily="18" charset="0"/>
              </a:rPr>
              <a:t>Blowing or Shooting: </a:t>
            </a:r>
            <a:r>
              <a:rPr lang="en-IN" sz="2800" dirty="0">
                <a:latin typeface="Times New Roman" panose="02020603050405020304" pitchFamily="18" charset="0"/>
                <a:cs typeface="Times New Roman" panose="02020603050405020304" pitchFamily="18" charset="0"/>
              </a:rPr>
              <a:t>Mixture is blown into the core box, This process is also referred to as core shooting process and modern foundries use dedicated core blowing/shooting machines for optimal production.</a:t>
            </a:r>
          </a:p>
        </p:txBody>
      </p:sp>
    </p:spTree>
    <p:extLst>
      <p:ext uri="{BB962C8B-B14F-4D97-AF65-F5344CB8AC3E}">
        <p14:creationId xmlns:p14="http://schemas.microsoft.com/office/powerpoint/2010/main" val="9652615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71402F-9732-ACDC-663A-5C800828D4D8}"/>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4191ED0D-434B-DD15-F13B-F9A42CFFF764}"/>
              </a:ext>
            </a:extLst>
          </p:cNvPr>
          <p:cNvSpPr txBox="1">
            <a:spLocks noChangeArrowheads="1"/>
          </p:cNvSpPr>
          <p:nvPr/>
        </p:nvSpPr>
        <p:spPr>
          <a:xfrm>
            <a:off x="2362200" y="304800"/>
            <a:ext cx="7239000" cy="533400"/>
          </a:xfrm>
          <a:prstGeom prst="rect">
            <a:avLst/>
          </a:prstGeom>
          <a:noFill/>
        </p:spPr>
        <p:txBody>
          <a:bodyPr wrap="square" lIns="0" tIns="0" rIns="0" bIns="0">
            <a:noAutofit/>
          </a:bodyPr>
          <a:lstStyle>
            <a:lvl1pPr>
              <a:defRPr sz="4800" b="0" i="0">
                <a:solidFill>
                  <a:srgbClr val="2E5496"/>
                </a:solidFill>
                <a:latin typeface="Times New Roman"/>
                <a:ea typeface="+mj-ea"/>
                <a:cs typeface="Times New Roman"/>
              </a:defRPr>
            </a:lvl1pPr>
          </a:lstStyle>
          <a:p>
            <a:pPr algn="l"/>
            <a:r>
              <a:rPr lang="en-US" sz="4000" b="1" kern="0" dirty="0">
                <a:solidFill>
                  <a:schemeClr val="accent1">
                    <a:lumMod val="50000"/>
                  </a:schemeClr>
                </a:solidFill>
              </a:rPr>
              <a:t>Core making steps</a:t>
            </a:r>
          </a:p>
        </p:txBody>
      </p:sp>
      <p:sp>
        <p:nvSpPr>
          <p:cNvPr id="6" name="Text Placeholder 5">
            <a:extLst>
              <a:ext uri="{FF2B5EF4-FFF2-40B4-BE49-F238E27FC236}">
                <a16:creationId xmlns:a16="http://schemas.microsoft.com/office/drawing/2014/main" id="{3B94172F-6B82-7B29-C2C6-E1A21C90AE45}"/>
              </a:ext>
            </a:extLst>
          </p:cNvPr>
          <p:cNvSpPr>
            <a:spLocks noGrp="1"/>
          </p:cNvSpPr>
          <p:nvPr>
            <p:ph type="body" idx="1"/>
          </p:nvPr>
        </p:nvSpPr>
        <p:spPr>
          <a:xfrm>
            <a:off x="609600" y="1479285"/>
            <a:ext cx="10522102" cy="4308872"/>
          </a:xfrm>
        </p:spPr>
        <p:txBody>
          <a:bodyPr/>
          <a:lstStyle/>
          <a:p>
            <a:pPr algn="just"/>
            <a:r>
              <a:rPr lang="en-IN" sz="2800" b="1" dirty="0">
                <a:solidFill>
                  <a:srgbClr val="C00000"/>
                </a:solidFill>
                <a:latin typeface="Times New Roman" panose="02020603050405020304" pitchFamily="18" charset="0"/>
                <a:cs typeface="Times New Roman" panose="02020603050405020304" pitchFamily="18" charset="0"/>
              </a:rPr>
              <a:t>Venting: </a:t>
            </a:r>
            <a:r>
              <a:rPr lang="en-IN" sz="2800" dirty="0">
                <a:latin typeface="Times New Roman" panose="02020603050405020304" pitchFamily="18" charset="0"/>
                <a:cs typeface="Times New Roman" panose="02020603050405020304" pitchFamily="18" charset="0"/>
              </a:rPr>
              <a:t>It is essential to provide a venting passage gases as if remain entrapped inside the </a:t>
            </a:r>
            <a:r>
              <a:rPr lang="en-IN" sz="2800" dirty="0" err="1">
                <a:latin typeface="Times New Roman" panose="02020603050405020304" pitchFamily="18" charset="0"/>
                <a:cs typeface="Times New Roman" panose="02020603050405020304" pitchFamily="18" charset="0"/>
              </a:rPr>
              <a:t>mold</a:t>
            </a:r>
            <a:r>
              <a:rPr lang="en-IN" sz="2800" dirty="0">
                <a:latin typeface="Times New Roman" panose="02020603050405020304" pitchFamily="18" charset="0"/>
                <a:cs typeface="Times New Roman" panose="02020603050405020304" pitchFamily="18" charset="0"/>
              </a:rPr>
              <a:t>, these gases can result in casting defects. Therefore, to obtain good permeability additional venting holes are made in the cores.</a:t>
            </a:r>
          </a:p>
          <a:p>
            <a:pPr algn="just"/>
            <a:r>
              <a:rPr lang="en-IN" sz="2800" b="1" dirty="0">
                <a:solidFill>
                  <a:srgbClr val="C00000"/>
                </a:solidFill>
                <a:latin typeface="Times New Roman" panose="02020603050405020304" pitchFamily="18" charset="0"/>
                <a:cs typeface="Times New Roman" panose="02020603050405020304" pitchFamily="18" charset="0"/>
              </a:rPr>
              <a:t>Reinforcement of Cores: </a:t>
            </a:r>
            <a:r>
              <a:rPr lang="en-IN" sz="2800" dirty="0">
                <a:latin typeface="Times New Roman" panose="02020603050405020304" pitchFamily="18" charset="0"/>
                <a:cs typeface="Times New Roman" panose="02020603050405020304" pitchFamily="18" charset="0"/>
              </a:rPr>
              <a:t>Some cores, heavy &amp; large cores in particular, might need additional reinforcement material like cast iron grids or low-carbon steel wires to maintain coherence.</a:t>
            </a:r>
          </a:p>
          <a:p>
            <a:pPr algn="just"/>
            <a:r>
              <a:rPr lang="en-IN" sz="2800" b="1" dirty="0">
                <a:solidFill>
                  <a:srgbClr val="C00000"/>
                </a:solidFill>
                <a:latin typeface="Times New Roman" panose="02020603050405020304" pitchFamily="18" charset="0"/>
                <a:cs typeface="Times New Roman" panose="02020603050405020304" pitchFamily="18" charset="0"/>
              </a:rPr>
              <a:t>Baking of Cores: </a:t>
            </a:r>
            <a:r>
              <a:rPr lang="en-IN" sz="2800" dirty="0">
                <a:latin typeface="Times New Roman" panose="02020603050405020304" pitchFamily="18" charset="0"/>
                <a:cs typeface="Times New Roman" panose="02020603050405020304" pitchFamily="18" charset="0"/>
              </a:rPr>
              <a:t>To obtain strength baking of sand cores is done in conventional oven at temperature between 200° C to 250° C (392° F and 482° F), the heat causes the binder to polymerize.</a:t>
            </a:r>
          </a:p>
        </p:txBody>
      </p:sp>
    </p:spTree>
    <p:extLst>
      <p:ext uri="{BB962C8B-B14F-4D97-AF65-F5344CB8AC3E}">
        <p14:creationId xmlns:p14="http://schemas.microsoft.com/office/powerpoint/2010/main" val="21400196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C5D0D6-31D5-F7DD-3AC6-72F587ADFEAB}"/>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3F1C1C99-4A38-C34D-B3C8-1E7DCEA970D1}"/>
              </a:ext>
            </a:extLst>
          </p:cNvPr>
          <p:cNvSpPr txBox="1">
            <a:spLocks noChangeArrowheads="1"/>
          </p:cNvSpPr>
          <p:nvPr/>
        </p:nvSpPr>
        <p:spPr>
          <a:xfrm>
            <a:off x="2362200" y="304800"/>
            <a:ext cx="7239000" cy="533400"/>
          </a:xfrm>
          <a:prstGeom prst="rect">
            <a:avLst/>
          </a:prstGeom>
          <a:noFill/>
        </p:spPr>
        <p:txBody>
          <a:bodyPr wrap="square" lIns="0" tIns="0" rIns="0" bIns="0">
            <a:noAutofit/>
          </a:bodyPr>
          <a:lstStyle>
            <a:lvl1pPr>
              <a:defRPr sz="4800" b="0" i="0">
                <a:solidFill>
                  <a:srgbClr val="2E5496"/>
                </a:solidFill>
                <a:latin typeface="Times New Roman"/>
                <a:ea typeface="+mj-ea"/>
                <a:cs typeface="Times New Roman"/>
              </a:defRPr>
            </a:lvl1pPr>
          </a:lstStyle>
          <a:p>
            <a:pPr algn="l"/>
            <a:r>
              <a:rPr lang="en-US" sz="4000" b="1" kern="0" dirty="0">
                <a:solidFill>
                  <a:schemeClr val="accent1">
                    <a:lumMod val="50000"/>
                  </a:schemeClr>
                </a:solidFill>
              </a:rPr>
              <a:t>Core making steps</a:t>
            </a:r>
          </a:p>
        </p:txBody>
      </p:sp>
      <p:sp>
        <p:nvSpPr>
          <p:cNvPr id="6" name="Text Placeholder 5">
            <a:extLst>
              <a:ext uri="{FF2B5EF4-FFF2-40B4-BE49-F238E27FC236}">
                <a16:creationId xmlns:a16="http://schemas.microsoft.com/office/drawing/2014/main" id="{A9D9BED5-90C7-8D9E-B2E9-5432B766DEFB}"/>
              </a:ext>
            </a:extLst>
          </p:cNvPr>
          <p:cNvSpPr>
            <a:spLocks noGrp="1"/>
          </p:cNvSpPr>
          <p:nvPr>
            <p:ph type="body" idx="1"/>
          </p:nvPr>
        </p:nvSpPr>
        <p:spPr>
          <a:xfrm>
            <a:off x="609600" y="1479285"/>
            <a:ext cx="10522102" cy="5170646"/>
          </a:xfrm>
        </p:spPr>
        <p:txBody>
          <a:bodyPr/>
          <a:lstStyle/>
          <a:p>
            <a:pPr algn="just"/>
            <a:r>
              <a:rPr lang="en-IN" sz="2800" b="1" dirty="0">
                <a:solidFill>
                  <a:srgbClr val="C00000"/>
                </a:solidFill>
                <a:latin typeface="Times New Roman" panose="02020603050405020304" pitchFamily="18" charset="0"/>
                <a:cs typeface="Times New Roman" panose="02020603050405020304" pitchFamily="18" charset="0"/>
              </a:rPr>
              <a:t>Cleaning &amp; Finishing: </a:t>
            </a:r>
            <a:r>
              <a:rPr lang="en-IN" sz="2800" dirty="0">
                <a:latin typeface="Times New Roman" panose="02020603050405020304" pitchFamily="18" charset="0"/>
                <a:cs typeface="Times New Roman" panose="02020603050405020304" pitchFamily="18" charset="0"/>
              </a:rPr>
              <a:t>After baking, following methods are used to clean cores -</a:t>
            </a:r>
          </a:p>
          <a:p>
            <a:pPr lvl="0" algn="just"/>
            <a:r>
              <a:rPr lang="en-IN" sz="2800" dirty="0">
                <a:solidFill>
                  <a:srgbClr val="00B050"/>
                </a:solidFill>
                <a:latin typeface="Times New Roman" panose="02020603050405020304" pitchFamily="18" charset="0"/>
                <a:cs typeface="Times New Roman" panose="02020603050405020304" pitchFamily="18" charset="0"/>
              </a:rPr>
              <a:t>Trimming</a:t>
            </a:r>
            <a:r>
              <a:rPr lang="en-IN" sz="2800" dirty="0">
                <a:latin typeface="Times New Roman" panose="02020603050405020304" pitchFamily="18" charset="0"/>
                <a:cs typeface="Times New Roman" panose="02020603050405020304" pitchFamily="18" charset="0"/>
              </a:rPr>
              <a:t> of cores involve removing loose pieces and other unwanted projections</a:t>
            </a:r>
          </a:p>
          <a:p>
            <a:pPr lvl="0" algn="just"/>
            <a:r>
              <a:rPr lang="en-IN" sz="2800" dirty="0">
                <a:solidFill>
                  <a:srgbClr val="00B050"/>
                </a:solidFill>
                <a:latin typeface="Times New Roman" panose="02020603050405020304" pitchFamily="18" charset="0"/>
                <a:cs typeface="Times New Roman" panose="02020603050405020304" pitchFamily="18" charset="0"/>
              </a:rPr>
              <a:t>Brushing</a:t>
            </a:r>
            <a:r>
              <a:rPr lang="en-IN" sz="2800" dirty="0">
                <a:latin typeface="Times New Roman" panose="02020603050405020304" pitchFamily="18" charset="0"/>
                <a:cs typeface="Times New Roman" panose="02020603050405020304" pitchFamily="18" charset="0"/>
              </a:rPr>
              <a:t> is used to remove loose sand off the core with fine wire brush</a:t>
            </a:r>
          </a:p>
          <a:p>
            <a:pPr lvl="0" algn="just"/>
            <a:r>
              <a:rPr lang="en-IN" sz="2800" dirty="0">
                <a:solidFill>
                  <a:srgbClr val="00B050"/>
                </a:solidFill>
                <a:latin typeface="Times New Roman" panose="02020603050405020304" pitchFamily="18" charset="0"/>
                <a:cs typeface="Times New Roman" panose="02020603050405020304" pitchFamily="18" charset="0"/>
              </a:rPr>
              <a:t>Coating</a:t>
            </a:r>
            <a:r>
              <a:rPr lang="en-IN" sz="2800" dirty="0">
                <a:latin typeface="Times New Roman" panose="02020603050405020304" pitchFamily="18" charset="0"/>
                <a:cs typeface="Times New Roman" panose="02020603050405020304" pitchFamily="18" charset="0"/>
              </a:rPr>
              <a:t> is crucial step for finishing and involves coating of cores with refractory material to improve heat resistance.</a:t>
            </a:r>
          </a:p>
          <a:p>
            <a:pPr algn="just"/>
            <a:r>
              <a:rPr lang="en-IN" sz="2800" b="1" dirty="0">
                <a:solidFill>
                  <a:srgbClr val="C00000"/>
                </a:solidFill>
                <a:latin typeface="Times New Roman" panose="02020603050405020304" pitchFamily="18" charset="0"/>
                <a:cs typeface="Times New Roman" panose="02020603050405020304" pitchFamily="18" charset="0"/>
              </a:rPr>
              <a:t>Inspection: </a:t>
            </a:r>
            <a:r>
              <a:rPr lang="en-IN" sz="2800" dirty="0">
                <a:latin typeface="Times New Roman" panose="02020603050405020304" pitchFamily="18" charset="0"/>
                <a:cs typeface="Times New Roman" panose="02020603050405020304" pitchFamily="18" charset="0"/>
              </a:rPr>
              <a:t>This step includes either manual or machine inspection of the cores for dimensional accuracy.</a:t>
            </a:r>
          </a:p>
          <a:p>
            <a:pPr algn="just"/>
            <a:r>
              <a:rPr lang="en-IN" sz="2800" b="1" dirty="0">
                <a:solidFill>
                  <a:srgbClr val="C00000"/>
                </a:solidFill>
                <a:latin typeface="Times New Roman" panose="02020603050405020304" pitchFamily="18" charset="0"/>
                <a:cs typeface="Times New Roman" panose="02020603050405020304" pitchFamily="18" charset="0"/>
              </a:rPr>
              <a:t>Assembling: </a:t>
            </a:r>
            <a:r>
              <a:rPr lang="en-IN" sz="2800" dirty="0">
                <a:latin typeface="Times New Roman" panose="02020603050405020304" pitchFamily="18" charset="0"/>
                <a:cs typeface="Times New Roman" panose="02020603050405020304" pitchFamily="18" charset="0"/>
              </a:rPr>
              <a:t>This includes assembling of multiple cores together with core glue and placement of core in mould as in figure provided in next slide.</a:t>
            </a:r>
          </a:p>
        </p:txBody>
      </p:sp>
    </p:spTree>
    <p:extLst>
      <p:ext uri="{BB962C8B-B14F-4D97-AF65-F5344CB8AC3E}">
        <p14:creationId xmlns:p14="http://schemas.microsoft.com/office/powerpoint/2010/main" val="30228708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Number Placeholder 5"/>
          <p:cNvSpPr>
            <a:spLocks noGrp="1"/>
          </p:cNvSpPr>
          <p:nvPr>
            <p:ph type="sldNum" sz="quarter" idx="12"/>
          </p:nvPr>
        </p:nvSpPr>
        <p:spPr bwMode="auto">
          <a:xfrm>
            <a:off x="6096000" y="6381750"/>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marL="0" algn="r" defTabSz="914400" rtl="0" eaLnBrk="1" latinLnBrk="0" hangingPunct="1">
              <a:defRPr sz="1400" b="1" kern="1200">
                <a:solidFill>
                  <a:schemeClr val="accent2"/>
                </a:solidFill>
                <a:effectLst>
                  <a:outerShdw blurRad="38100" dist="38100" dir="2700000" algn="tl">
                    <a:srgbClr val="C0C0C0"/>
                  </a:outerShdw>
                </a:effectLst>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defRPr/>
            </a:pPr>
            <a:fld id="{AD3C0304-0D27-496D-BE22-8732DF9F73B0}" type="slidenum">
              <a:rPr lang="en-US" smtClean="0">
                <a:solidFill>
                  <a:srgbClr val="333399"/>
                </a:solidFill>
                <a:latin typeface="Arial" charset="0"/>
              </a:rPr>
              <a:pPr fontAlgn="base">
                <a:spcBef>
                  <a:spcPct val="0"/>
                </a:spcBef>
                <a:spcAft>
                  <a:spcPct val="0"/>
                </a:spcAft>
                <a:defRPr/>
              </a:pPr>
              <a:t>13</a:t>
            </a:fld>
            <a:endParaRPr lang="en-US"/>
          </a:p>
        </p:txBody>
      </p:sp>
      <p:grpSp>
        <p:nvGrpSpPr>
          <p:cNvPr id="32" name="Group 31">
            <a:extLst>
              <a:ext uri="{FF2B5EF4-FFF2-40B4-BE49-F238E27FC236}">
                <a16:creationId xmlns:a16="http://schemas.microsoft.com/office/drawing/2014/main" id="{9FE34BFE-B3D6-0B4E-D220-C3D192E81B63}"/>
              </a:ext>
            </a:extLst>
          </p:cNvPr>
          <p:cNvGrpSpPr/>
          <p:nvPr/>
        </p:nvGrpSpPr>
        <p:grpSpPr>
          <a:xfrm>
            <a:off x="1132313" y="2298700"/>
            <a:ext cx="4229100" cy="2882900"/>
            <a:chOff x="1524000" y="2984500"/>
            <a:chExt cx="4229100" cy="2882900"/>
          </a:xfrm>
        </p:grpSpPr>
        <p:grpSp>
          <p:nvGrpSpPr>
            <p:cNvPr id="222298" name="Group 249"/>
            <p:cNvGrpSpPr>
              <a:grpSpLocks/>
            </p:cNvGrpSpPr>
            <p:nvPr/>
          </p:nvGrpSpPr>
          <p:grpSpPr bwMode="auto">
            <a:xfrm>
              <a:off x="3073400" y="3962400"/>
              <a:ext cx="1676400" cy="533400"/>
              <a:chOff x="4240" y="2480"/>
              <a:chExt cx="1056" cy="336"/>
            </a:xfrm>
          </p:grpSpPr>
          <p:sp>
            <p:nvSpPr>
              <p:cNvPr id="22859" name="Line 250"/>
              <p:cNvSpPr>
                <a:spLocks noChangeShapeType="1"/>
              </p:cNvSpPr>
              <p:nvPr/>
            </p:nvSpPr>
            <p:spPr bwMode="auto">
              <a:xfrm flipH="1">
                <a:off x="4864" y="2624"/>
                <a:ext cx="432" cy="0"/>
              </a:xfrm>
              <a:prstGeom prst="line">
                <a:avLst/>
              </a:prstGeom>
              <a:noFill/>
              <a:ln w="28575">
                <a:solidFill>
                  <a:schemeClr val="tx1"/>
                </a:solidFill>
                <a:round/>
                <a:headEnd/>
                <a:tailEnd/>
              </a:ln>
            </p:spPr>
            <p:txBody>
              <a:bodyPr/>
              <a:lstStyle/>
              <a:p>
                <a:endParaRPr lang="en-US"/>
              </a:p>
            </p:txBody>
          </p:sp>
          <p:grpSp>
            <p:nvGrpSpPr>
              <p:cNvPr id="222299" name="Group 251"/>
              <p:cNvGrpSpPr>
                <a:grpSpLocks/>
              </p:cNvGrpSpPr>
              <p:nvPr/>
            </p:nvGrpSpPr>
            <p:grpSpPr bwMode="auto">
              <a:xfrm>
                <a:off x="4240" y="2480"/>
                <a:ext cx="1056" cy="336"/>
                <a:chOff x="1536" y="2256"/>
                <a:chExt cx="1056" cy="336"/>
              </a:xfrm>
            </p:grpSpPr>
            <p:sp>
              <p:nvSpPr>
                <p:cNvPr id="22863" name="Line 252"/>
                <p:cNvSpPr>
                  <a:spLocks noChangeShapeType="1"/>
                </p:cNvSpPr>
                <p:nvPr/>
              </p:nvSpPr>
              <p:spPr bwMode="auto">
                <a:xfrm flipV="1">
                  <a:off x="1536" y="2400"/>
                  <a:ext cx="0" cy="192"/>
                </a:xfrm>
                <a:prstGeom prst="line">
                  <a:avLst/>
                </a:prstGeom>
                <a:noFill/>
                <a:ln w="28575">
                  <a:solidFill>
                    <a:schemeClr val="tx1"/>
                  </a:solidFill>
                  <a:round/>
                  <a:headEnd/>
                  <a:tailEnd/>
                </a:ln>
              </p:spPr>
              <p:txBody>
                <a:bodyPr/>
                <a:lstStyle/>
                <a:p>
                  <a:endParaRPr lang="en-US"/>
                </a:p>
              </p:txBody>
            </p:sp>
            <p:sp>
              <p:nvSpPr>
                <p:cNvPr id="22864" name="Line 253"/>
                <p:cNvSpPr>
                  <a:spLocks noChangeShapeType="1"/>
                </p:cNvSpPr>
                <p:nvPr/>
              </p:nvSpPr>
              <p:spPr bwMode="auto">
                <a:xfrm>
                  <a:off x="2592" y="2400"/>
                  <a:ext cx="0" cy="192"/>
                </a:xfrm>
                <a:prstGeom prst="line">
                  <a:avLst/>
                </a:prstGeom>
                <a:noFill/>
                <a:ln w="28575">
                  <a:solidFill>
                    <a:schemeClr val="tx1"/>
                  </a:solidFill>
                  <a:round/>
                  <a:headEnd/>
                  <a:tailEnd/>
                </a:ln>
              </p:spPr>
              <p:txBody>
                <a:bodyPr/>
                <a:lstStyle/>
                <a:p>
                  <a:endParaRPr lang="en-US"/>
                </a:p>
              </p:txBody>
            </p:sp>
            <p:sp>
              <p:nvSpPr>
                <p:cNvPr id="22865" name="Line 254"/>
                <p:cNvSpPr>
                  <a:spLocks noChangeShapeType="1"/>
                </p:cNvSpPr>
                <p:nvPr/>
              </p:nvSpPr>
              <p:spPr bwMode="auto">
                <a:xfrm>
                  <a:off x="1536" y="2592"/>
                  <a:ext cx="1056" cy="0"/>
                </a:xfrm>
                <a:prstGeom prst="line">
                  <a:avLst/>
                </a:prstGeom>
                <a:noFill/>
                <a:ln w="28575">
                  <a:solidFill>
                    <a:schemeClr val="tx1"/>
                  </a:solidFill>
                  <a:round/>
                  <a:headEnd/>
                  <a:tailEnd/>
                </a:ln>
              </p:spPr>
              <p:txBody>
                <a:bodyPr/>
                <a:lstStyle/>
                <a:p>
                  <a:endParaRPr lang="en-US"/>
                </a:p>
              </p:txBody>
            </p:sp>
            <p:sp>
              <p:nvSpPr>
                <p:cNvPr id="22866" name="Line 255"/>
                <p:cNvSpPr>
                  <a:spLocks noChangeShapeType="1"/>
                </p:cNvSpPr>
                <p:nvPr/>
              </p:nvSpPr>
              <p:spPr bwMode="auto">
                <a:xfrm>
                  <a:off x="1536" y="2400"/>
                  <a:ext cx="432" cy="0"/>
                </a:xfrm>
                <a:prstGeom prst="line">
                  <a:avLst/>
                </a:prstGeom>
                <a:noFill/>
                <a:ln w="28575">
                  <a:solidFill>
                    <a:schemeClr val="tx1"/>
                  </a:solidFill>
                  <a:round/>
                  <a:headEnd/>
                  <a:tailEnd/>
                </a:ln>
              </p:spPr>
              <p:txBody>
                <a:bodyPr/>
                <a:lstStyle/>
                <a:p>
                  <a:endParaRPr lang="en-US"/>
                </a:p>
              </p:txBody>
            </p:sp>
            <p:sp>
              <p:nvSpPr>
                <p:cNvPr id="22867" name="Line 256"/>
                <p:cNvSpPr>
                  <a:spLocks noChangeShapeType="1"/>
                </p:cNvSpPr>
                <p:nvPr/>
              </p:nvSpPr>
              <p:spPr bwMode="auto">
                <a:xfrm flipV="1">
                  <a:off x="1960" y="2256"/>
                  <a:ext cx="0" cy="144"/>
                </a:xfrm>
                <a:prstGeom prst="line">
                  <a:avLst/>
                </a:prstGeom>
                <a:noFill/>
                <a:ln w="28575">
                  <a:solidFill>
                    <a:schemeClr val="tx1"/>
                  </a:solidFill>
                  <a:round/>
                  <a:headEnd/>
                  <a:tailEnd/>
                </a:ln>
              </p:spPr>
              <p:txBody>
                <a:bodyPr/>
                <a:lstStyle/>
                <a:p>
                  <a:endParaRPr lang="en-US"/>
                </a:p>
              </p:txBody>
            </p:sp>
            <p:sp>
              <p:nvSpPr>
                <p:cNvPr id="22868" name="Line 257"/>
                <p:cNvSpPr>
                  <a:spLocks noChangeShapeType="1"/>
                </p:cNvSpPr>
                <p:nvPr/>
              </p:nvSpPr>
              <p:spPr bwMode="auto">
                <a:xfrm flipV="1">
                  <a:off x="2160" y="2256"/>
                  <a:ext cx="0" cy="144"/>
                </a:xfrm>
                <a:prstGeom prst="line">
                  <a:avLst/>
                </a:prstGeom>
                <a:noFill/>
                <a:ln w="28575">
                  <a:solidFill>
                    <a:schemeClr val="tx1"/>
                  </a:solidFill>
                  <a:round/>
                  <a:headEnd/>
                  <a:tailEnd/>
                </a:ln>
              </p:spPr>
              <p:txBody>
                <a:bodyPr/>
                <a:lstStyle/>
                <a:p>
                  <a:endParaRPr lang="en-US"/>
                </a:p>
              </p:txBody>
            </p:sp>
            <p:sp>
              <p:nvSpPr>
                <p:cNvPr id="22869" name="Line 258"/>
                <p:cNvSpPr>
                  <a:spLocks noChangeShapeType="1"/>
                </p:cNvSpPr>
                <p:nvPr/>
              </p:nvSpPr>
              <p:spPr bwMode="auto">
                <a:xfrm>
                  <a:off x="1968" y="2256"/>
                  <a:ext cx="192" cy="0"/>
                </a:xfrm>
                <a:prstGeom prst="line">
                  <a:avLst/>
                </a:prstGeom>
                <a:noFill/>
                <a:ln w="28575">
                  <a:solidFill>
                    <a:schemeClr val="tx1"/>
                  </a:solidFill>
                  <a:round/>
                  <a:headEnd/>
                  <a:tailEnd/>
                </a:ln>
              </p:spPr>
              <p:txBody>
                <a:bodyPr/>
                <a:lstStyle/>
                <a:p>
                  <a:endParaRPr lang="en-US"/>
                </a:p>
              </p:txBody>
            </p:sp>
          </p:grpSp>
          <p:sp>
            <p:nvSpPr>
              <p:cNvPr id="22861" name="Freeform 259"/>
              <p:cNvSpPr>
                <a:spLocks/>
              </p:cNvSpPr>
              <p:nvPr/>
            </p:nvSpPr>
            <p:spPr bwMode="auto">
              <a:xfrm>
                <a:off x="4328" y="2624"/>
                <a:ext cx="240" cy="104"/>
              </a:xfrm>
              <a:custGeom>
                <a:avLst/>
                <a:gdLst>
                  <a:gd name="T0" fmla="*/ 0 w 712"/>
                  <a:gd name="T1" fmla="*/ 12 h 496"/>
                  <a:gd name="T2" fmla="*/ 13 w 712"/>
                  <a:gd name="T3" fmla="*/ 35 h 496"/>
                  <a:gd name="T4" fmla="*/ 35 w 712"/>
                  <a:gd name="T5" fmla="*/ 74 h 496"/>
                  <a:gd name="T6" fmla="*/ 40 w 712"/>
                  <a:gd name="T7" fmla="*/ 82 h 496"/>
                  <a:gd name="T8" fmla="*/ 97 w 712"/>
                  <a:gd name="T9" fmla="*/ 104 h 496"/>
                  <a:gd name="T10" fmla="*/ 135 w 712"/>
                  <a:gd name="T11" fmla="*/ 96 h 496"/>
                  <a:gd name="T12" fmla="*/ 151 w 712"/>
                  <a:gd name="T13" fmla="*/ 89 h 496"/>
                  <a:gd name="T14" fmla="*/ 164 w 712"/>
                  <a:gd name="T15" fmla="*/ 72 h 496"/>
                  <a:gd name="T16" fmla="*/ 173 w 712"/>
                  <a:gd name="T17" fmla="*/ 65 h 496"/>
                  <a:gd name="T18" fmla="*/ 200 w 712"/>
                  <a:gd name="T19" fmla="*/ 35 h 496"/>
                  <a:gd name="T20" fmla="*/ 240 w 712"/>
                  <a:gd name="T21" fmla="*/ 0 h 49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12"/>
                  <a:gd name="T34" fmla="*/ 0 h 496"/>
                  <a:gd name="T35" fmla="*/ 712 w 712"/>
                  <a:gd name="T36" fmla="*/ 496 h 49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12" h="496">
                    <a:moveTo>
                      <a:pt x="0" y="56"/>
                    </a:moveTo>
                    <a:cubicBezTo>
                      <a:pt x="8" y="98"/>
                      <a:pt x="28" y="128"/>
                      <a:pt x="40" y="168"/>
                    </a:cubicBezTo>
                    <a:cubicBezTo>
                      <a:pt x="59" y="233"/>
                      <a:pt x="74" y="291"/>
                      <a:pt x="104" y="352"/>
                    </a:cubicBezTo>
                    <a:cubicBezTo>
                      <a:pt x="110" y="365"/>
                      <a:pt x="111" y="381"/>
                      <a:pt x="120" y="392"/>
                    </a:cubicBezTo>
                    <a:cubicBezTo>
                      <a:pt x="161" y="445"/>
                      <a:pt x="235" y="461"/>
                      <a:pt x="288" y="496"/>
                    </a:cubicBezTo>
                    <a:cubicBezTo>
                      <a:pt x="325" y="483"/>
                      <a:pt x="372" y="484"/>
                      <a:pt x="400" y="456"/>
                    </a:cubicBezTo>
                    <a:cubicBezTo>
                      <a:pt x="430" y="426"/>
                      <a:pt x="413" y="436"/>
                      <a:pt x="448" y="424"/>
                    </a:cubicBezTo>
                    <a:cubicBezTo>
                      <a:pt x="498" y="374"/>
                      <a:pt x="448" y="432"/>
                      <a:pt x="488" y="344"/>
                    </a:cubicBezTo>
                    <a:cubicBezTo>
                      <a:pt x="494" y="332"/>
                      <a:pt x="505" y="324"/>
                      <a:pt x="512" y="312"/>
                    </a:cubicBezTo>
                    <a:cubicBezTo>
                      <a:pt x="614" y="131"/>
                      <a:pt x="516" y="282"/>
                      <a:pt x="592" y="168"/>
                    </a:cubicBezTo>
                    <a:cubicBezTo>
                      <a:pt x="609" y="82"/>
                      <a:pt x="654" y="58"/>
                      <a:pt x="712" y="0"/>
                    </a:cubicBezTo>
                  </a:path>
                </a:pathLst>
              </a:custGeom>
              <a:noFill/>
              <a:ln w="28575">
                <a:solidFill>
                  <a:schemeClr val="tx1"/>
                </a:solidFill>
                <a:round/>
                <a:headEnd/>
                <a:tailEnd/>
              </a:ln>
            </p:spPr>
            <p:txBody>
              <a:bodyPr/>
              <a:lstStyle/>
              <a:p>
                <a:endParaRPr lang="en-US"/>
              </a:p>
            </p:txBody>
          </p:sp>
          <p:sp>
            <p:nvSpPr>
              <p:cNvPr id="22862" name="Freeform 260"/>
              <p:cNvSpPr>
                <a:spLocks/>
              </p:cNvSpPr>
              <p:nvPr/>
            </p:nvSpPr>
            <p:spPr bwMode="auto">
              <a:xfrm>
                <a:off x="4984" y="2624"/>
                <a:ext cx="240" cy="104"/>
              </a:xfrm>
              <a:custGeom>
                <a:avLst/>
                <a:gdLst>
                  <a:gd name="T0" fmla="*/ 0 w 712"/>
                  <a:gd name="T1" fmla="*/ 12 h 496"/>
                  <a:gd name="T2" fmla="*/ 13 w 712"/>
                  <a:gd name="T3" fmla="*/ 35 h 496"/>
                  <a:gd name="T4" fmla="*/ 35 w 712"/>
                  <a:gd name="T5" fmla="*/ 74 h 496"/>
                  <a:gd name="T6" fmla="*/ 40 w 712"/>
                  <a:gd name="T7" fmla="*/ 82 h 496"/>
                  <a:gd name="T8" fmla="*/ 97 w 712"/>
                  <a:gd name="T9" fmla="*/ 104 h 496"/>
                  <a:gd name="T10" fmla="*/ 135 w 712"/>
                  <a:gd name="T11" fmla="*/ 96 h 496"/>
                  <a:gd name="T12" fmla="*/ 151 w 712"/>
                  <a:gd name="T13" fmla="*/ 89 h 496"/>
                  <a:gd name="T14" fmla="*/ 164 w 712"/>
                  <a:gd name="T15" fmla="*/ 72 h 496"/>
                  <a:gd name="T16" fmla="*/ 173 w 712"/>
                  <a:gd name="T17" fmla="*/ 65 h 496"/>
                  <a:gd name="T18" fmla="*/ 200 w 712"/>
                  <a:gd name="T19" fmla="*/ 35 h 496"/>
                  <a:gd name="T20" fmla="*/ 240 w 712"/>
                  <a:gd name="T21" fmla="*/ 0 h 49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12"/>
                  <a:gd name="T34" fmla="*/ 0 h 496"/>
                  <a:gd name="T35" fmla="*/ 712 w 712"/>
                  <a:gd name="T36" fmla="*/ 496 h 49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12" h="496">
                    <a:moveTo>
                      <a:pt x="0" y="56"/>
                    </a:moveTo>
                    <a:cubicBezTo>
                      <a:pt x="8" y="98"/>
                      <a:pt x="28" y="128"/>
                      <a:pt x="40" y="168"/>
                    </a:cubicBezTo>
                    <a:cubicBezTo>
                      <a:pt x="59" y="233"/>
                      <a:pt x="74" y="291"/>
                      <a:pt x="104" y="352"/>
                    </a:cubicBezTo>
                    <a:cubicBezTo>
                      <a:pt x="110" y="365"/>
                      <a:pt x="111" y="381"/>
                      <a:pt x="120" y="392"/>
                    </a:cubicBezTo>
                    <a:cubicBezTo>
                      <a:pt x="161" y="445"/>
                      <a:pt x="235" y="461"/>
                      <a:pt x="288" y="496"/>
                    </a:cubicBezTo>
                    <a:cubicBezTo>
                      <a:pt x="325" y="483"/>
                      <a:pt x="372" y="484"/>
                      <a:pt x="400" y="456"/>
                    </a:cubicBezTo>
                    <a:cubicBezTo>
                      <a:pt x="430" y="426"/>
                      <a:pt x="413" y="436"/>
                      <a:pt x="448" y="424"/>
                    </a:cubicBezTo>
                    <a:cubicBezTo>
                      <a:pt x="498" y="374"/>
                      <a:pt x="448" y="432"/>
                      <a:pt x="488" y="344"/>
                    </a:cubicBezTo>
                    <a:cubicBezTo>
                      <a:pt x="494" y="332"/>
                      <a:pt x="505" y="324"/>
                      <a:pt x="512" y="312"/>
                    </a:cubicBezTo>
                    <a:cubicBezTo>
                      <a:pt x="614" y="131"/>
                      <a:pt x="516" y="282"/>
                      <a:pt x="592" y="168"/>
                    </a:cubicBezTo>
                    <a:cubicBezTo>
                      <a:pt x="609" y="82"/>
                      <a:pt x="654" y="58"/>
                      <a:pt x="712" y="0"/>
                    </a:cubicBezTo>
                  </a:path>
                </a:pathLst>
              </a:custGeom>
              <a:noFill/>
              <a:ln w="28575">
                <a:solidFill>
                  <a:schemeClr val="tx1"/>
                </a:solidFill>
                <a:round/>
                <a:headEnd/>
                <a:tailEnd/>
              </a:ln>
            </p:spPr>
            <p:txBody>
              <a:bodyPr/>
              <a:lstStyle/>
              <a:p>
                <a:endParaRPr lang="en-US"/>
              </a:p>
            </p:txBody>
          </p:sp>
        </p:grpSp>
        <p:grpSp>
          <p:nvGrpSpPr>
            <p:cNvPr id="222300" name="Group 261"/>
            <p:cNvGrpSpPr>
              <a:grpSpLocks/>
            </p:cNvGrpSpPr>
            <p:nvPr/>
          </p:nvGrpSpPr>
          <p:grpSpPr bwMode="auto">
            <a:xfrm>
              <a:off x="2159000" y="3505200"/>
              <a:ext cx="3517900" cy="990600"/>
              <a:chOff x="352" y="2208"/>
              <a:chExt cx="2216" cy="624"/>
            </a:xfrm>
          </p:grpSpPr>
          <p:sp>
            <p:nvSpPr>
              <p:cNvPr id="22843" name="Line 262"/>
              <p:cNvSpPr>
                <a:spLocks noChangeShapeType="1"/>
              </p:cNvSpPr>
              <p:nvPr/>
            </p:nvSpPr>
            <p:spPr bwMode="auto">
              <a:xfrm>
                <a:off x="2424" y="2720"/>
                <a:ext cx="144" cy="0"/>
              </a:xfrm>
              <a:prstGeom prst="line">
                <a:avLst/>
              </a:prstGeom>
              <a:noFill/>
              <a:ln w="28575">
                <a:solidFill>
                  <a:schemeClr val="tx1"/>
                </a:solidFill>
                <a:round/>
                <a:headEnd/>
                <a:tailEnd/>
              </a:ln>
            </p:spPr>
            <p:txBody>
              <a:bodyPr/>
              <a:lstStyle/>
              <a:p>
                <a:endParaRPr lang="en-US"/>
              </a:p>
            </p:txBody>
          </p:sp>
          <p:grpSp>
            <p:nvGrpSpPr>
              <p:cNvPr id="222301" name="Group 263"/>
              <p:cNvGrpSpPr>
                <a:grpSpLocks/>
              </p:cNvGrpSpPr>
              <p:nvPr/>
            </p:nvGrpSpPr>
            <p:grpSpPr bwMode="auto">
              <a:xfrm>
                <a:off x="352" y="2208"/>
                <a:ext cx="2216" cy="624"/>
                <a:chOff x="3640" y="2192"/>
                <a:chExt cx="2216" cy="624"/>
              </a:xfrm>
            </p:grpSpPr>
            <p:sp>
              <p:nvSpPr>
                <p:cNvPr id="22845" name="Rectangle 264"/>
                <p:cNvSpPr>
                  <a:spLocks noChangeArrowheads="1"/>
                </p:cNvSpPr>
                <p:nvPr/>
              </p:nvSpPr>
              <p:spPr bwMode="auto">
                <a:xfrm>
                  <a:off x="5552" y="2192"/>
                  <a:ext cx="96" cy="624"/>
                </a:xfrm>
                <a:prstGeom prst="rect">
                  <a:avLst/>
                </a:prstGeom>
                <a:solidFill>
                  <a:schemeClr val="folHlink"/>
                </a:solidFill>
                <a:ln w="28575">
                  <a:solidFill>
                    <a:schemeClr val="tx1"/>
                  </a:solidFill>
                  <a:miter lim="800000"/>
                  <a:headEnd/>
                  <a:tailEnd/>
                </a:ln>
              </p:spPr>
              <p:txBody>
                <a:bodyPr wrap="none" anchor="ctr"/>
                <a:lstStyle/>
                <a:p>
                  <a:endParaRPr lang="en-US"/>
                </a:p>
              </p:txBody>
            </p:sp>
            <p:sp>
              <p:nvSpPr>
                <p:cNvPr id="22846" name="Rectangle 265"/>
                <p:cNvSpPr>
                  <a:spLocks noChangeArrowheads="1"/>
                </p:cNvSpPr>
                <p:nvPr/>
              </p:nvSpPr>
              <p:spPr bwMode="auto">
                <a:xfrm>
                  <a:off x="3848" y="2192"/>
                  <a:ext cx="96" cy="624"/>
                </a:xfrm>
                <a:prstGeom prst="rect">
                  <a:avLst/>
                </a:prstGeom>
                <a:solidFill>
                  <a:schemeClr val="folHlink"/>
                </a:solidFill>
                <a:ln w="28575">
                  <a:solidFill>
                    <a:schemeClr val="tx1"/>
                  </a:solidFill>
                  <a:miter lim="800000"/>
                  <a:headEnd/>
                  <a:tailEnd/>
                </a:ln>
              </p:spPr>
              <p:txBody>
                <a:bodyPr wrap="none" anchor="ctr"/>
                <a:lstStyle/>
                <a:p>
                  <a:endParaRPr lang="en-US"/>
                </a:p>
              </p:txBody>
            </p:sp>
            <p:grpSp>
              <p:nvGrpSpPr>
                <p:cNvPr id="222302" name="Group 266"/>
                <p:cNvGrpSpPr>
                  <a:grpSpLocks/>
                </p:cNvGrpSpPr>
                <p:nvPr/>
              </p:nvGrpSpPr>
              <p:grpSpPr bwMode="auto">
                <a:xfrm>
                  <a:off x="5656" y="2560"/>
                  <a:ext cx="200" cy="192"/>
                  <a:chOff x="5032" y="1104"/>
                  <a:chExt cx="200" cy="192"/>
                </a:xfrm>
              </p:grpSpPr>
              <p:sp>
                <p:nvSpPr>
                  <p:cNvPr id="22855" name="Line 267"/>
                  <p:cNvSpPr>
                    <a:spLocks noChangeShapeType="1"/>
                  </p:cNvSpPr>
                  <p:nvPr/>
                </p:nvSpPr>
                <p:spPr bwMode="auto">
                  <a:xfrm>
                    <a:off x="5232" y="1248"/>
                    <a:ext cx="0" cy="48"/>
                  </a:xfrm>
                  <a:prstGeom prst="line">
                    <a:avLst/>
                  </a:prstGeom>
                  <a:noFill/>
                  <a:ln w="28575">
                    <a:solidFill>
                      <a:schemeClr val="tx1"/>
                    </a:solidFill>
                    <a:round/>
                    <a:headEnd/>
                    <a:tailEnd/>
                  </a:ln>
                </p:spPr>
                <p:txBody>
                  <a:bodyPr/>
                  <a:lstStyle/>
                  <a:p>
                    <a:endParaRPr lang="en-US"/>
                  </a:p>
                </p:txBody>
              </p:sp>
              <p:grpSp>
                <p:nvGrpSpPr>
                  <p:cNvPr id="222303" name="Group 268"/>
                  <p:cNvGrpSpPr>
                    <a:grpSpLocks/>
                  </p:cNvGrpSpPr>
                  <p:nvPr/>
                </p:nvGrpSpPr>
                <p:grpSpPr bwMode="auto">
                  <a:xfrm>
                    <a:off x="5032" y="1104"/>
                    <a:ext cx="200" cy="192"/>
                    <a:chOff x="5032" y="1104"/>
                    <a:chExt cx="200" cy="192"/>
                  </a:xfrm>
                </p:grpSpPr>
                <p:sp>
                  <p:nvSpPr>
                    <p:cNvPr id="22857" name="Line 269"/>
                    <p:cNvSpPr>
                      <a:spLocks noChangeShapeType="1"/>
                    </p:cNvSpPr>
                    <p:nvPr/>
                  </p:nvSpPr>
                  <p:spPr bwMode="auto">
                    <a:xfrm>
                      <a:off x="5088" y="1296"/>
                      <a:ext cx="144" cy="0"/>
                    </a:xfrm>
                    <a:prstGeom prst="line">
                      <a:avLst/>
                    </a:prstGeom>
                    <a:noFill/>
                    <a:ln w="28575">
                      <a:solidFill>
                        <a:schemeClr val="tx1"/>
                      </a:solidFill>
                      <a:round/>
                      <a:headEnd/>
                      <a:tailEnd/>
                    </a:ln>
                  </p:spPr>
                  <p:txBody>
                    <a:bodyPr/>
                    <a:lstStyle/>
                    <a:p>
                      <a:endParaRPr lang="en-US"/>
                    </a:p>
                  </p:txBody>
                </p:sp>
                <p:sp>
                  <p:nvSpPr>
                    <p:cNvPr id="22858" name="Rectangle 270"/>
                    <p:cNvSpPr>
                      <a:spLocks noChangeArrowheads="1"/>
                    </p:cNvSpPr>
                    <p:nvPr/>
                  </p:nvSpPr>
                  <p:spPr bwMode="auto">
                    <a:xfrm>
                      <a:off x="5032" y="1104"/>
                      <a:ext cx="48" cy="192"/>
                    </a:xfrm>
                    <a:prstGeom prst="rect">
                      <a:avLst/>
                    </a:prstGeom>
                    <a:solidFill>
                      <a:schemeClr val="accent2"/>
                    </a:solidFill>
                    <a:ln w="28575">
                      <a:solidFill>
                        <a:schemeClr val="tx1"/>
                      </a:solidFill>
                      <a:miter lim="800000"/>
                      <a:headEnd/>
                      <a:tailEnd/>
                    </a:ln>
                  </p:spPr>
                  <p:txBody>
                    <a:bodyPr wrap="none" anchor="ctr"/>
                    <a:lstStyle/>
                    <a:p>
                      <a:endParaRPr lang="en-US"/>
                    </a:p>
                  </p:txBody>
                </p:sp>
              </p:grpSp>
            </p:grpSp>
            <p:grpSp>
              <p:nvGrpSpPr>
                <p:cNvPr id="222304" name="Group 271"/>
                <p:cNvGrpSpPr>
                  <a:grpSpLocks/>
                </p:cNvGrpSpPr>
                <p:nvPr/>
              </p:nvGrpSpPr>
              <p:grpSpPr bwMode="auto">
                <a:xfrm>
                  <a:off x="3640" y="2568"/>
                  <a:ext cx="200" cy="192"/>
                  <a:chOff x="3016" y="1112"/>
                  <a:chExt cx="200" cy="192"/>
                </a:xfrm>
              </p:grpSpPr>
              <p:sp>
                <p:nvSpPr>
                  <p:cNvPr id="22849" name="Rectangle 272"/>
                  <p:cNvSpPr>
                    <a:spLocks noChangeArrowheads="1"/>
                  </p:cNvSpPr>
                  <p:nvPr/>
                </p:nvSpPr>
                <p:spPr bwMode="auto">
                  <a:xfrm>
                    <a:off x="3168" y="1112"/>
                    <a:ext cx="48" cy="192"/>
                  </a:xfrm>
                  <a:prstGeom prst="rect">
                    <a:avLst/>
                  </a:prstGeom>
                  <a:solidFill>
                    <a:schemeClr val="accent2"/>
                  </a:solidFill>
                  <a:ln w="28575">
                    <a:solidFill>
                      <a:schemeClr val="tx1"/>
                    </a:solidFill>
                    <a:miter lim="800000"/>
                    <a:headEnd/>
                    <a:tailEnd/>
                  </a:ln>
                </p:spPr>
                <p:txBody>
                  <a:bodyPr wrap="none" anchor="ctr"/>
                  <a:lstStyle/>
                  <a:p>
                    <a:endParaRPr lang="en-US"/>
                  </a:p>
                </p:txBody>
              </p:sp>
              <p:grpSp>
                <p:nvGrpSpPr>
                  <p:cNvPr id="222305" name="Group 273"/>
                  <p:cNvGrpSpPr>
                    <a:grpSpLocks/>
                  </p:cNvGrpSpPr>
                  <p:nvPr/>
                </p:nvGrpSpPr>
                <p:grpSpPr bwMode="auto">
                  <a:xfrm>
                    <a:off x="3016" y="1256"/>
                    <a:ext cx="152" cy="48"/>
                    <a:chOff x="3016" y="1256"/>
                    <a:chExt cx="152" cy="48"/>
                  </a:xfrm>
                </p:grpSpPr>
                <p:grpSp>
                  <p:nvGrpSpPr>
                    <p:cNvPr id="222306" name="Group 274"/>
                    <p:cNvGrpSpPr>
                      <a:grpSpLocks/>
                    </p:cNvGrpSpPr>
                    <p:nvPr/>
                  </p:nvGrpSpPr>
                  <p:grpSpPr bwMode="auto">
                    <a:xfrm>
                      <a:off x="3016" y="1264"/>
                      <a:ext cx="152" cy="40"/>
                      <a:chOff x="3016" y="1264"/>
                      <a:chExt cx="152" cy="40"/>
                    </a:xfrm>
                  </p:grpSpPr>
                  <p:sp>
                    <p:nvSpPr>
                      <p:cNvPr id="22853" name="Line 275"/>
                      <p:cNvSpPr>
                        <a:spLocks noChangeShapeType="1"/>
                      </p:cNvSpPr>
                      <p:nvPr/>
                    </p:nvSpPr>
                    <p:spPr bwMode="auto">
                      <a:xfrm flipH="1">
                        <a:off x="3024" y="1264"/>
                        <a:ext cx="144" cy="0"/>
                      </a:xfrm>
                      <a:prstGeom prst="line">
                        <a:avLst/>
                      </a:prstGeom>
                      <a:noFill/>
                      <a:ln w="28575">
                        <a:solidFill>
                          <a:schemeClr val="tx1"/>
                        </a:solidFill>
                        <a:round/>
                        <a:headEnd/>
                        <a:tailEnd/>
                      </a:ln>
                    </p:spPr>
                    <p:txBody>
                      <a:bodyPr/>
                      <a:lstStyle/>
                      <a:p>
                        <a:endParaRPr lang="en-US"/>
                      </a:p>
                    </p:txBody>
                  </p:sp>
                  <p:sp>
                    <p:nvSpPr>
                      <p:cNvPr id="22854" name="Line 276"/>
                      <p:cNvSpPr>
                        <a:spLocks noChangeShapeType="1"/>
                      </p:cNvSpPr>
                      <p:nvPr/>
                    </p:nvSpPr>
                    <p:spPr bwMode="auto">
                      <a:xfrm flipH="1">
                        <a:off x="3016" y="1304"/>
                        <a:ext cx="144" cy="0"/>
                      </a:xfrm>
                      <a:prstGeom prst="line">
                        <a:avLst/>
                      </a:prstGeom>
                      <a:noFill/>
                      <a:ln w="28575">
                        <a:solidFill>
                          <a:schemeClr val="tx1"/>
                        </a:solidFill>
                        <a:round/>
                        <a:headEnd/>
                        <a:tailEnd/>
                      </a:ln>
                    </p:spPr>
                    <p:txBody>
                      <a:bodyPr/>
                      <a:lstStyle/>
                      <a:p>
                        <a:endParaRPr lang="en-US"/>
                      </a:p>
                    </p:txBody>
                  </p:sp>
                </p:grpSp>
                <p:sp>
                  <p:nvSpPr>
                    <p:cNvPr id="22852" name="Line 277"/>
                    <p:cNvSpPr>
                      <a:spLocks noChangeShapeType="1"/>
                    </p:cNvSpPr>
                    <p:nvPr/>
                  </p:nvSpPr>
                  <p:spPr bwMode="auto">
                    <a:xfrm>
                      <a:off x="3016" y="1256"/>
                      <a:ext cx="0" cy="48"/>
                    </a:xfrm>
                    <a:prstGeom prst="line">
                      <a:avLst/>
                    </a:prstGeom>
                    <a:noFill/>
                    <a:ln w="9525">
                      <a:solidFill>
                        <a:schemeClr val="tx1"/>
                      </a:solidFill>
                      <a:round/>
                      <a:headEnd/>
                      <a:tailEnd/>
                    </a:ln>
                  </p:spPr>
                  <p:txBody>
                    <a:bodyPr/>
                    <a:lstStyle/>
                    <a:p>
                      <a:endParaRPr lang="en-US"/>
                    </a:p>
                  </p:txBody>
                </p:sp>
              </p:grpSp>
            </p:grpSp>
          </p:grpSp>
        </p:grpSp>
        <p:grpSp>
          <p:nvGrpSpPr>
            <p:cNvPr id="222307" name="Group 278"/>
            <p:cNvGrpSpPr>
              <a:grpSpLocks/>
            </p:cNvGrpSpPr>
            <p:nvPr/>
          </p:nvGrpSpPr>
          <p:grpSpPr bwMode="auto">
            <a:xfrm>
              <a:off x="3060700" y="3263900"/>
              <a:ext cx="152400" cy="914400"/>
              <a:chOff x="4224" y="2064"/>
              <a:chExt cx="96" cy="576"/>
            </a:xfrm>
          </p:grpSpPr>
          <p:sp>
            <p:nvSpPr>
              <p:cNvPr id="22840" name="Line 279"/>
              <p:cNvSpPr>
                <a:spLocks noChangeShapeType="1"/>
              </p:cNvSpPr>
              <p:nvPr/>
            </p:nvSpPr>
            <p:spPr bwMode="auto">
              <a:xfrm>
                <a:off x="4224" y="2112"/>
                <a:ext cx="48" cy="528"/>
              </a:xfrm>
              <a:prstGeom prst="line">
                <a:avLst/>
              </a:prstGeom>
              <a:noFill/>
              <a:ln w="28575">
                <a:solidFill>
                  <a:srgbClr val="FF0066"/>
                </a:solidFill>
                <a:round/>
                <a:headEnd/>
                <a:tailEnd/>
              </a:ln>
            </p:spPr>
            <p:txBody>
              <a:bodyPr/>
              <a:lstStyle/>
              <a:p>
                <a:endParaRPr lang="en-US"/>
              </a:p>
            </p:txBody>
          </p:sp>
          <p:sp>
            <p:nvSpPr>
              <p:cNvPr id="22841" name="Line 280"/>
              <p:cNvSpPr>
                <a:spLocks noChangeShapeType="1"/>
              </p:cNvSpPr>
              <p:nvPr/>
            </p:nvSpPr>
            <p:spPr bwMode="auto">
              <a:xfrm flipH="1">
                <a:off x="4320" y="2112"/>
                <a:ext cx="0" cy="528"/>
              </a:xfrm>
              <a:prstGeom prst="line">
                <a:avLst/>
              </a:prstGeom>
              <a:noFill/>
              <a:ln w="28575">
                <a:solidFill>
                  <a:srgbClr val="FF0066"/>
                </a:solidFill>
                <a:round/>
                <a:headEnd/>
                <a:tailEnd/>
              </a:ln>
            </p:spPr>
            <p:txBody>
              <a:bodyPr/>
              <a:lstStyle/>
              <a:p>
                <a:endParaRPr lang="en-US"/>
              </a:p>
            </p:txBody>
          </p:sp>
          <p:sp>
            <p:nvSpPr>
              <p:cNvPr id="22842" name="Freeform 281"/>
              <p:cNvSpPr>
                <a:spLocks/>
              </p:cNvSpPr>
              <p:nvPr/>
            </p:nvSpPr>
            <p:spPr bwMode="auto">
              <a:xfrm>
                <a:off x="4224" y="2064"/>
                <a:ext cx="96" cy="48"/>
              </a:xfrm>
              <a:custGeom>
                <a:avLst/>
                <a:gdLst>
                  <a:gd name="T0" fmla="*/ 0 w 96"/>
                  <a:gd name="T1" fmla="*/ 48 h 48"/>
                  <a:gd name="T2" fmla="*/ 48 w 96"/>
                  <a:gd name="T3" fmla="*/ 0 h 48"/>
                  <a:gd name="T4" fmla="*/ 96 w 96"/>
                  <a:gd name="T5" fmla="*/ 48 h 48"/>
                  <a:gd name="T6" fmla="*/ 0 60000 65536"/>
                  <a:gd name="T7" fmla="*/ 0 60000 65536"/>
                  <a:gd name="T8" fmla="*/ 0 60000 65536"/>
                  <a:gd name="T9" fmla="*/ 0 w 96"/>
                  <a:gd name="T10" fmla="*/ 0 h 48"/>
                  <a:gd name="T11" fmla="*/ 96 w 96"/>
                  <a:gd name="T12" fmla="*/ 48 h 48"/>
                </a:gdLst>
                <a:ahLst/>
                <a:cxnLst>
                  <a:cxn ang="T6">
                    <a:pos x="T0" y="T1"/>
                  </a:cxn>
                  <a:cxn ang="T7">
                    <a:pos x="T2" y="T3"/>
                  </a:cxn>
                  <a:cxn ang="T8">
                    <a:pos x="T4" y="T5"/>
                  </a:cxn>
                </a:cxnLst>
                <a:rect l="T9" t="T10" r="T11" b="T12"/>
                <a:pathLst>
                  <a:path w="96" h="48">
                    <a:moveTo>
                      <a:pt x="0" y="48"/>
                    </a:moveTo>
                    <a:cubicBezTo>
                      <a:pt x="16" y="24"/>
                      <a:pt x="32" y="0"/>
                      <a:pt x="48" y="0"/>
                    </a:cubicBezTo>
                    <a:cubicBezTo>
                      <a:pt x="64" y="0"/>
                      <a:pt x="80" y="24"/>
                      <a:pt x="96" y="48"/>
                    </a:cubicBezTo>
                  </a:path>
                </a:pathLst>
              </a:custGeom>
              <a:noFill/>
              <a:ln w="28575">
                <a:solidFill>
                  <a:srgbClr val="FF0066"/>
                </a:solidFill>
                <a:round/>
                <a:headEnd/>
                <a:tailEnd/>
              </a:ln>
            </p:spPr>
            <p:txBody>
              <a:bodyPr/>
              <a:lstStyle/>
              <a:p>
                <a:endParaRPr lang="en-US"/>
              </a:p>
            </p:txBody>
          </p:sp>
        </p:grpSp>
        <p:grpSp>
          <p:nvGrpSpPr>
            <p:cNvPr id="222308" name="Group 282"/>
            <p:cNvGrpSpPr>
              <a:grpSpLocks/>
            </p:cNvGrpSpPr>
            <p:nvPr/>
          </p:nvGrpSpPr>
          <p:grpSpPr bwMode="auto">
            <a:xfrm>
              <a:off x="2463800" y="3505200"/>
              <a:ext cx="2895600" cy="0"/>
              <a:chOff x="3264" y="2592"/>
              <a:chExt cx="1824" cy="0"/>
            </a:xfrm>
          </p:grpSpPr>
          <p:sp>
            <p:nvSpPr>
              <p:cNvPr id="22837" name="Line 283"/>
              <p:cNvSpPr>
                <a:spLocks noChangeShapeType="1"/>
              </p:cNvSpPr>
              <p:nvPr/>
            </p:nvSpPr>
            <p:spPr bwMode="auto">
              <a:xfrm flipV="1">
                <a:off x="3264" y="2592"/>
                <a:ext cx="384" cy="0"/>
              </a:xfrm>
              <a:prstGeom prst="line">
                <a:avLst/>
              </a:prstGeom>
              <a:noFill/>
              <a:ln w="28575">
                <a:solidFill>
                  <a:schemeClr val="tx1"/>
                </a:solidFill>
                <a:round/>
                <a:headEnd/>
                <a:tailEnd/>
              </a:ln>
            </p:spPr>
            <p:txBody>
              <a:bodyPr/>
              <a:lstStyle/>
              <a:p>
                <a:endParaRPr lang="en-US"/>
              </a:p>
            </p:txBody>
          </p:sp>
          <p:sp>
            <p:nvSpPr>
              <p:cNvPr id="22838" name="Line 284"/>
              <p:cNvSpPr>
                <a:spLocks noChangeShapeType="1"/>
              </p:cNvSpPr>
              <p:nvPr/>
            </p:nvSpPr>
            <p:spPr bwMode="auto">
              <a:xfrm flipV="1">
                <a:off x="3744" y="2592"/>
                <a:ext cx="1060" cy="0"/>
              </a:xfrm>
              <a:prstGeom prst="line">
                <a:avLst/>
              </a:prstGeom>
              <a:noFill/>
              <a:ln w="28575">
                <a:solidFill>
                  <a:schemeClr val="tx1"/>
                </a:solidFill>
                <a:round/>
                <a:headEnd/>
                <a:tailEnd/>
              </a:ln>
            </p:spPr>
            <p:txBody>
              <a:bodyPr/>
              <a:lstStyle/>
              <a:p>
                <a:endParaRPr lang="en-US"/>
              </a:p>
            </p:txBody>
          </p:sp>
          <p:sp>
            <p:nvSpPr>
              <p:cNvPr id="22839" name="Line 285"/>
              <p:cNvSpPr>
                <a:spLocks noChangeShapeType="1"/>
              </p:cNvSpPr>
              <p:nvPr/>
            </p:nvSpPr>
            <p:spPr bwMode="auto">
              <a:xfrm flipH="1">
                <a:off x="4896" y="2592"/>
                <a:ext cx="192" cy="0"/>
              </a:xfrm>
              <a:prstGeom prst="line">
                <a:avLst/>
              </a:prstGeom>
              <a:noFill/>
              <a:ln w="28575">
                <a:solidFill>
                  <a:schemeClr val="tx1"/>
                </a:solidFill>
                <a:round/>
                <a:headEnd/>
                <a:tailEnd/>
              </a:ln>
            </p:spPr>
            <p:txBody>
              <a:bodyPr/>
              <a:lstStyle/>
              <a:p>
                <a:endParaRPr lang="en-US"/>
              </a:p>
            </p:txBody>
          </p:sp>
        </p:grpSp>
        <p:grpSp>
          <p:nvGrpSpPr>
            <p:cNvPr id="222309" name="Group 286"/>
            <p:cNvGrpSpPr>
              <a:grpSpLocks/>
            </p:cNvGrpSpPr>
            <p:nvPr/>
          </p:nvGrpSpPr>
          <p:grpSpPr bwMode="auto">
            <a:xfrm>
              <a:off x="1790700" y="3048000"/>
              <a:ext cx="1282700" cy="228600"/>
              <a:chOff x="3464" y="1920"/>
              <a:chExt cx="808" cy="144"/>
            </a:xfrm>
          </p:grpSpPr>
          <p:sp>
            <p:nvSpPr>
              <p:cNvPr id="22835" name="Rectangle 287"/>
              <p:cNvSpPr>
                <a:spLocks noChangeArrowheads="1"/>
              </p:cNvSpPr>
              <p:nvPr/>
            </p:nvSpPr>
            <p:spPr bwMode="auto">
              <a:xfrm>
                <a:off x="3464" y="1920"/>
                <a:ext cx="568" cy="144"/>
              </a:xfrm>
              <a:prstGeom prst="rect">
                <a:avLst/>
              </a:prstGeom>
              <a:solidFill>
                <a:schemeClr val="bg1"/>
              </a:solidFill>
              <a:ln w="9525">
                <a:noFill/>
                <a:miter lim="800000"/>
                <a:headEnd/>
                <a:tailEnd/>
              </a:ln>
            </p:spPr>
            <p:txBody>
              <a:bodyPr wrap="none" anchor="ctr"/>
              <a:lstStyle/>
              <a:p>
                <a:pPr algn="l"/>
                <a:r>
                  <a:rPr lang="en-US"/>
                  <a:t>Riser pin</a:t>
                </a:r>
              </a:p>
            </p:txBody>
          </p:sp>
          <p:sp>
            <p:nvSpPr>
              <p:cNvPr id="22836" name="Line 288"/>
              <p:cNvSpPr>
                <a:spLocks noChangeShapeType="1"/>
              </p:cNvSpPr>
              <p:nvPr/>
            </p:nvSpPr>
            <p:spPr bwMode="auto">
              <a:xfrm>
                <a:off x="4128" y="2016"/>
                <a:ext cx="144" cy="48"/>
              </a:xfrm>
              <a:prstGeom prst="line">
                <a:avLst/>
              </a:prstGeom>
              <a:noFill/>
              <a:ln w="9525">
                <a:solidFill>
                  <a:srgbClr val="FF3300"/>
                </a:solidFill>
                <a:round/>
                <a:headEnd/>
                <a:tailEnd type="triangle" w="med" len="med"/>
              </a:ln>
            </p:spPr>
            <p:txBody>
              <a:bodyPr/>
              <a:lstStyle/>
              <a:p>
                <a:endParaRPr lang="en-US"/>
              </a:p>
            </p:txBody>
          </p:sp>
        </p:grpSp>
        <p:grpSp>
          <p:nvGrpSpPr>
            <p:cNvPr id="222311" name="Group 289"/>
            <p:cNvGrpSpPr>
              <a:grpSpLocks/>
            </p:cNvGrpSpPr>
            <p:nvPr/>
          </p:nvGrpSpPr>
          <p:grpSpPr bwMode="auto">
            <a:xfrm>
              <a:off x="3530600" y="2984500"/>
              <a:ext cx="1435100" cy="368300"/>
              <a:chOff x="1872" y="1928"/>
              <a:chExt cx="904" cy="232"/>
            </a:xfrm>
          </p:grpSpPr>
          <p:sp>
            <p:nvSpPr>
              <p:cNvPr id="22833" name="Rectangle 290"/>
              <p:cNvSpPr>
                <a:spLocks noChangeArrowheads="1"/>
              </p:cNvSpPr>
              <p:nvPr/>
            </p:nvSpPr>
            <p:spPr bwMode="auto">
              <a:xfrm>
                <a:off x="1872" y="1928"/>
                <a:ext cx="624" cy="144"/>
              </a:xfrm>
              <a:prstGeom prst="rect">
                <a:avLst/>
              </a:prstGeom>
              <a:solidFill>
                <a:schemeClr val="bg1"/>
              </a:solidFill>
              <a:ln w="9525">
                <a:noFill/>
                <a:miter lim="800000"/>
                <a:headEnd/>
                <a:tailEnd/>
              </a:ln>
            </p:spPr>
            <p:txBody>
              <a:bodyPr wrap="none" anchor="ctr"/>
              <a:lstStyle/>
              <a:p>
                <a:pPr algn="l"/>
                <a:r>
                  <a:rPr lang="en-US"/>
                  <a:t>Sprue pin</a:t>
                </a:r>
              </a:p>
            </p:txBody>
          </p:sp>
          <p:sp>
            <p:nvSpPr>
              <p:cNvPr id="22834" name="Line 291"/>
              <p:cNvSpPr>
                <a:spLocks noChangeShapeType="1"/>
              </p:cNvSpPr>
              <p:nvPr/>
            </p:nvSpPr>
            <p:spPr bwMode="auto">
              <a:xfrm>
                <a:off x="2536" y="2064"/>
                <a:ext cx="240" cy="96"/>
              </a:xfrm>
              <a:prstGeom prst="line">
                <a:avLst/>
              </a:prstGeom>
              <a:noFill/>
              <a:ln w="9525">
                <a:solidFill>
                  <a:srgbClr val="FF3300"/>
                </a:solidFill>
                <a:round/>
                <a:headEnd/>
                <a:tailEnd type="triangle" w="med" len="med"/>
              </a:ln>
            </p:spPr>
            <p:txBody>
              <a:bodyPr/>
              <a:lstStyle/>
              <a:p>
                <a:endParaRPr lang="en-US"/>
              </a:p>
            </p:txBody>
          </p:sp>
        </p:grpSp>
        <p:grpSp>
          <p:nvGrpSpPr>
            <p:cNvPr id="222312" name="Group 292"/>
            <p:cNvGrpSpPr>
              <a:grpSpLocks/>
            </p:cNvGrpSpPr>
            <p:nvPr/>
          </p:nvGrpSpPr>
          <p:grpSpPr bwMode="auto">
            <a:xfrm>
              <a:off x="5143500" y="3225800"/>
              <a:ext cx="609600" cy="495300"/>
              <a:chOff x="5520" y="1968"/>
              <a:chExt cx="384" cy="312"/>
            </a:xfrm>
          </p:grpSpPr>
          <p:sp>
            <p:nvSpPr>
              <p:cNvPr id="22831" name="Line 293"/>
              <p:cNvSpPr>
                <a:spLocks noChangeShapeType="1"/>
              </p:cNvSpPr>
              <p:nvPr/>
            </p:nvSpPr>
            <p:spPr bwMode="auto">
              <a:xfrm flipH="1">
                <a:off x="5664" y="2088"/>
                <a:ext cx="96" cy="192"/>
              </a:xfrm>
              <a:prstGeom prst="line">
                <a:avLst/>
              </a:prstGeom>
              <a:noFill/>
              <a:ln w="9525">
                <a:solidFill>
                  <a:srgbClr val="FF3300"/>
                </a:solidFill>
                <a:round/>
                <a:headEnd/>
                <a:tailEnd type="triangle" w="med" len="med"/>
              </a:ln>
            </p:spPr>
            <p:txBody>
              <a:bodyPr/>
              <a:lstStyle/>
              <a:p>
                <a:endParaRPr lang="en-US"/>
              </a:p>
            </p:txBody>
          </p:sp>
          <p:sp>
            <p:nvSpPr>
              <p:cNvPr id="22832" name="Rectangle 294"/>
              <p:cNvSpPr>
                <a:spLocks noChangeArrowheads="1"/>
              </p:cNvSpPr>
              <p:nvPr/>
            </p:nvSpPr>
            <p:spPr bwMode="auto">
              <a:xfrm>
                <a:off x="5520" y="1968"/>
                <a:ext cx="384" cy="144"/>
              </a:xfrm>
              <a:prstGeom prst="rect">
                <a:avLst/>
              </a:prstGeom>
              <a:solidFill>
                <a:schemeClr val="bg1"/>
              </a:solidFill>
              <a:ln w="9525">
                <a:noFill/>
                <a:miter lim="800000"/>
                <a:headEnd/>
                <a:tailEnd/>
              </a:ln>
            </p:spPr>
            <p:txBody>
              <a:bodyPr wrap="none" anchor="ctr"/>
              <a:lstStyle/>
              <a:p>
                <a:pPr algn="l"/>
                <a:r>
                  <a:rPr lang="en-US"/>
                  <a:t>Cope</a:t>
                </a:r>
              </a:p>
            </p:txBody>
          </p:sp>
        </p:grpSp>
        <p:grpSp>
          <p:nvGrpSpPr>
            <p:cNvPr id="222313" name="Group 295"/>
            <p:cNvGrpSpPr>
              <a:grpSpLocks/>
            </p:cNvGrpSpPr>
            <p:nvPr/>
          </p:nvGrpSpPr>
          <p:grpSpPr bwMode="auto">
            <a:xfrm>
              <a:off x="1524000" y="4343400"/>
              <a:ext cx="4140200" cy="1524000"/>
              <a:chOff x="2672" y="3120"/>
              <a:chExt cx="2608" cy="960"/>
            </a:xfrm>
          </p:grpSpPr>
          <p:grpSp>
            <p:nvGrpSpPr>
              <p:cNvPr id="222314" name="Group 296"/>
              <p:cNvGrpSpPr>
                <a:grpSpLocks/>
              </p:cNvGrpSpPr>
              <p:nvPr/>
            </p:nvGrpSpPr>
            <p:grpSpPr bwMode="auto">
              <a:xfrm>
                <a:off x="3072" y="3120"/>
                <a:ext cx="2208" cy="960"/>
                <a:chOff x="3072" y="3120"/>
                <a:chExt cx="2208" cy="960"/>
              </a:xfrm>
            </p:grpSpPr>
            <p:grpSp>
              <p:nvGrpSpPr>
                <p:cNvPr id="222315" name="Group 297"/>
                <p:cNvGrpSpPr>
                  <a:grpSpLocks/>
                </p:cNvGrpSpPr>
                <p:nvPr/>
              </p:nvGrpSpPr>
              <p:grpSpPr bwMode="auto">
                <a:xfrm>
                  <a:off x="3336" y="3200"/>
                  <a:ext cx="1648" cy="640"/>
                  <a:chOff x="1360" y="2832"/>
                  <a:chExt cx="1648" cy="640"/>
                </a:xfrm>
              </p:grpSpPr>
              <p:sp>
                <p:nvSpPr>
                  <p:cNvPr id="22814" name="Rectangle 298" descr="Large confetti"/>
                  <p:cNvSpPr>
                    <a:spLocks noChangeArrowheads="1"/>
                  </p:cNvSpPr>
                  <p:nvPr/>
                </p:nvSpPr>
                <p:spPr bwMode="auto">
                  <a:xfrm>
                    <a:off x="2745" y="2848"/>
                    <a:ext cx="47" cy="64"/>
                  </a:xfrm>
                  <a:prstGeom prst="rect">
                    <a:avLst/>
                  </a:prstGeom>
                  <a:pattFill prst="lgConfetti">
                    <a:fgClr>
                      <a:srgbClr val="996633"/>
                    </a:fgClr>
                    <a:bgClr>
                      <a:schemeClr val="bg1"/>
                    </a:bgClr>
                  </a:pattFill>
                  <a:ln w="9525">
                    <a:noFill/>
                    <a:miter lim="800000"/>
                    <a:headEnd/>
                    <a:tailEnd/>
                  </a:ln>
                </p:spPr>
                <p:txBody>
                  <a:bodyPr wrap="none" anchor="ctr"/>
                  <a:lstStyle/>
                  <a:p>
                    <a:pPr algn="l"/>
                    <a:endParaRPr lang="en-US">
                      <a:solidFill>
                        <a:srgbClr val="996633"/>
                      </a:solidFill>
                    </a:endParaRPr>
                  </a:p>
                </p:txBody>
              </p:sp>
              <p:grpSp>
                <p:nvGrpSpPr>
                  <p:cNvPr id="222316" name="Group 299"/>
                  <p:cNvGrpSpPr>
                    <a:grpSpLocks/>
                  </p:cNvGrpSpPr>
                  <p:nvPr/>
                </p:nvGrpSpPr>
                <p:grpSpPr bwMode="auto">
                  <a:xfrm>
                    <a:off x="1360" y="2832"/>
                    <a:ext cx="1648" cy="640"/>
                    <a:chOff x="1360" y="2824"/>
                    <a:chExt cx="1648" cy="640"/>
                  </a:xfrm>
                </p:grpSpPr>
                <p:sp>
                  <p:nvSpPr>
                    <p:cNvPr id="22816" name="Rectangle 300" descr="Large confetti"/>
                    <p:cNvSpPr>
                      <a:spLocks noChangeArrowheads="1"/>
                    </p:cNvSpPr>
                    <p:nvPr/>
                  </p:nvSpPr>
                  <p:spPr bwMode="auto">
                    <a:xfrm>
                      <a:off x="2872" y="2824"/>
                      <a:ext cx="72" cy="96"/>
                    </a:xfrm>
                    <a:prstGeom prst="rect">
                      <a:avLst/>
                    </a:prstGeom>
                    <a:pattFill prst="lgConfetti">
                      <a:fgClr>
                        <a:srgbClr val="996633"/>
                      </a:fgClr>
                      <a:bgClr>
                        <a:schemeClr val="bg1"/>
                      </a:bgClr>
                    </a:pattFill>
                    <a:ln w="9525">
                      <a:noFill/>
                      <a:miter lim="800000"/>
                      <a:headEnd/>
                      <a:tailEnd/>
                    </a:ln>
                  </p:spPr>
                  <p:txBody>
                    <a:bodyPr wrap="none" anchor="ctr"/>
                    <a:lstStyle/>
                    <a:p>
                      <a:pPr algn="l"/>
                      <a:endParaRPr lang="en-US">
                        <a:solidFill>
                          <a:srgbClr val="996633"/>
                        </a:solidFill>
                      </a:endParaRPr>
                    </a:p>
                  </p:txBody>
                </p:sp>
                <p:grpSp>
                  <p:nvGrpSpPr>
                    <p:cNvPr id="222317" name="Group 301"/>
                    <p:cNvGrpSpPr>
                      <a:grpSpLocks/>
                    </p:cNvGrpSpPr>
                    <p:nvPr/>
                  </p:nvGrpSpPr>
                  <p:grpSpPr bwMode="auto">
                    <a:xfrm>
                      <a:off x="1360" y="2840"/>
                      <a:ext cx="1648" cy="624"/>
                      <a:chOff x="1360" y="2840"/>
                      <a:chExt cx="1648" cy="624"/>
                    </a:xfrm>
                  </p:grpSpPr>
                  <p:sp>
                    <p:nvSpPr>
                      <p:cNvPr id="22818" name="Freeform 302" descr="Large confetti"/>
                      <p:cNvSpPr>
                        <a:spLocks/>
                      </p:cNvSpPr>
                      <p:nvPr/>
                    </p:nvSpPr>
                    <p:spPr bwMode="auto">
                      <a:xfrm rot="10800000">
                        <a:off x="1760" y="2944"/>
                        <a:ext cx="240" cy="104"/>
                      </a:xfrm>
                      <a:custGeom>
                        <a:avLst/>
                        <a:gdLst>
                          <a:gd name="T0" fmla="*/ 0 w 712"/>
                          <a:gd name="T1" fmla="*/ 12 h 496"/>
                          <a:gd name="T2" fmla="*/ 13 w 712"/>
                          <a:gd name="T3" fmla="*/ 35 h 496"/>
                          <a:gd name="T4" fmla="*/ 35 w 712"/>
                          <a:gd name="T5" fmla="*/ 74 h 496"/>
                          <a:gd name="T6" fmla="*/ 40 w 712"/>
                          <a:gd name="T7" fmla="*/ 82 h 496"/>
                          <a:gd name="T8" fmla="*/ 97 w 712"/>
                          <a:gd name="T9" fmla="*/ 104 h 496"/>
                          <a:gd name="T10" fmla="*/ 135 w 712"/>
                          <a:gd name="T11" fmla="*/ 96 h 496"/>
                          <a:gd name="T12" fmla="*/ 151 w 712"/>
                          <a:gd name="T13" fmla="*/ 89 h 496"/>
                          <a:gd name="T14" fmla="*/ 164 w 712"/>
                          <a:gd name="T15" fmla="*/ 72 h 496"/>
                          <a:gd name="T16" fmla="*/ 173 w 712"/>
                          <a:gd name="T17" fmla="*/ 65 h 496"/>
                          <a:gd name="T18" fmla="*/ 200 w 712"/>
                          <a:gd name="T19" fmla="*/ 35 h 496"/>
                          <a:gd name="T20" fmla="*/ 240 w 712"/>
                          <a:gd name="T21" fmla="*/ 0 h 49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12"/>
                          <a:gd name="T34" fmla="*/ 0 h 496"/>
                          <a:gd name="T35" fmla="*/ 712 w 712"/>
                          <a:gd name="T36" fmla="*/ 496 h 49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12" h="496">
                            <a:moveTo>
                              <a:pt x="0" y="56"/>
                            </a:moveTo>
                            <a:cubicBezTo>
                              <a:pt x="8" y="98"/>
                              <a:pt x="28" y="128"/>
                              <a:pt x="40" y="168"/>
                            </a:cubicBezTo>
                            <a:cubicBezTo>
                              <a:pt x="59" y="233"/>
                              <a:pt x="74" y="291"/>
                              <a:pt x="104" y="352"/>
                            </a:cubicBezTo>
                            <a:cubicBezTo>
                              <a:pt x="110" y="365"/>
                              <a:pt x="111" y="381"/>
                              <a:pt x="120" y="392"/>
                            </a:cubicBezTo>
                            <a:cubicBezTo>
                              <a:pt x="161" y="445"/>
                              <a:pt x="235" y="461"/>
                              <a:pt x="288" y="496"/>
                            </a:cubicBezTo>
                            <a:cubicBezTo>
                              <a:pt x="325" y="483"/>
                              <a:pt x="372" y="484"/>
                              <a:pt x="400" y="456"/>
                            </a:cubicBezTo>
                            <a:cubicBezTo>
                              <a:pt x="430" y="426"/>
                              <a:pt x="413" y="436"/>
                              <a:pt x="448" y="424"/>
                            </a:cubicBezTo>
                            <a:cubicBezTo>
                              <a:pt x="498" y="374"/>
                              <a:pt x="448" y="432"/>
                              <a:pt x="488" y="344"/>
                            </a:cubicBezTo>
                            <a:cubicBezTo>
                              <a:pt x="494" y="332"/>
                              <a:pt x="505" y="324"/>
                              <a:pt x="512" y="312"/>
                            </a:cubicBezTo>
                            <a:cubicBezTo>
                              <a:pt x="614" y="131"/>
                              <a:pt x="516" y="282"/>
                              <a:pt x="592" y="168"/>
                            </a:cubicBezTo>
                            <a:cubicBezTo>
                              <a:pt x="609" y="82"/>
                              <a:pt x="654" y="58"/>
                              <a:pt x="712" y="0"/>
                            </a:cubicBezTo>
                          </a:path>
                        </a:pathLst>
                      </a:custGeom>
                      <a:pattFill prst="lgConfetti">
                        <a:fgClr>
                          <a:srgbClr val="996633"/>
                        </a:fgClr>
                        <a:bgClr>
                          <a:srgbClr val="FFFFFF"/>
                        </a:bgClr>
                      </a:pattFill>
                      <a:ln w="9525">
                        <a:noFill/>
                        <a:round/>
                        <a:headEnd/>
                        <a:tailEnd/>
                      </a:ln>
                    </p:spPr>
                    <p:txBody>
                      <a:bodyPr/>
                      <a:lstStyle/>
                      <a:p>
                        <a:endParaRPr lang="en-US"/>
                      </a:p>
                    </p:txBody>
                  </p:sp>
                  <p:grpSp>
                    <p:nvGrpSpPr>
                      <p:cNvPr id="222318" name="Group 303"/>
                      <p:cNvGrpSpPr>
                        <a:grpSpLocks/>
                      </p:cNvGrpSpPr>
                      <p:nvPr/>
                    </p:nvGrpSpPr>
                    <p:grpSpPr bwMode="auto">
                      <a:xfrm>
                        <a:off x="1360" y="2840"/>
                        <a:ext cx="1648" cy="624"/>
                        <a:chOff x="1360" y="2840"/>
                        <a:chExt cx="1648" cy="624"/>
                      </a:xfrm>
                    </p:grpSpPr>
                    <p:sp>
                      <p:nvSpPr>
                        <p:cNvPr id="22820" name="Rectangle 304" descr="Large confetti"/>
                        <p:cNvSpPr>
                          <a:spLocks noChangeArrowheads="1"/>
                        </p:cNvSpPr>
                        <p:nvPr/>
                      </p:nvSpPr>
                      <p:spPr bwMode="auto">
                        <a:xfrm>
                          <a:off x="2904" y="2872"/>
                          <a:ext cx="72" cy="96"/>
                        </a:xfrm>
                        <a:prstGeom prst="rect">
                          <a:avLst/>
                        </a:prstGeom>
                        <a:pattFill prst="lgConfetti">
                          <a:fgClr>
                            <a:srgbClr val="996633"/>
                          </a:fgClr>
                          <a:bgClr>
                            <a:schemeClr val="bg1"/>
                          </a:bgClr>
                        </a:pattFill>
                        <a:ln w="9525">
                          <a:noFill/>
                          <a:miter lim="800000"/>
                          <a:headEnd/>
                          <a:tailEnd/>
                        </a:ln>
                      </p:spPr>
                      <p:txBody>
                        <a:bodyPr wrap="none" anchor="ctr"/>
                        <a:lstStyle/>
                        <a:p>
                          <a:pPr algn="l"/>
                          <a:endParaRPr lang="en-US">
                            <a:solidFill>
                              <a:srgbClr val="996633"/>
                            </a:solidFill>
                          </a:endParaRPr>
                        </a:p>
                      </p:txBody>
                    </p:sp>
                    <p:grpSp>
                      <p:nvGrpSpPr>
                        <p:cNvPr id="222319" name="Group 305"/>
                        <p:cNvGrpSpPr>
                          <a:grpSpLocks/>
                        </p:cNvGrpSpPr>
                        <p:nvPr/>
                      </p:nvGrpSpPr>
                      <p:grpSpPr bwMode="auto">
                        <a:xfrm>
                          <a:off x="1360" y="2840"/>
                          <a:ext cx="1648" cy="624"/>
                          <a:chOff x="1360" y="2840"/>
                          <a:chExt cx="1648" cy="624"/>
                        </a:xfrm>
                      </p:grpSpPr>
                      <p:sp>
                        <p:nvSpPr>
                          <p:cNvPr id="22822" name="Rectangle 306" descr="Large confetti"/>
                          <p:cNvSpPr>
                            <a:spLocks noChangeArrowheads="1"/>
                          </p:cNvSpPr>
                          <p:nvPr/>
                        </p:nvSpPr>
                        <p:spPr bwMode="auto">
                          <a:xfrm>
                            <a:off x="2296" y="3032"/>
                            <a:ext cx="496" cy="144"/>
                          </a:xfrm>
                          <a:prstGeom prst="rect">
                            <a:avLst/>
                          </a:prstGeom>
                          <a:pattFill prst="lgConfetti">
                            <a:fgClr>
                              <a:srgbClr val="996633"/>
                            </a:fgClr>
                            <a:bgClr>
                              <a:schemeClr val="bg1"/>
                            </a:bgClr>
                          </a:pattFill>
                          <a:ln w="9525">
                            <a:noFill/>
                            <a:miter lim="800000"/>
                            <a:headEnd/>
                            <a:tailEnd/>
                          </a:ln>
                        </p:spPr>
                        <p:txBody>
                          <a:bodyPr wrap="none" anchor="ctr"/>
                          <a:lstStyle/>
                          <a:p>
                            <a:pPr algn="l"/>
                            <a:endParaRPr lang="en-US">
                              <a:solidFill>
                                <a:srgbClr val="996633"/>
                              </a:solidFill>
                            </a:endParaRPr>
                          </a:p>
                        </p:txBody>
                      </p:sp>
                      <p:grpSp>
                        <p:nvGrpSpPr>
                          <p:cNvPr id="222320" name="Group 307"/>
                          <p:cNvGrpSpPr>
                            <a:grpSpLocks/>
                          </p:cNvGrpSpPr>
                          <p:nvPr/>
                        </p:nvGrpSpPr>
                        <p:grpSpPr bwMode="auto">
                          <a:xfrm>
                            <a:off x="1360" y="2840"/>
                            <a:ext cx="1648" cy="624"/>
                            <a:chOff x="1360" y="2840"/>
                            <a:chExt cx="1648" cy="624"/>
                          </a:xfrm>
                        </p:grpSpPr>
                        <p:sp>
                          <p:nvSpPr>
                            <p:cNvPr id="22824" name="Rectangle 308" descr="Large confetti"/>
                            <p:cNvSpPr>
                              <a:spLocks noChangeArrowheads="1"/>
                            </p:cNvSpPr>
                            <p:nvPr/>
                          </p:nvSpPr>
                          <p:spPr bwMode="auto">
                            <a:xfrm>
                              <a:off x="1584" y="3032"/>
                              <a:ext cx="496" cy="144"/>
                            </a:xfrm>
                            <a:prstGeom prst="rect">
                              <a:avLst/>
                            </a:prstGeom>
                            <a:pattFill prst="lgConfetti">
                              <a:fgClr>
                                <a:srgbClr val="996633"/>
                              </a:fgClr>
                              <a:bgClr>
                                <a:schemeClr val="bg1"/>
                              </a:bgClr>
                            </a:pattFill>
                            <a:ln w="9525">
                              <a:noFill/>
                              <a:miter lim="800000"/>
                              <a:headEnd/>
                              <a:tailEnd/>
                            </a:ln>
                          </p:spPr>
                          <p:txBody>
                            <a:bodyPr wrap="none" anchor="ctr"/>
                            <a:lstStyle/>
                            <a:p>
                              <a:pPr algn="l"/>
                              <a:endParaRPr lang="en-US">
                                <a:solidFill>
                                  <a:srgbClr val="996633"/>
                                </a:solidFill>
                              </a:endParaRPr>
                            </a:p>
                          </p:txBody>
                        </p:sp>
                        <p:sp>
                          <p:nvSpPr>
                            <p:cNvPr id="22825" name="Rectangle 309" descr="Large confetti"/>
                            <p:cNvSpPr>
                              <a:spLocks noChangeArrowheads="1"/>
                            </p:cNvSpPr>
                            <p:nvPr/>
                          </p:nvSpPr>
                          <p:spPr bwMode="auto">
                            <a:xfrm>
                              <a:off x="2752" y="2984"/>
                              <a:ext cx="256" cy="192"/>
                            </a:xfrm>
                            <a:prstGeom prst="rect">
                              <a:avLst/>
                            </a:prstGeom>
                            <a:pattFill prst="lgConfetti">
                              <a:fgClr>
                                <a:srgbClr val="996633"/>
                              </a:fgClr>
                              <a:bgClr>
                                <a:schemeClr val="bg1"/>
                              </a:bgClr>
                            </a:pattFill>
                            <a:ln w="9525">
                              <a:noFill/>
                              <a:miter lim="800000"/>
                              <a:headEnd/>
                              <a:tailEnd/>
                            </a:ln>
                          </p:spPr>
                          <p:txBody>
                            <a:bodyPr wrap="none" anchor="ctr"/>
                            <a:lstStyle/>
                            <a:p>
                              <a:pPr algn="l"/>
                              <a:endParaRPr lang="en-US">
                                <a:solidFill>
                                  <a:srgbClr val="996633"/>
                                </a:solidFill>
                              </a:endParaRPr>
                            </a:p>
                          </p:txBody>
                        </p:sp>
                        <p:sp>
                          <p:nvSpPr>
                            <p:cNvPr id="22826" name="Rectangle 310" descr="Large confetti"/>
                            <p:cNvSpPr>
                              <a:spLocks noChangeArrowheads="1"/>
                            </p:cNvSpPr>
                            <p:nvPr/>
                          </p:nvSpPr>
                          <p:spPr bwMode="auto">
                            <a:xfrm>
                              <a:off x="1392" y="3176"/>
                              <a:ext cx="912" cy="288"/>
                            </a:xfrm>
                            <a:prstGeom prst="rect">
                              <a:avLst/>
                            </a:prstGeom>
                            <a:pattFill prst="lgConfetti">
                              <a:fgClr>
                                <a:srgbClr val="996633"/>
                              </a:fgClr>
                              <a:bgClr>
                                <a:schemeClr val="bg1"/>
                              </a:bgClr>
                            </a:pattFill>
                            <a:ln w="9525">
                              <a:noFill/>
                              <a:miter lim="800000"/>
                              <a:headEnd/>
                              <a:tailEnd/>
                            </a:ln>
                          </p:spPr>
                          <p:txBody>
                            <a:bodyPr wrap="none" anchor="ctr"/>
                            <a:lstStyle/>
                            <a:p>
                              <a:pPr algn="l"/>
                              <a:endParaRPr lang="en-US">
                                <a:solidFill>
                                  <a:srgbClr val="996633"/>
                                </a:solidFill>
                              </a:endParaRPr>
                            </a:p>
                          </p:txBody>
                        </p:sp>
                        <p:sp>
                          <p:nvSpPr>
                            <p:cNvPr id="22827" name="Rectangle 311" descr="Large confetti"/>
                            <p:cNvSpPr>
                              <a:spLocks noChangeArrowheads="1"/>
                            </p:cNvSpPr>
                            <p:nvPr/>
                          </p:nvSpPr>
                          <p:spPr bwMode="auto">
                            <a:xfrm>
                              <a:off x="2080" y="3176"/>
                              <a:ext cx="912" cy="288"/>
                            </a:xfrm>
                            <a:prstGeom prst="rect">
                              <a:avLst/>
                            </a:prstGeom>
                            <a:pattFill prst="lgConfetti">
                              <a:fgClr>
                                <a:srgbClr val="996633"/>
                              </a:fgClr>
                              <a:bgClr>
                                <a:schemeClr val="bg1"/>
                              </a:bgClr>
                            </a:pattFill>
                            <a:ln w="9525">
                              <a:noFill/>
                              <a:miter lim="800000"/>
                              <a:headEnd/>
                              <a:tailEnd/>
                            </a:ln>
                          </p:spPr>
                          <p:txBody>
                            <a:bodyPr wrap="none" anchor="ctr"/>
                            <a:lstStyle/>
                            <a:p>
                              <a:pPr algn="l"/>
                              <a:endParaRPr lang="en-US">
                                <a:solidFill>
                                  <a:srgbClr val="996633"/>
                                </a:solidFill>
                              </a:endParaRPr>
                            </a:p>
                          </p:txBody>
                        </p:sp>
                        <p:sp>
                          <p:nvSpPr>
                            <p:cNvPr id="22828" name="Rectangle 312" descr="Large confetti"/>
                            <p:cNvSpPr>
                              <a:spLocks noChangeArrowheads="1"/>
                            </p:cNvSpPr>
                            <p:nvPr/>
                          </p:nvSpPr>
                          <p:spPr bwMode="auto">
                            <a:xfrm>
                              <a:off x="1360" y="2840"/>
                              <a:ext cx="304" cy="336"/>
                            </a:xfrm>
                            <a:prstGeom prst="rect">
                              <a:avLst/>
                            </a:prstGeom>
                            <a:pattFill prst="lgConfetti">
                              <a:fgClr>
                                <a:srgbClr val="996633"/>
                              </a:fgClr>
                              <a:bgClr>
                                <a:schemeClr val="bg1"/>
                              </a:bgClr>
                            </a:pattFill>
                            <a:ln w="9525">
                              <a:noFill/>
                              <a:miter lim="800000"/>
                              <a:headEnd/>
                              <a:tailEnd/>
                            </a:ln>
                          </p:spPr>
                          <p:txBody>
                            <a:bodyPr wrap="none" anchor="ctr"/>
                            <a:lstStyle/>
                            <a:p>
                              <a:pPr algn="l"/>
                              <a:endParaRPr lang="en-US">
                                <a:solidFill>
                                  <a:srgbClr val="996633"/>
                                </a:solidFill>
                              </a:endParaRPr>
                            </a:p>
                          </p:txBody>
                        </p:sp>
                        <p:sp>
                          <p:nvSpPr>
                            <p:cNvPr id="22829" name="Rectangle 313" descr="Large confetti"/>
                            <p:cNvSpPr>
                              <a:spLocks noChangeArrowheads="1"/>
                            </p:cNvSpPr>
                            <p:nvPr/>
                          </p:nvSpPr>
                          <p:spPr bwMode="auto">
                            <a:xfrm>
                              <a:off x="2728" y="2904"/>
                              <a:ext cx="256" cy="80"/>
                            </a:xfrm>
                            <a:prstGeom prst="rect">
                              <a:avLst/>
                            </a:prstGeom>
                            <a:pattFill prst="lgConfetti">
                              <a:fgClr>
                                <a:srgbClr val="996633"/>
                              </a:fgClr>
                              <a:bgClr>
                                <a:schemeClr val="bg1"/>
                              </a:bgClr>
                            </a:pattFill>
                            <a:ln w="9525">
                              <a:noFill/>
                              <a:miter lim="800000"/>
                              <a:headEnd/>
                              <a:tailEnd/>
                            </a:ln>
                          </p:spPr>
                          <p:txBody>
                            <a:bodyPr wrap="none" anchor="ctr"/>
                            <a:lstStyle/>
                            <a:p>
                              <a:pPr algn="l"/>
                              <a:endParaRPr lang="en-US">
                                <a:solidFill>
                                  <a:srgbClr val="996633"/>
                                </a:solidFill>
                              </a:endParaRPr>
                            </a:p>
                          </p:txBody>
                        </p:sp>
                        <p:sp>
                          <p:nvSpPr>
                            <p:cNvPr id="22830" name="Freeform 314" descr="Large confetti"/>
                            <p:cNvSpPr>
                              <a:spLocks/>
                            </p:cNvSpPr>
                            <p:nvPr/>
                          </p:nvSpPr>
                          <p:spPr bwMode="auto">
                            <a:xfrm rot="10800000">
                              <a:off x="2392" y="2936"/>
                              <a:ext cx="240" cy="104"/>
                            </a:xfrm>
                            <a:custGeom>
                              <a:avLst/>
                              <a:gdLst>
                                <a:gd name="T0" fmla="*/ 0 w 712"/>
                                <a:gd name="T1" fmla="*/ 12 h 496"/>
                                <a:gd name="T2" fmla="*/ 13 w 712"/>
                                <a:gd name="T3" fmla="*/ 35 h 496"/>
                                <a:gd name="T4" fmla="*/ 35 w 712"/>
                                <a:gd name="T5" fmla="*/ 74 h 496"/>
                                <a:gd name="T6" fmla="*/ 40 w 712"/>
                                <a:gd name="T7" fmla="*/ 82 h 496"/>
                                <a:gd name="T8" fmla="*/ 97 w 712"/>
                                <a:gd name="T9" fmla="*/ 104 h 496"/>
                                <a:gd name="T10" fmla="*/ 135 w 712"/>
                                <a:gd name="T11" fmla="*/ 96 h 496"/>
                                <a:gd name="T12" fmla="*/ 151 w 712"/>
                                <a:gd name="T13" fmla="*/ 89 h 496"/>
                                <a:gd name="T14" fmla="*/ 164 w 712"/>
                                <a:gd name="T15" fmla="*/ 72 h 496"/>
                                <a:gd name="T16" fmla="*/ 173 w 712"/>
                                <a:gd name="T17" fmla="*/ 65 h 496"/>
                                <a:gd name="T18" fmla="*/ 200 w 712"/>
                                <a:gd name="T19" fmla="*/ 35 h 496"/>
                                <a:gd name="T20" fmla="*/ 240 w 712"/>
                                <a:gd name="T21" fmla="*/ 0 h 49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12"/>
                                <a:gd name="T34" fmla="*/ 0 h 496"/>
                                <a:gd name="T35" fmla="*/ 712 w 712"/>
                                <a:gd name="T36" fmla="*/ 496 h 49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12" h="496">
                                  <a:moveTo>
                                    <a:pt x="0" y="56"/>
                                  </a:moveTo>
                                  <a:cubicBezTo>
                                    <a:pt x="8" y="98"/>
                                    <a:pt x="28" y="128"/>
                                    <a:pt x="40" y="168"/>
                                  </a:cubicBezTo>
                                  <a:cubicBezTo>
                                    <a:pt x="59" y="233"/>
                                    <a:pt x="74" y="291"/>
                                    <a:pt x="104" y="352"/>
                                  </a:cubicBezTo>
                                  <a:cubicBezTo>
                                    <a:pt x="110" y="365"/>
                                    <a:pt x="111" y="381"/>
                                    <a:pt x="120" y="392"/>
                                  </a:cubicBezTo>
                                  <a:cubicBezTo>
                                    <a:pt x="161" y="445"/>
                                    <a:pt x="235" y="461"/>
                                    <a:pt x="288" y="496"/>
                                  </a:cubicBezTo>
                                  <a:cubicBezTo>
                                    <a:pt x="325" y="483"/>
                                    <a:pt x="372" y="484"/>
                                    <a:pt x="400" y="456"/>
                                  </a:cubicBezTo>
                                  <a:cubicBezTo>
                                    <a:pt x="430" y="426"/>
                                    <a:pt x="413" y="436"/>
                                    <a:pt x="448" y="424"/>
                                  </a:cubicBezTo>
                                  <a:cubicBezTo>
                                    <a:pt x="498" y="374"/>
                                    <a:pt x="448" y="432"/>
                                    <a:pt x="488" y="344"/>
                                  </a:cubicBezTo>
                                  <a:cubicBezTo>
                                    <a:pt x="494" y="332"/>
                                    <a:pt x="505" y="324"/>
                                    <a:pt x="512" y="312"/>
                                  </a:cubicBezTo>
                                  <a:cubicBezTo>
                                    <a:pt x="614" y="131"/>
                                    <a:pt x="516" y="282"/>
                                    <a:pt x="592" y="168"/>
                                  </a:cubicBezTo>
                                  <a:cubicBezTo>
                                    <a:pt x="609" y="82"/>
                                    <a:pt x="654" y="58"/>
                                    <a:pt x="712" y="0"/>
                                  </a:cubicBezTo>
                                </a:path>
                              </a:pathLst>
                            </a:custGeom>
                            <a:pattFill prst="lgConfetti">
                              <a:fgClr>
                                <a:srgbClr val="996633"/>
                              </a:fgClr>
                              <a:bgClr>
                                <a:srgbClr val="FFFFFF"/>
                              </a:bgClr>
                            </a:pattFill>
                            <a:ln w="3175">
                              <a:noFill/>
                              <a:round/>
                              <a:headEnd/>
                              <a:tailEnd/>
                            </a:ln>
                          </p:spPr>
                          <p:txBody>
                            <a:bodyPr/>
                            <a:lstStyle/>
                            <a:p>
                              <a:endParaRPr lang="en-US"/>
                            </a:p>
                          </p:txBody>
                        </p:sp>
                      </p:grpSp>
                    </p:grpSp>
                  </p:grpSp>
                </p:grpSp>
              </p:grpSp>
            </p:grpSp>
            <p:grpSp>
              <p:nvGrpSpPr>
                <p:cNvPr id="222321" name="Group 315"/>
                <p:cNvGrpSpPr>
                  <a:grpSpLocks/>
                </p:cNvGrpSpPr>
                <p:nvPr/>
              </p:nvGrpSpPr>
              <p:grpSpPr bwMode="auto">
                <a:xfrm>
                  <a:off x="3648" y="3216"/>
                  <a:ext cx="1056" cy="336"/>
                  <a:chOff x="4237" y="2832"/>
                  <a:chExt cx="1056" cy="336"/>
                </a:xfrm>
              </p:grpSpPr>
              <p:sp>
                <p:nvSpPr>
                  <p:cNvPr id="22803" name="Line 316" descr="Large confetti"/>
                  <p:cNvSpPr>
                    <a:spLocks noChangeShapeType="1"/>
                  </p:cNvSpPr>
                  <p:nvPr/>
                </p:nvSpPr>
                <p:spPr bwMode="auto">
                  <a:xfrm>
                    <a:off x="4566" y="3024"/>
                    <a:ext cx="96" cy="0"/>
                  </a:xfrm>
                  <a:prstGeom prst="line">
                    <a:avLst/>
                  </a:prstGeom>
                  <a:noFill/>
                  <a:ln w="28575">
                    <a:solidFill>
                      <a:schemeClr val="tx1"/>
                    </a:solidFill>
                    <a:round/>
                    <a:headEnd/>
                    <a:tailEnd/>
                  </a:ln>
                </p:spPr>
                <p:txBody>
                  <a:bodyPr/>
                  <a:lstStyle/>
                  <a:p>
                    <a:endParaRPr lang="en-US"/>
                  </a:p>
                </p:txBody>
              </p:sp>
              <p:sp>
                <p:nvSpPr>
                  <p:cNvPr id="22804" name="Line 317" descr="Large confetti"/>
                  <p:cNvSpPr>
                    <a:spLocks noChangeShapeType="1"/>
                  </p:cNvSpPr>
                  <p:nvPr/>
                </p:nvSpPr>
                <p:spPr bwMode="auto">
                  <a:xfrm rot="10800000" flipV="1">
                    <a:off x="4656" y="3024"/>
                    <a:ext cx="0" cy="144"/>
                  </a:xfrm>
                  <a:prstGeom prst="line">
                    <a:avLst/>
                  </a:prstGeom>
                  <a:noFill/>
                  <a:ln w="28575">
                    <a:solidFill>
                      <a:schemeClr val="tx1"/>
                    </a:solidFill>
                    <a:round/>
                    <a:headEnd/>
                    <a:tailEnd/>
                  </a:ln>
                </p:spPr>
                <p:txBody>
                  <a:bodyPr/>
                  <a:lstStyle/>
                  <a:p>
                    <a:endParaRPr lang="en-US"/>
                  </a:p>
                </p:txBody>
              </p:sp>
              <p:sp>
                <p:nvSpPr>
                  <p:cNvPr id="22805" name="Line 318" descr="Large confetti"/>
                  <p:cNvSpPr>
                    <a:spLocks noChangeShapeType="1"/>
                  </p:cNvSpPr>
                  <p:nvPr/>
                </p:nvSpPr>
                <p:spPr bwMode="auto">
                  <a:xfrm>
                    <a:off x="5192" y="3024"/>
                    <a:ext cx="96" cy="0"/>
                  </a:xfrm>
                  <a:prstGeom prst="line">
                    <a:avLst/>
                  </a:prstGeom>
                  <a:noFill/>
                  <a:ln w="28575">
                    <a:solidFill>
                      <a:schemeClr val="tx1"/>
                    </a:solidFill>
                    <a:round/>
                    <a:headEnd/>
                    <a:tailEnd/>
                  </a:ln>
                </p:spPr>
                <p:txBody>
                  <a:bodyPr/>
                  <a:lstStyle/>
                  <a:p>
                    <a:endParaRPr lang="en-US"/>
                  </a:p>
                </p:txBody>
              </p:sp>
              <p:sp>
                <p:nvSpPr>
                  <p:cNvPr id="22806" name="Line 319" descr="Large confetti"/>
                  <p:cNvSpPr>
                    <a:spLocks noChangeShapeType="1"/>
                  </p:cNvSpPr>
                  <p:nvPr/>
                </p:nvSpPr>
                <p:spPr bwMode="auto">
                  <a:xfrm rot="10800000" flipV="1">
                    <a:off x="4848" y="3024"/>
                    <a:ext cx="0" cy="144"/>
                  </a:xfrm>
                  <a:prstGeom prst="line">
                    <a:avLst/>
                  </a:prstGeom>
                  <a:noFill/>
                  <a:ln w="28575">
                    <a:solidFill>
                      <a:schemeClr val="tx1"/>
                    </a:solidFill>
                    <a:round/>
                    <a:headEnd/>
                    <a:tailEnd/>
                  </a:ln>
                </p:spPr>
                <p:txBody>
                  <a:bodyPr/>
                  <a:lstStyle/>
                  <a:p>
                    <a:endParaRPr lang="en-US"/>
                  </a:p>
                </p:txBody>
              </p:sp>
              <p:sp>
                <p:nvSpPr>
                  <p:cNvPr id="22807" name="Line 320" descr="Large confetti"/>
                  <p:cNvSpPr>
                    <a:spLocks noChangeShapeType="1"/>
                  </p:cNvSpPr>
                  <p:nvPr/>
                </p:nvSpPr>
                <p:spPr bwMode="auto">
                  <a:xfrm rot="10800000" flipH="1">
                    <a:off x="4237" y="3024"/>
                    <a:ext cx="121" cy="0"/>
                  </a:xfrm>
                  <a:prstGeom prst="line">
                    <a:avLst/>
                  </a:prstGeom>
                  <a:noFill/>
                  <a:ln w="28575">
                    <a:solidFill>
                      <a:schemeClr val="tx1"/>
                    </a:solidFill>
                    <a:round/>
                    <a:headEnd/>
                    <a:tailEnd/>
                  </a:ln>
                </p:spPr>
                <p:txBody>
                  <a:bodyPr/>
                  <a:lstStyle/>
                  <a:p>
                    <a:endParaRPr lang="en-US"/>
                  </a:p>
                </p:txBody>
              </p:sp>
              <p:sp>
                <p:nvSpPr>
                  <p:cNvPr id="22808" name="Line 321" descr="Large confetti"/>
                  <p:cNvSpPr>
                    <a:spLocks noChangeShapeType="1"/>
                  </p:cNvSpPr>
                  <p:nvPr/>
                </p:nvSpPr>
                <p:spPr bwMode="auto">
                  <a:xfrm rot="10800000" flipV="1">
                    <a:off x="5293" y="2832"/>
                    <a:ext cx="0" cy="192"/>
                  </a:xfrm>
                  <a:prstGeom prst="line">
                    <a:avLst/>
                  </a:prstGeom>
                  <a:noFill/>
                  <a:ln w="28575">
                    <a:solidFill>
                      <a:schemeClr val="tx1"/>
                    </a:solidFill>
                    <a:round/>
                    <a:headEnd/>
                    <a:tailEnd/>
                  </a:ln>
                </p:spPr>
                <p:txBody>
                  <a:bodyPr/>
                  <a:lstStyle/>
                  <a:p>
                    <a:endParaRPr lang="en-US"/>
                  </a:p>
                </p:txBody>
              </p:sp>
              <p:sp>
                <p:nvSpPr>
                  <p:cNvPr id="22809" name="Line 322" descr="Large confetti"/>
                  <p:cNvSpPr>
                    <a:spLocks noChangeShapeType="1"/>
                  </p:cNvSpPr>
                  <p:nvPr/>
                </p:nvSpPr>
                <p:spPr bwMode="auto">
                  <a:xfrm rot="10800000">
                    <a:off x="4237" y="2832"/>
                    <a:ext cx="0" cy="192"/>
                  </a:xfrm>
                  <a:prstGeom prst="line">
                    <a:avLst/>
                  </a:prstGeom>
                  <a:noFill/>
                  <a:ln w="28575">
                    <a:solidFill>
                      <a:schemeClr val="tx1"/>
                    </a:solidFill>
                    <a:round/>
                    <a:headEnd/>
                    <a:tailEnd/>
                  </a:ln>
                </p:spPr>
                <p:txBody>
                  <a:bodyPr/>
                  <a:lstStyle/>
                  <a:p>
                    <a:endParaRPr lang="en-US"/>
                  </a:p>
                </p:txBody>
              </p:sp>
              <p:sp>
                <p:nvSpPr>
                  <p:cNvPr id="22810" name="Freeform 323" descr="Large confetti"/>
                  <p:cNvSpPr>
                    <a:spLocks/>
                  </p:cNvSpPr>
                  <p:nvPr/>
                </p:nvSpPr>
                <p:spPr bwMode="auto">
                  <a:xfrm rot="10800000">
                    <a:off x="4966" y="2920"/>
                    <a:ext cx="240" cy="104"/>
                  </a:xfrm>
                  <a:custGeom>
                    <a:avLst/>
                    <a:gdLst>
                      <a:gd name="T0" fmla="*/ 0 w 712"/>
                      <a:gd name="T1" fmla="*/ 12 h 496"/>
                      <a:gd name="T2" fmla="*/ 13 w 712"/>
                      <a:gd name="T3" fmla="*/ 35 h 496"/>
                      <a:gd name="T4" fmla="*/ 35 w 712"/>
                      <a:gd name="T5" fmla="*/ 74 h 496"/>
                      <a:gd name="T6" fmla="*/ 40 w 712"/>
                      <a:gd name="T7" fmla="*/ 82 h 496"/>
                      <a:gd name="T8" fmla="*/ 97 w 712"/>
                      <a:gd name="T9" fmla="*/ 104 h 496"/>
                      <a:gd name="T10" fmla="*/ 135 w 712"/>
                      <a:gd name="T11" fmla="*/ 96 h 496"/>
                      <a:gd name="T12" fmla="*/ 151 w 712"/>
                      <a:gd name="T13" fmla="*/ 89 h 496"/>
                      <a:gd name="T14" fmla="*/ 164 w 712"/>
                      <a:gd name="T15" fmla="*/ 72 h 496"/>
                      <a:gd name="T16" fmla="*/ 173 w 712"/>
                      <a:gd name="T17" fmla="*/ 65 h 496"/>
                      <a:gd name="T18" fmla="*/ 200 w 712"/>
                      <a:gd name="T19" fmla="*/ 35 h 496"/>
                      <a:gd name="T20" fmla="*/ 240 w 712"/>
                      <a:gd name="T21" fmla="*/ 0 h 49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12"/>
                      <a:gd name="T34" fmla="*/ 0 h 496"/>
                      <a:gd name="T35" fmla="*/ 712 w 712"/>
                      <a:gd name="T36" fmla="*/ 496 h 49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12" h="496">
                        <a:moveTo>
                          <a:pt x="0" y="56"/>
                        </a:moveTo>
                        <a:cubicBezTo>
                          <a:pt x="8" y="98"/>
                          <a:pt x="28" y="128"/>
                          <a:pt x="40" y="168"/>
                        </a:cubicBezTo>
                        <a:cubicBezTo>
                          <a:pt x="59" y="233"/>
                          <a:pt x="74" y="291"/>
                          <a:pt x="104" y="352"/>
                        </a:cubicBezTo>
                        <a:cubicBezTo>
                          <a:pt x="110" y="365"/>
                          <a:pt x="111" y="381"/>
                          <a:pt x="120" y="392"/>
                        </a:cubicBezTo>
                        <a:cubicBezTo>
                          <a:pt x="161" y="445"/>
                          <a:pt x="235" y="461"/>
                          <a:pt x="288" y="496"/>
                        </a:cubicBezTo>
                        <a:cubicBezTo>
                          <a:pt x="325" y="483"/>
                          <a:pt x="372" y="484"/>
                          <a:pt x="400" y="456"/>
                        </a:cubicBezTo>
                        <a:cubicBezTo>
                          <a:pt x="430" y="426"/>
                          <a:pt x="413" y="436"/>
                          <a:pt x="448" y="424"/>
                        </a:cubicBezTo>
                        <a:cubicBezTo>
                          <a:pt x="498" y="374"/>
                          <a:pt x="448" y="432"/>
                          <a:pt x="488" y="344"/>
                        </a:cubicBezTo>
                        <a:cubicBezTo>
                          <a:pt x="494" y="332"/>
                          <a:pt x="505" y="324"/>
                          <a:pt x="512" y="312"/>
                        </a:cubicBezTo>
                        <a:cubicBezTo>
                          <a:pt x="614" y="131"/>
                          <a:pt x="516" y="282"/>
                          <a:pt x="592" y="168"/>
                        </a:cubicBezTo>
                        <a:cubicBezTo>
                          <a:pt x="609" y="82"/>
                          <a:pt x="654" y="58"/>
                          <a:pt x="712" y="0"/>
                        </a:cubicBezTo>
                      </a:path>
                    </a:pathLst>
                  </a:custGeom>
                  <a:pattFill prst="lgConfetti">
                    <a:fgClr>
                      <a:srgbClr val="996633"/>
                    </a:fgClr>
                    <a:bgClr>
                      <a:schemeClr val="bg1"/>
                    </a:bgClr>
                  </a:pattFill>
                  <a:ln w="28575">
                    <a:solidFill>
                      <a:schemeClr val="tx1"/>
                    </a:solidFill>
                    <a:round/>
                    <a:headEnd/>
                    <a:tailEnd/>
                  </a:ln>
                </p:spPr>
                <p:txBody>
                  <a:bodyPr/>
                  <a:lstStyle/>
                  <a:p>
                    <a:endParaRPr lang="en-US"/>
                  </a:p>
                </p:txBody>
              </p:sp>
              <p:sp>
                <p:nvSpPr>
                  <p:cNvPr id="22811" name="Freeform 324" descr="Large confetti"/>
                  <p:cNvSpPr>
                    <a:spLocks/>
                  </p:cNvSpPr>
                  <p:nvPr/>
                </p:nvSpPr>
                <p:spPr bwMode="auto">
                  <a:xfrm rot="10800000">
                    <a:off x="4334" y="2928"/>
                    <a:ext cx="240" cy="104"/>
                  </a:xfrm>
                  <a:custGeom>
                    <a:avLst/>
                    <a:gdLst>
                      <a:gd name="T0" fmla="*/ 0 w 712"/>
                      <a:gd name="T1" fmla="*/ 12 h 496"/>
                      <a:gd name="T2" fmla="*/ 13 w 712"/>
                      <a:gd name="T3" fmla="*/ 35 h 496"/>
                      <a:gd name="T4" fmla="*/ 35 w 712"/>
                      <a:gd name="T5" fmla="*/ 74 h 496"/>
                      <a:gd name="T6" fmla="*/ 40 w 712"/>
                      <a:gd name="T7" fmla="*/ 82 h 496"/>
                      <a:gd name="T8" fmla="*/ 97 w 712"/>
                      <a:gd name="T9" fmla="*/ 104 h 496"/>
                      <a:gd name="T10" fmla="*/ 135 w 712"/>
                      <a:gd name="T11" fmla="*/ 96 h 496"/>
                      <a:gd name="T12" fmla="*/ 151 w 712"/>
                      <a:gd name="T13" fmla="*/ 89 h 496"/>
                      <a:gd name="T14" fmla="*/ 164 w 712"/>
                      <a:gd name="T15" fmla="*/ 72 h 496"/>
                      <a:gd name="T16" fmla="*/ 173 w 712"/>
                      <a:gd name="T17" fmla="*/ 65 h 496"/>
                      <a:gd name="T18" fmla="*/ 200 w 712"/>
                      <a:gd name="T19" fmla="*/ 35 h 496"/>
                      <a:gd name="T20" fmla="*/ 240 w 712"/>
                      <a:gd name="T21" fmla="*/ 0 h 49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12"/>
                      <a:gd name="T34" fmla="*/ 0 h 496"/>
                      <a:gd name="T35" fmla="*/ 712 w 712"/>
                      <a:gd name="T36" fmla="*/ 496 h 49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12" h="496">
                        <a:moveTo>
                          <a:pt x="0" y="56"/>
                        </a:moveTo>
                        <a:cubicBezTo>
                          <a:pt x="8" y="98"/>
                          <a:pt x="28" y="128"/>
                          <a:pt x="40" y="168"/>
                        </a:cubicBezTo>
                        <a:cubicBezTo>
                          <a:pt x="59" y="233"/>
                          <a:pt x="74" y="291"/>
                          <a:pt x="104" y="352"/>
                        </a:cubicBezTo>
                        <a:cubicBezTo>
                          <a:pt x="110" y="365"/>
                          <a:pt x="111" y="381"/>
                          <a:pt x="120" y="392"/>
                        </a:cubicBezTo>
                        <a:cubicBezTo>
                          <a:pt x="161" y="445"/>
                          <a:pt x="235" y="461"/>
                          <a:pt x="288" y="496"/>
                        </a:cubicBezTo>
                        <a:cubicBezTo>
                          <a:pt x="325" y="483"/>
                          <a:pt x="372" y="484"/>
                          <a:pt x="400" y="456"/>
                        </a:cubicBezTo>
                        <a:cubicBezTo>
                          <a:pt x="430" y="426"/>
                          <a:pt x="413" y="436"/>
                          <a:pt x="448" y="424"/>
                        </a:cubicBezTo>
                        <a:cubicBezTo>
                          <a:pt x="498" y="374"/>
                          <a:pt x="448" y="432"/>
                          <a:pt x="488" y="344"/>
                        </a:cubicBezTo>
                        <a:cubicBezTo>
                          <a:pt x="494" y="332"/>
                          <a:pt x="505" y="324"/>
                          <a:pt x="512" y="312"/>
                        </a:cubicBezTo>
                        <a:cubicBezTo>
                          <a:pt x="614" y="131"/>
                          <a:pt x="516" y="282"/>
                          <a:pt x="592" y="168"/>
                        </a:cubicBezTo>
                        <a:cubicBezTo>
                          <a:pt x="609" y="82"/>
                          <a:pt x="654" y="58"/>
                          <a:pt x="712" y="0"/>
                        </a:cubicBezTo>
                      </a:path>
                    </a:pathLst>
                  </a:custGeom>
                  <a:pattFill prst="lgConfetti">
                    <a:fgClr>
                      <a:srgbClr val="996633"/>
                    </a:fgClr>
                    <a:bgClr>
                      <a:schemeClr val="bg1"/>
                    </a:bgClr>
                  </a:pattFill>
                  <a:ln w="28575">
                    <a:solidFill>
                      <a:schemeClr val="tx1"/>
                    </a:solidFill>
                    <a:round/>
                    <a:headEnd/>
                    <a:tailEnd/>
                  </a:ln>
                </p:spPr>
                <p:txBody>
                  <a:bodyPr/>
                  <a:lstStyle/>
                  <a:p>
                    <a:endParaRPr lang="en-US"/>
                  </a:p>
                </p:txBody>
              </p:sp>
              <p:sp>
                <p:nvSpPr>
                  <p:cNvPr id="22812" name="Line 325" descr="Large confetti"/>
                  <p:cNvSpPr>
                    <a:spLocks noChangeShapeType="1"/>
                  </p:cNvSpPr>
                  <p:nvPr/>
                </p:nvSpPr>
                <p:spPr bwMode="auto">
                  <a:xfrm rot="10800000">
                    <a:off x="4669" y="3168"/>
                    <a:ext cx="192" cy="0"/>
                  </a:xfrm>
                  <a:prstGeom prst="line">
                    <a:avLst/>
                  </a:prstGeom>
                  <a:noFill/>
                  <a:ln w="28575">
                    <a:solidFill>
                      <a:schemeClr val="tx1"/>
                    </a:solidFill>
                    <a:round/>
                    <a:headEnd/>
                    <a:tailEnd/>
                  </a:ln>
                </p:spPr>
                <p:txBody>
                  <a:bodyPr/>
                  <a:lstStyle/>
                  <a:p>
                    <a:endParaRPr lang="en-US"/>
                  </a:p>
                </p:txBody>
              </p:sp>
              <p:sp>
                <p:nvSpPr>
                  <p:cNvPr id="22813" name="Line 326" descr="Large confetti"/>
                  <p:cNvSpPr>
                    <a:spLocks noChangeShapeType="1"/>
                  </p:cNvSpPr>
                  <p:nvPr/>
                </p:nvSpPr>
                <p:spPr bwMode="auto">
                  <a:xfrm rot="10800000">
                    <a:off x="4861" y="3024"/>
                    <a:ext cx="121" cy="0"/>
                  </a:xfrm>
                  <a:prstGeom prst="line">
                    <a:avLst/>
                  </a:prstGeom>
                  <a:noFill/>
                  <a:ln w="28575">
                    <a:solidFill>
                      <a:schemeClr val="tx1"/>
                    </a:solidFill>
                    <a:round/>
                    <a:headEnd/>
                    <a:tailEnd/>
                  </a:ln>
                </p:spPr>
                <p:txBody>
                  <a:bodyPr/>
                  <a:lstStyle/>
                  <a:p>
                    <a:endParaRPr lang="en-US"/>
                  </a:p>
                </p:txBody>
              </p:sp>
            </p:grpSp>
            <p:grpSp>
              <p:nvGrpSpPr>
                <p:cNvPr id="222322" name="Group 327"/>
                <p:cNvGrpSpPr>
                  <a:grpSpLocks/>
                </p:cNvGrpSpPr>
                <p:nvPr/>
              </p:nvGrpSpPr>
              <p:grpSpPr bwMode="auto">
                <a:xfrm>
                  <a:off x="3072" y="3120"/>
                  <a:ext cx="2208" cy="960"/>
                  <a:chOff x="350" y="2744"/>
                  <a:chExt cx="2208" cy="960"/>
                </a:xfrm>
              </p:grpSpPr>
              <p:sp>
                <p:nvSpPr>
                  <p:cNvPr id="22781" name="Line 328"/>
                  <p:cNvSpPr>
                    <a:spLocks noChangeShapeType="1"/>
                  </p:cNvSpPr>
                  <p:nvPr/>
                </p:nvSpPr>
                <p:spPr bwMode="auto">
                  <a:xfrm rot="10800000">
                    <a:off x="2510" y="2744"/>
                    <a:ext cx="48" cy="0"/>
                  </a:xfrm>
                  <a:prstGeom prst="line">
                    <a:avLst/>
                  </a:prstGeom>
                  <a:noFill/>
                  <a:ln w="28575">
                    <a:solidFill>
                      <a:schemeClr val="tx1"/>
                    </a:solidFill>
                    <a:round/>
                    <a:headEnd/>
                    <a:tailEnd/>
                  </a:ln>
                </p:spPr>
                <p:txBody>
                  <a:bodyPr/>
                  <a:lstStyle/>
                  <a:p>
                    <a:endParaRPr lang="en-US"/>
                  </a:p>
                </p:txBody>
              </p:sp>
              <p:grpSp>
                <p:nvGrpSpPr>
                  <p:cNvPr id="222323" name="Group 329"/>
                  <p:cNvGrpSpPr>
                    <a:grpSpLocks/>
                  </p:cNvGrpSpPr>
                  <p:nvPr/>
                </p:nvGrpSpPr>
                <p:grpSpPr bwMode="auto">
                  <a:xfrm>
                    <a:off x="350" y="2744"/>
                    <a:ext cx="2199" cy="960"/>
                    <a:chOff x="3638" y="2736"/>
                    <a:chExt cx="2199" cy="960"/>
                  </a:xfrm>
                </p:grpSpPr>
                <p:sp>
                  <p:nvSpPr>
                    <p:cNvPr id="22783" name="Line 330"/>
                    <p:cNvSpPr>
                      <a:spLocks noChangeShapeType="1"/>
                    </p:cNvSpPr>
                    <p:nvPr/>
                  </p:nvSpPr>
                  <p:spPr bwMode="auto">
                    <a:xfrm rot="10800000" flipH="1">
                      <a:off x="5693" y="2920"/>
                      <a:ext cx="144" cy="0"/>
                    </a:xfrm>
                    <a:prstGeom prst="line">
                      <a:avLst/>
                    </a:prstGeom>
                    <a:noFill/>
                    <a:ln w="28575">
                      <a:solidFill>
                        <a:schemeClr val="tx1"/>
                      </a:solidFill>
                      <a:round/>
                      <a:headEnd/>
                      <a:tailEnd/>
                    </a:ln>
                  </p:spPr>
                  <p:txBody>
                    <a:bodyPr/>
                    <a:lstStyle/>
                    <a:p>
                      <a:endParaRPr lang="en-US"/>
                    </a:p>
                  </p:txBody>
                </p:sp>
                <p:grpSp>
                  <p:nvGrpSpPr>
                    <p:cNvPr id="222324" name="Group 331"/>
                    <p:cNvGrpSpPr>
                      <a:grpSpLocks/>
                    </p:cNvGrpSpPr>
                    <p:nvPr/>
                  </p:nvGrpSpPr>
                  <p:grpSpPr bwMode="auto">
                    <a:xfrm>
                      <a:off x="3638" y="2736"/>
                      <a:ext cx="2199" cy="960"/>
                      <a:chOff x="3638" y="2736"/>
                      <a:chExt cx="2199" cy="960"/>
                    </a:xfrm>
                  </p:grpSpPr>
                  <p:sp>
                    <p:nvSpPr>
                      <p:cNvPr id="22785" name="Line 332"/>
                      <p:cNvSpPr>
                        <a:spLocks noChangeShapeType="1"/>
                      </p:cNvSpPr>
                      <p:nvPr/>
                    </p:nvSpPr>
                    <p:spPr bwMode="auto">
                      <a:xfrm rot="10800000">
                        <a:off x="3686" y="2744"/>
                        <a:ext cx="0" cy="144"/>
                      </a:xfrm>
                      <a:prstGeom prst="line">
                        <a:avLst/>
                      </a:prstGeom>
                      <a:noFill/>
                      <a:ln w="28575">
                        <a:solidFill>
                          <a:schemeClr val="tx1"/>
                        </a:solidFill>
                        <a:round/>
                        <a:headEnd/>
                        <a:tailEnd/>
                      </a:ln>
                    </p:spPr>
                    <p:txBody>
                      <a:bodyPr/>
                      <a:lstStyle/>
                      <a:p>
                        <a:endParaRPr lang="en-US"/>
                      </a:p>
                    </p:txBody>
                  </p:sp>
                  <p:grpSp>
                    <p:nvGrpSpPr>
                      <p:cNvPr id="222325" name="Group 333"/>
                      <p:cNvGrpSpPr>
                        <a:grpSpLocks/>
                      </p:cNvGrpSpPr>
                      <p:nvPr/>
                    </p:nvGrpSpPr>
                    <p:grpSpPr bwMode="auto">
                      <a:xfrm>
                        <a:off x="3638" y="2736"/>
                        <a:ext cx="2199" cy="960"/>
                        <a:chOff x="3638" y="2736"/>
                        <a:chExt cx="2199" cy="960"/>
                      </a:xfrm>
                    </p:grpSpPr>
                    <p:grpSp>
                      <p:nvGrpSpPr>
                        <p:cNvPr id="222326" name="Group 334"/>
                        <p:cNvGrpSpPr>
                          <a:grpSpLocks/>
                        </p:cNvGrpSpPr>
                        <p:nvPr/>
                      </p:nvGrpSpPr>
                      <p:grpSpPr bwMode="auto">
                        <a:xfrm rot="10800000">
                          <a:off x="3638" y="2736"/>
                          <a:ext cx="144" cy="192"/>
                          <a:chOff x="2880" y="1536"/>
                          <a:chExt cx="144" cy="192"/>
                        </a:xfrm>
                      </p:grpSpPr>
                      <p:sp>
                        <p:nvSpPr>
                          <p:cNvPr id="22799" name="Line 335"/>
                          <p:cNvSpPr>
                            <a:spLocks noChangeShapeType="1"/>
                          </p:cNvSpPr>
                          <p:nvPr/>
                        </p:nvSpPr>
                        <p:spPr bwMode="auto">
                          <a:xfrm>
                            <a:off x="2880" y="1536"/>
                            <a:ext cx="144" cy="0"/>
                          </a:xfrm>
                          <a:prstGeom prst="line">
                            <a:avLst/>
                          </a:prstGeom>
                          <a:noFill/>
                          <a:ln w="28575">
                            <a:solidFill>
                              <a:schemeClr val="tx1"/>
                            </a:solidFill>
                            <a:round/>
                            <a:headEnd/>
                            <a:tailEnd/>
                          </a:ln>
                        </p:spPr>
                        <p:txBody>
                          <a:bodyPr/>
                          <a:lstStyle/>
                          <a:p>
                            <a:endParaRPr lang="en-US"/>
                          </a:p>
                        </p:txBody>
                      </p:sp>
                      <p:sp>
                        <p:nvSpPr>
                          <p:cNvPr id="22800" name="Line 336"/>
                          <p:cNvSpPr>
                            <a:spLocks noChangeShapeType="1"/>
                          </p:cNvSpPr>
                          <p:nvPr/>
                        </p:nvSpPr>
                        <p:spPr bwMode="auto">
                          <a:xfrm>
                            <a:off x="2880" y="1568"/>
                            <a:ext cx="96" cy="0"/>
                          </a:xfrm>
                          <a:prstGeom prst="line">
                            <a:avLst/>
                          </a:prstGeom>
                          <a:noFill/>
                          <a:ln w="28575">
                            <a:solidFill>
                              <a:schemeClr val="tx1"/>
                            </a:solidFill>
                            <a:round/>
                            <a:headEnd/>
                            <a:tailEnd/>
                          </a:ln>
                        </p:spPr>
                        <p:txBody>
                          <a:bodyPr/>
                          <a:lstStyle/>
                          <a:p>
                            <a:endParaRPr lang="en-US"/>
                          </a:p>
                        </p:txBody>
                      </p:sp>
                      <p:sp>
                        <p:nvSpPr>
                          <p:cNvPr id="22801" name="Line 337"/>
                          <p:cNvSpPr>
                            <a:spLocks noChangeShapeType="1"/>
                          </p:cNvSpPr>
                          <p:nvPr/>
                        </p:nvSpPr>
                        <p:spPr bwMode="auto">
                          <a:xfrm>
                            <a:off x="3008" y="1536"/>
                            <a:ext cx="0" cy="192"/>
                          </a:xfrm>
                          <a:prstGeom prst="line">
                            <a:avLst/>
                          </a:prstGeom>
                          <a:noFill/>
                          <a:ln w="28575">
                            <a:solidFill>
                              <a:schemeClr val="tx1"/>
                            </a:solidFill>
                            <a:round/>
                            <a:headEnd/>
                            <a:tailEnd/>
                          </a:ln>
                        </p:spPr>
                        <p:txBody>
                          <a:bodyPr/>
                          <a:lstStyle/>
                          <a:p>
                            <a:endParaRPr lang="en-US"/>
                          </a:p>
                        </p:txBody>
                      </p:sp>
                      <p:sp>
                        <p:nvSpPr>
                          <p:cNvPr id="22802" name="Line 338"/>
                          <p:cNvSpPr>
                            <a:spLocks noChangeShapeType="1"/>
                          </p:cNvSpPr>
                          <p:nvPr/>
                        </p:nvSpPr>
                        <p:spPr bwMode="auto">
                          <a:xfrm>
                            <a:off x="2976" y="1728"/>
                            <a:ext cx="48" cy="0"/>
                          </a:xfrm>
                          <a:prstGeom prst="line">
                            <a:avLst/>
                          </a:prstGeom>
                          <a:noFill/>
                          <a:ln w="28575">
                            <a:solidFill>
                              <a:schemeClr val="tx1"/>
                            </a:solidFill>
                            <a:round/>
                            <a:headEnd/>
                            <a:tailEnd/>
                          </a:ln>
                        </p:spPr>
                        <p:txBody>
                          <a:bodyPr/>
                          <a:lstStyle/>
                          <a:p>
                            <a:endParaRPr lang="en-US"/>
                          </a:p>
                        </p:txBody>
                      </p:sp>
                    </p:grpSp>
                    <p:sp>
                      <p:nvSpPr>
                        <p:cNvPr id="22788" name="Rectangle 339"/>
                        <p:cNvSpPr>
                          <a:spLocks noChangeArrowheads="1"/>
                        </p:cNvSpPr>
                        <p:nvPr/>
                      </p:nvSpPr>
                      <p:spPr bwMode="auto">
                        <a:xfrm rot="10800000">
                          <a:off x="5550" y="2832"/>
                          <a:ext cx="96" cy="624"/>
                        </a:xfrm>
                        <a:prstGeom prst="rect">
                          <a:avLst/>
                        </a:prstGeom>
                        <a:solidFill>
                          <a:schemeClr val="folHlink"/>
                        </a:solidFill>
                        <a:ln w="28575">
                          <a:solidFill>
                            <a:schemeClr val="tx1"/>
                          </a:solidFill>
                          <a:miter lim="800000"/>
                          <a:headEnd/>
                          <a:tailEnd/>
                        </a:ln>
                      </p:spPr>
                      <p:txBody>
                        <a:bodyPr wrap="none" anchor="ctr"/>
                        <a:lstStyle/>
                        <a:p>
                          <a:endParaRPr lang="en-US"/>
                        </a:p>
                      </p:txBody>
                    </p:sp>
                    <p:sp>
                      <p:nvSpPr>
                        <p:cNvPr id="22789" name="Rectangle 340"/>
                        <p:cNvSpPr>
                          <a:spLocks noChangeArrowheads="1"/>
                        </p:cNvSpPr>
                        <p:nvPr/>
                      </p:nvSpPr>
                      <p:spPr bwMode="auto">
                        <a:xfrm rot="10800000">
                          <a:off x="3790" y="3456"/>
                          <a:ext cx="1920" cy="96"/>
                        </a:xfrm>
                        <a:prstGeom prst="rect">
                          <a:avLst/>
                        </a:prstGeom>
                        <a:solidFill>
                          <a:srgbClr val="996633"/>
                        </a:solidFill>
                        <a:ln w="28575">
                          <a:solidFill>
                            <a:schemeClr val="tx1"/>
                          </a:solidFill>
                          <a:miter lim="800000"/>
                          <a:headEnd/>
                          <a:tailEnd/>
                        </a:ln>
                      </p:spPr>
                      <p:txBody>
                        <a:bodyPr wrap="none" anchor="ctr"/>
                        <a:lstStyle/>
                        <a:p>
                          <a:endParaRPr lang="en-US"/>
                        </a:p>
                      </p:txBody>
                    </p:sp>
                    <p:sp>
                      <p:nvSpPr>
                        <p:cNvPr id="22790" name="Rectangle 341"/>
                        <p:cNvSpPr>
                          <a:spLocks noChangeArrowheads="1"/>
                        </p:cNvSpPr>
                        <p:nvPr/>
                      </p:nvSpPr>
                      <p:spPr bwMode="auto">
                        <a:xfrm rot="10800000">
                          <a:off x="3846" y="2832"/>
                          <a:ext cx="96" cy="624"/>
                        </a:xfrm>
                        <a:prstGeom prst="rect">
                          <a:avLst/>
                        </a:prstGeom>
                        <a:solidFill>
                          <a:schemeClr val="folHlink"/>
                        </a:solidFill>
                        <a:ln w="28575">
                          <a:solidFill>
                            <a:schemeClr val="tx1"/>
                          </a:solidFill>
                          <a:miter lim="800000"/>
                          <a:headEnd/>
                          <a:tailEnd/>
                        </a:ln>
                      </p:spPr>
                      <p:txBody>
                        <a:bodyPr wrap="none" anchor="ctr"/>
                        <a:lstStyle/>
                        <a:p>
                          <a:endParaRPr lang="en-US"/>
                        </a:p>
                      </p:txBody>
                    </p:sp>
                    <p:sp>
                      <p:nvSpPr>
                        <p:cNvPr id="22791" name="Rectangle 342"/>
                        <p:cNvSpPr>
                          <a:spLocks noChangeArrowheads="1"/>
                        </p:cNvSpPr>
                        <p:nvPr/>
                      </p:nvSpPr>
                      <p:spPr bwMode="auto">
                        <a:xfrm rot="10800000">
                          <a:off x="3790" y="2832"/>
                          <a:ext cx="48" cy="192"/>
                        </a:xfrm>
                        <a:prstGeom prst="rect">
                          <a:avLst/>
                        </a:prstGeom>
                        <a:solidFill>
                          <a:schemeClr val="accent2"/>
                        </a:solidFill>
                        <a:ln w="28575">
                          <a:solidFill>
                            <a:schemeClr val="tx1"/>
                          </a:solidFill>
                          <a:miter lim="800000"/>
                          <a:headEnd/>
                          <a:tailEnd/>
                        </a:ln>
                      </p:spPr>
                      <p:txBody>
                        <a:bodyPr rot="10800000" wrap="none" anchor="ctr"/>
                        <a:lstStyle/>
                        <a:p>
                          <a:endParaRPr lang="en-US"/>
                        </a:p>
                      </p:txBody>
                    </p:sp>
                    <p:sp>
                      <p:nvSpPr>
                        <p:cNvPr id="22792" name="Rectangle 343"/>
                        <p:cNvSpPr>
                          <a:spLocks noChangeArrowheads="1"/>
                        </p:cNvSpPr>
                        <p:nvPr/>
                      </p:nvSpPr>
                      <p:spPr bwMode="auto">
                        <a:xfrm rot="10800000">
                          <a:off x="5655" y="2832"/>
                          <a:ext cx="48" cy="192"/>
                        </a:xfrm>
                        <a:prstGeom prst="rect">
                          <a:avLst/>
                        </a:prstGeom>
                        <a:solidFill>
                          <a:schemeClr val="accent2"/>
                        </a:solidFill>
                        <a:ln w="28575">
                          <a:solidFill>
                            <a:schemeClr val="tx1"/>
                          </a:solidFill>
                          <a:miter lim="800000"/>
                          <a:headEnd/>
                          <a:tailEnd/>
                        </a:ln>
                      </p:spPr>
                      <p:txBody>
                        <a:bodyPr wrap="none" anchor="ctr"/>
                        <a:lstStyle/>
                        <a:p>
                          <a:endParaRPr lang="en-US"/>
                        </a:p>
                      </p:txBody>
                    </p:sp>
                    <p:sp>
                      <p:nvSpPr>
                        <p:cNvPr id="22793" name="Rectangle 344"/>
                        <p:cNvSpPr>
                          <a:spLocks noChangeArrowheads="1"/>
                        </p:cNvSpPr>
                        <p:nvPr/>
                      </p:nvSpPr>
                      <p:spPr bwMode="auto">
                        <a:xfrm rot="10800000">
                          <a:off x="5256" y="3552"/>
                          <a:ext cx="240" cy="144"/>
                        </a:xfrm>
                        <a:prstGeom prst="rect">
                          <a:avLst/>
                        </a:prstGeom>
                        <a:solidFill>
                          <a:schemeClr val="accent1"/>
                        </a:solidFill>
                        <a:ln w="28575">
                          <a:solidFill>
                            <a:schemeClr val="tx1"/>
                          </a:solidFill>
                          <a:miter lim="800000"/>
                          <a:headEnd/>
                          <a:tailEnd/>
                        </a:ln>
                      </p:spPr>
                      <p:txBody>
                        <a:bodyPr wrap="none" anchor="ctr"/>
                        <a:lstStyle/>
                        <a:p>
                          <a:endParaRPr lang="en-US"/>
                        </a:p>
                      </p:txBody>
                    </p:sp>
                    <p:sp>
                      <p:nvSpPr>
                        <p:cNvPr id="22794" name="Rectangle 345"/>
                        <p:cNvSpPr>
                          <a:spLocks noChangeArrowheads="1"/>
                        </p:cNvSpPr>
                        <p:nvPr/>
                      </p:nvSpPr>
                      <p:spPr bwMode="auto">
                        <a:xfrm rot="10800000">
                          <a:off x="3998" y="3552"/>
                          <a:ext cx="240" cy="144"/>
                        </a:xfrm>
                        <a:prstGeom prst="rect">
                          <a:avLst/>
                        </a:prstGeom>
                        <a:solidFill>
                          <a:schemeClr val="accent1"/>
                        </a:solidFill>
                        <a:ln w="28575">
                          <a:solidFill>
                            <a:schemeClr val="tx1"/>
                          </a:solidFill>
                          <a:miter lim="800000"/>
                          <a:headEnd/>
                          <a:tailEnd/>
                        </a:ln>
                      </p:spPr>
                      <p:txBody>
                        <a:bodyPr wrap="none" anchor="ctr"/>
                        <a:lstStyle/>
                        <a:p>
                          <a:endParaRPr lang="en-US"/>
                        </a:p>
                      </p:txBody>
                    </p:sp>
                    <p:sp>
                      <p:nvSpPr>
                        <p:cNvPr id="22795" name="Line 346"/>
                        <p:cNvSpPr>
                          <a:spLocks noChangeShapeType="1"/>
                        </p:cNvSpPr>
                        <p:nvPr/>
                      </p:nvSpPr>
                      <p:spPr bwMode="auto">
                        <a:xfrm rot="10800000" flipH="1">
                          <a:off x="5709" y="2888"/>
                          <a:ext cx="96" cy="0"/>
                        </a:xfrm>
                        <a:prstGeom prst="line">
                          <a:avLst/>
                        </a:prstGeom>
                        <a:noFill/>
                        <a:ln w="28575">
                          <a:solidFill>
                            <a:schemeClr val="tx1"/>
                          </a:solidFill>
                          <a:round/>
                          <a:headEnd/>
                          <a:tailEnd/>
                        </a:ln>
                      </p:spPr>
                      <p:txBody>
                        <a:bodyPr/>
                        <a:lstStyle/>
                        <a:p>
                          <a:endParaRPr lang="en-US"/>
                        </a:p>
                      </p:txBody>
                    </p:sp>
                    <p:grpSp>
                      <p:nvGrpSpPr>
                        <p:cNvPr id="222327" name="Group 347"/>
                        <p:cNvGrpSpPr>
                          <a:grpSpLocks/>
                        </p:cNvGrpSpPr>
                        <p:nvPr/>
                      </p:nvGrpSpPr>
                      <p:grpSpPr bwMode="auto">
                        <a:xfrm rot="10800000">
                          <a:off x="5805" y="2736"/>
                          <a:ext cx="32" cy="192"/>
                          <a:chOff x="816" y="1632"/>
                          <a:chExt cx="32" cy="192"/>
                        </a:xfrm>
                      </p:grpSpPr>
                      <p:sp>
                        <p:nvSpPr>
                          <p:cNvPr id="22797" name="Line 348"/>
                          <p:cNvSpPr>
                            <a:spLocks noChangeShapeType="1"/>
                          </p:cNvSpPr>
                          <p:nvPr/>
                        </p:nvSpPr>
                        <p:spPr bwMode="auto">
                          <a:xfrm>
                            <a:off x="816" y="1632"/>
                            <a:ext cx="0" cy="184"/>
                          </a:xfrm>
                          <a:prstGeom prst="line">
                            <a:avLst/>
                          </a:prstGeom>
                          <a:noFill/>
                          <a:ln w="28575">
                            <a:solidFill>
                              <a:schemeClr val="tx1"/>
                            </a:solidFill>
                            <a:round/>
                            <a:headEnd/>
                            <a:tailEnd/>
                          </a:ln>
                        </p:spPr>
                        <p:txBody>
                          <a:bodyPr/>
                          <a:lstStyle/>
                          <a:p>
                            <a:endParaRPr lang="en-US"/>
                          </a:p>
                        </p:txBody>
                      </p:sp>
                      <p:sp>
                        <p:nvSpPr>
                          <p:cNvPr id="22798" name="Line 349"/>
                          <p:cNvSpPr>
                            <a:spLocks noChangeShapeType="1"/>
                          </p:cNvSpPr>
                          <p:nvPr/>
                        </p:nvSpPr>
                        <p:spPr bwMode="auto">
                          <a:xfrm flipV="1">
                            <a:off x="848" y="1680"/>
                            <a:ext cx="0" cy="144"/>
                          </a:xfrm>
                          <a:prstGeom prst="line">
                            <a:avLst/>
                          </a:prstGeom>
                          <a:noFill/>
                          <a:ln w="28575">
                            <a:solidFill>
                              <a:schemeClr val="tx1"/>
                            </a:solidFill>
                            <a:round/>
                            <a:headEnd/>
                            <a:tailEnd/>
                          </a:ln>
                        </p:spPr>
                        <p:txBody>
                          <a:bodyPr/>
                          <a:lstStyle/>
                          <a:p>
                            <a:endParaRPr lang="en-US"/>
                          </a:p>
                        </p:txBody>
                      </p:sp>
                    </p:grpSp>
                  </p:grpSp>
                </p:grpSp>
              </p:grpSp>
            </p:grpSp>
          </p:grpSp>
          <p:grpSp>
            <p:nvGrpSpPr>
              <p:cNvPr id="222328" name="Group 350"/>
              <p:cNvGrpSpPr>
                <a:grpSpLocks/>
              </p:cNvGrpSpPr>
              <p:nvPr/>
            </p:nvGrpSpPr>
            <p:grpSpPr bwMode="auto">
              <a:xfrm>
                <a:off x="2672" y="3216"/>
                <a:ext cx="2424" cy="448"/>
                <a:chOff x="3240" y="2816"/>
                <a:chExt cx="2424" cy="448"/>
              </a:xfrm>
            </p:grpSpPr>
            <p:sp>
              <p:nvSpPr>
                <p:cNvPr id="22775" name="Rectangle 351"/>
                <p:cNvSpPr>
                  <a:spLocks noChangeArrowheads="1"/>
                </p:cNvSpPr>
                <p:nvPr/>
              </p:nvSpPr>
              <p:spPr bwMode="auto">
                <a:xfrm>
                  <a:off x="3240" y="3072"/>
                  <a:ext cx="584" cy="192"/>
                </a:xfrm>
                <a:prstGeom prst="rect">
                  <a:avLst/>
                </a:prstGeom>
                <a:solidFill>
                  <a:schemeClr val="bg1"/>
                </a:solidFill>
                <a:ln w="9525">
                  <a:noFill/>
                  <a:miter lim="800000"/>
                  <a:headEnd/>
                  <a:tailEnd/>
                </a:ln>
              </p:spPr>
              <p:txBody>
                <a:bodyPr wrap="none" anchor="ctr"/>
                <a:lstStyle/>
                <a:p>
                  <a:pPr algn="l"/>
                  <a:r>
                    <a:rPr lang="en-US" sz="1600" b="1"/>
                    <a:t>Parting</a:t>
                  </a:r>
                </a:p>
                <a:p>
                  <a:pPr algn="l"/>
                  <a:r>
                    <a:rPr lang="en-US" sz="1600" b="1"/>
                    <a:t> line</a:t>
                  </a:r>
                </a:p>
              </p:txBody>
            </p:sp>
            <p:sp>
              <p:nvSpPr>
                <p:cNvPr id="22776" name="Line 352"/>
                <p:cNvSpPr>
                  <a:spLocks noChangeShapeType="1"/>
                </p:cNvSpPr>
                <p:nvPr/>
              </p:nvSpPr>
              <p:spPr bwMode="auto">
                <a:xfrm>
                  <a:off x="3840" y="2816"/>
                  <a:ext cx="1824" cy="0"/>
                </a:xfrm>
                <a:prstGeom prst="line">
                  <a:avLst/>
                </a:prstGeom>
                <a:noFill/>
                <a:ln w="28575">
                  <a:solidFill>
                    <a:schemeClr val="tx1"/>
                  </a:solidFill>
                  <a:round/>
                  <a:headEnd/>
                  <a:tailEnd/>
                </a:ln>
              </p:spPr>
              <p:txBody>
                <a:bodyPr/>
                <a:lstStyle/>
                <a:p>
                  <a:endParaRPr lang="en-US"/>
                </a:p>
              </p:txBody>
            </p:sp>
            <p:sp>
              <p:nvSpPr>
                <p:cNvPr id="22777" name="Line 353"/>
                <p:cNvSpPr>
                  <a:spLocks noChangeShapeType="1"/>
                </p:cNvSpPr>
                <p:nvPr/>
              </p:nvSpPr>
              <p:spPr bwMode="auto">
                <a:xfrm flipV="1">
                  <a:off x="3792" y="2832"/>
                  <a:ext cx="288" cy="288"/>
                </a:xfrm>
                <a:prstGeom prst="line">
                  <a:avLst/>
                </a:prstGeom>
                <a:noFill/>
                <a:ln w="9525">
                  <a:solidFill>
                    <a:srgbClr val="FF3300"/>
                  </a:solidFill>
                  <a:round/>
                  <a:headEnd/>
                  <a:tailEnd type="triangle" w="med" len="med"/>
                </a:ln>
              </p:spPr>
              <p:txBody>
                <a:bodyPr/>
                <a:lstStyle/>
                <a:p>
                  <a:endParaRPr lang="en-US"/>
                </a:p>
              </p:txBody>
            </p:sp>
          </p:grpSp>
        </p:grpSp>
        <p:sp>
          <p:nvSpPr>
            <p:cNvPr id="222562" name="Rectangle 354" descr="Large confetti"/>
            <p:cNvSpPr>
              <a:spLocks noChangeArrowheads="1"/>
            </p:cNvSpPr>
            <p:nvPr/>
          </p:nvSpPr>
          <p:spPr bwMode="auto">
            <a:xfrm rot="10800000">
              <a:off x="4864100" y="4508500"/>
              <a:ext cx="304800" cy="292100"/>
            </a:xfrm>
            <a:prstGeom prst="rect">
              <a:avLst/>
            </a:prstGeom>
            <a:pattFill prst="lgConfetti">
              <a:fgClr>
                <a:srgbClr val="996633"/>
              </a:fgClr>
              <a:bgClr>
                <a:schemeClr val="bg1"/>
              </a:bgClr>
            </a:pattFill>
            <a:ln w="9525">
              <a:noFill/>
              <a:miter lim="800000"/>
              <a:headEnd/>
              <a:tailEnd/>
            </a:ln>
          </p:spPr>
          <p:txBody>
            <a:bodyPr rot="10800000" wrap="none" anchor="ctr"/>
            <a:lstStyle/>
            <a:p>
              <a:pPr algn="l"/>
              <a:endParaRPr lang="en-US">
                <a:solidFill>
                  <a:srgbClr val="996633"/>
                </a:solidFill>
              </a:endParaRPr>
            </a:p>
          </p:txBody>
        </p:sp>
        <p:sp>
          <p:nvSpPr>
            <p:cNvPr id="222563" name="Rectangle 355"/>
            <p:cNvSpPr>
              <a:spLocks noChangeArrowheads="1"/>
            </p:cNvSpPr>
            <p:nvPr/>
          </p:nvSpPr>
          <p:spPr bwMode="auto">
            <a:xfrm>
              <a:off x="4978400" y="4521200"/>
              <a:ext cx="76200" cy="88900"/>
            </a:xfrm>
            <a:prstGeom prst="rect">
              <a:avLst/>
            </a:prstGeom>
            <a:solidFill>
              <a:schemeClr val="bg1"/>
            </a:solidFill>
            <a:ln w="9525" algn="ctr">
              <a:noFill/>
              <a:miter lim="800000"/>
              <a:headEnd/>
              <a:tailEnd/>
            </a:ln>
          </p:spPr>
          <p:txBody>
            <a:bodyPr wrap="none" anchor="ctr"/>
            <a:lstStyle/>
            <a:p>
              <a:endParaRPr lang="en-US"/>
            </a:p>
          </p:txBody>
        </p:sp>
        <p:grpSp>
          <p:nvGrpSpPr>
            <p:cNvPr id="222329" name="Group 356"/>
            <p:cNvGrpSpPr>
              <a:grpSpLocks/>
            </p:cNvGrpSpPr>
            <p:nvPr/>
          </p:nvGrpSpPr>
          <p:grpSpPr bwMode="auto">
            <a:xfrm>
              <a:off x="4914900" y="3352800"/>
              <a:ext cx="139700" cy="1219200"/>
              <a:chOff x="2040" y="1968"/>
              <a:chExt cx="88" cy="768"/>
            </a:xfrm>
          </p:grpSpPr>
          <p:grpSp>
            <p:nvGrpSpPr>
              <p:cNvPr id="222330" name="Group 357"/>
              <p:cNvGrpSpPr>
                <a:grpSpLocks/>
              </p:cNvGrpSpPr>
              <p:nvPr/>
            </p:nvGrpSpPr>
            <p:grpSpPr bwMode="auto">
              <a:xfrm>
                <a:off x="2040" y="1968"/>
                <a:ext cx="88" cy="768"/>
                <a:chOff x="3888" y="2112"/>
                <a:chExt cx="96" cy="576"/>
              </a:xfrm>
            </p:grpSpPr>
            <p:sp>
              <p:nvSpPr>
                <p:cNvPr id="22770" name="Line 358"/>
                <p:cNvSpPr>
                  <a:spLocks noChangeShapeType="1"/>
                </p:cNvSpPr>
                <p:nvPr/>
              </p:nvSpPr>
              <p:spPr bwMode="auto">
                <a:xfrm>
                  <a:off x="3888" y="2160"/>
                  <a:ext cx="48" cy="528"/>
                </a:xfrm>
                <a:prstGeom prst="line">
                  <a:avLst/>
                </a:prstGeom>
                <a:noFill/>
                <a:ln w="28575">
                  <a:solidFill>
                    <a:srgbClr val="FF0066"/>
                  </a:solidFill>
                  <a:round/>
                  <a:headEnd/>
                  <a:tailEnd/>
                </a:ln>
              </p:spPr>
              <p:txBody>
                <a:bodyPr/>
                <a:lstStyle/>
                <a:p>
                  <a:endParaRPr lang="en-US"/>
                </a:p>
              </p:txBody>
            </p:sp>
            <p:sp>
              <p:nvSpPr>
                <p:cNvPr id="22771" name="Line 359"/>
                <p:cNvSpPr>
                  <a:spLocks noChangeShapeType="1"/>
                </p:cNvSpPr>
                <p:nvPr/>
              </p:nvSpPr>
              <p:spPr bwMode="auto">
                <a:xfrm flipH="1">
                  <a:off x="3984" y="2160"/>
                  <a:ext cx="0" cy="528"/>
                </a:xfrm>
                <a:prstGeom prst="line">
                  <a:avLst/>
                </a:prstGeom>
                <a:noFill/>
                <a:ln w="28575">
                  <a:solidFill>
                    <a:srgbClr val="FF0066"/>
                  </a:solidFill>
                  <a:round/>
                  <a:headEnd/>
                  <a:tailEnd/>
                </a:ln>
              </p:spPr>
              <p:txBody>
                <a:bodyPr/>
                <a:lstStyle/>
                <a:p>
                  <a:endParaRPr lang="en-US"/>
                </a:p>
              </p:txBody>
            </p:sp>
            <p:sp>
              <p:nvSpPr>
                <p:cNvPr id="22772" name="Freeform 360"/>
                <p:cNvSpPr>
                  <a:spLocks/>
                </p:cNvSpPr>
                <p:nvPr/>
              </p:nvSpPr>
              <p:spPr bwMode="auto">
                <a:xfrm>
                  <a:off x="3888" y="2112"/>
                  <a:ext cx="96" cy="48"/>
                </a:xfrm>
                <a:custGeom>
                  <a:avLst/>
                  <a:gdLst>
                    <a:gd name="T0" fmla="*/ 0 w 96"/>
                    <a:gd name="T1" fmla="*/ 48 h 48"/>
                    <a:gd name="T2" fmla="*/ 48 w 96"/>
                    <a:gd name="T3" fmla="*/ 0 h 48"/>
                    <a:gd name="T4" fmla="*/ 96 w 96"/>
                    <a:gd name="T5" fmla="*/ 48 h 48"/>
                    <a:gd name="T6" fmla="*/ 0 60000 65536"/>
                    <a:gd name="T7" fmla="*/ 0 60000 65536"/>
                    <a:gd name="T8" fmla="*/ 0 60000 65536"/>
                    <a:gd name="T9" fmla="*/ 0 w 96"/>
                    <a:gd name="T10" fmla="*/ 0 h 48"/>
                    <a:gd name="T11" fmla="*/ 96 w 96"/>
                    <a:gd name="T12" fmla="*/ 48 h 48"/>
                  </a:gdLst>
                  <a:ahLst/>
                  <a:cxnLst>
                    <a:cxn ang="T6">
                      <a:pos x="T0" y="T1"/>
                    </a:cxn>
                    <a:cxn ang="T7">
                      <a:pos x="T2" y="T3"/>
                    </a:cxn>
                    <a:cxn ang="T8">
                      <a:pos x="T4" y="T5"/>
                    </a:cxn>
                  </a:cxnLst>
                  <a:rect l="T9" t="T10" r="T11" b="T12"/>
                  <a:pathLst>
                    <a:path w="96" h="48">
                      <a:moveTo>
                        <a:pt x="0" y="48"/>
                      </a:moveTo>
                      <a:cubicBezTo>
                        <a:pt x="16" y="24"/>
                        <a:pt x="32" y="0"/>
                        <a:pt x="48" y="0"/>
                      </a:cubicBezTo>
                      <a:cubicBezTo>
                        <a:pt x="64" y="0"/>
                        <a:pt x="80" y="24"/>
                        <a:pt x="96" y="48"/>
                      </a:cubicBezTo>
                    </a:path>
                  </a:pathLst>
                </a:custGeom>
                <a:noFill/>
                <a:ln w="28575">
                  <a:solidFill>
                    <a:srgbClr val="FF0066"/>
                  </a:solidFill>
                  <a:round/>
                  <a:headEnd/>
                  <a:tailEnd/>
                </a:ln>
              </p:spPr>
              <p:txBody>
                <a:bodyPr/>
                <a:lstStyle/>
                <a:p>
                  <a:endParaRPr lang="en-US"/>
                </a:p>
              </p:txBody>
            </p:sp>
          </p:grpSp>
          <p:sp>
            <p:nvSpPr>
              <p:cNvPr id="22769" name="Line 361"/>
              <p:cNvSpPr>
                <a:spLocks noChangeShapeType="1"/>
              </p:cNvSpPr>
              <p:nvPr/>
            </p:nvSpPr>
            <p:spPr bwMode="auto">
              <a:xfrm>
                <a:off x="2080" y="2736"/>
                <a:ext cx="48" cy="0"/>
              </a:xfrm>
              <a:prstGeom prst="line">
                <a:avLst/>
              </a:prstGeom>
              <a:noFill/>
              <a:ln w="28575">
                <a:solidFill>
                  <a:srgbClr val="FF0066"/>
                </a:solidFill>
                <a:round/>
                <a:headEnd/>
                <a:tailEnd/>
              </a:ln>
            </p:spPr>
            <p:txBody>
              <a:bodyPr/>
              <a:lstStyle/>
              <a:p>
                <a:endParaRPr lang="en-US"/>
              </a:p>
            </p:txBody>
          </p:sp>
        </p:grpSp>
      </p:grpSp>
      <p:sp>
        <p:nvSpPr>
          <p:cNvPr id="222582" name="Rectangle 374"/>
          <p:cNvSpPr>
            <a:spLocks noChangeArrowheads="1"/>
          </p:cNvSpPr>
          <p:nvPr/>
        </p:nvSpPr>
        <p:spPr bwMode="auto">
          <a:xfrm>
            <a:off x="2295447" y="5638800"/>
            <a:ext cx="2362200" cy="228600"/>
          </a:xfrm>
          <a:prstGeom prst="rect">
            <a:avLst/>
          </a:prstGeom>
          <a:solidFill>
            <a:schemeClr val="bg1"/>
          </a:solidFill>
          <a:ln w="9525">
            <a:noFill/>
            <a:miter lim="800000"/>
            <a:headEnd/>
            <a:tailEnd/>
          </a:ln>
        </p:spPr>
        <p:txBody>
          <a:bodyPr wrap="none" anchor="ctr"/>
          <a:lstStyle/>
          <a:p>
            <a:r>
              <a:rPr lang="en-US" sz="2400" dirty="0">
                <a:latin typeface="Times New Roman" panose="02020603050405020304" pitchFamily="18" charset="0"/>
                <a:cs typeface="Times New Roman" panose="02020603050405020304" pitchFamily="18" charset="0"/>
              </a:rPr>
              <a:t>Mold without core</a:t>
            </a:r>
          </a:p>
        </p:txBody>
      </p:sp>
      <p:sp>
        <p:nvSpPr>
          <p:cNvPr id="222262" name="Rectangle 54"/>
          <p:cNvSpPr>
            <a:spLocks noChangeArrowheads="1"/>
          </p:cNvSpPr>
          <p:nvPr/>
        </p:nvSpPr>
        <p:spPr bwMode="auto">
          <a:xfrm>
            <a:off x="5803900" y="1295400"/>
            <a:ext cx="1981200" cy="228600"/>
          </a:xfrm>
          <a:prstGeom prst="rect">
            <a:avLst/>
          </a:prstGeom>
          <a:solidFill>
            <a:schemeClr val="bg1"/>
          </a:solidFill>
          <a:ln w="9525">
            <a:noFill/>
            <a:miter lim="800000"/>
            <a:headEnd/>
            <a:tailEnd/>
          </a:ln>
        </p:spPr>
        <p:txBody>
          <a:bodyPr wrap="none" anchor="ctr"/>
          <a:lstStyle/>
          <a:p>
            <a:r>
              <a:rPr lang="en-US" b="1" u="sng"/>
              <a:t>FIRST OPERATION</a:t>
            </a:r>
          </a:p>
        </p:txBody>
      </p:sp>
      <p:sp>
        <p:nvSpPr>
          <p:cNvPr id="222409" name="Rectangle 201"/>
          <p:cNvSpPr>
            <a:spLocks noChangeArrowheads="1"/>
          </p:cNvSpPr>
          <p:nvPr/>
        </p:nvSpPr>
        <p:spPr bwMode="auto">
          <a:xfrm>
            <a:off x="5715000" y="1231900"/>
            <a:ext cx="2133600" cy="457200"/>
          </a:xfrm>
          <a:prstGeom prst="rect">
            <a:avLst/>
          </a:prstGeom>
          <a:solidFill>
            <a:schemeClr val="bg1"/>
          </a:solidFill>
          <a:ln w="9525">
            <a:noFill/>
            <a:miter lim="800000"/>
            <a:headEnd/>
            <a:tailEnd/>
          </a:ln>
        </p:spPr>
        <p:txBody>
          <a:bodyPr wrap="none" anchor="ctr"/>
          <a:lstStyle/>
          <a:p>
            <a:endParaRPr lang="en-US" b="1" u="sng"/>
          </a:p>
        </p:txBody>
      </p:sp>
      <p:sp>
        <p:nvSpPr>
          <p:cNvPr id="222570" name="Rectangle 362" descr="Large confetti"/>
          <p:cNvSpPr>
            <a:spLocks noChangeArrowheads="1"/>
          </p:cNvSpPr>
          <p:nvPr/>
        </p:nvSpPr>
        <p:spPr bwMode="auto">
          <a:xfrm rot="10800000">
            <a:off x="8331200" y="3225800"/>
            <a:ext cx="800100" cy="279400"/>
          </a:xfrm>
          <a:prstGeom prst="rect">
            <a:avLst/>
          </a:prstGeom>
          <a:pattFill prst="lgConfetti">
            <a:fgClr>
              <a:srgbClr val="996633"/>
            </a:fgClr>
            <a:bgClr>
              <a:schemeClr val="bg1"/>
            </a:bgClr>
          </a:pattFill>
          <a:ln w="9525">
            <a:noFill/>
            <a:miter lim="800000"/>
            <a:headEnd/>
            <a:tailEnd/>
          </a:ln>
        </p:spPr>
        <p:txBody>
          <a:bodyPr rot="10800000" wrap="none" anchor="ctr"/>
          <a:lstStyle/>
          <a:p>
            <a:pPr algn="l"/>
            <a:endParaRPr lang="en-US">
              <a:solidFill>
                <a:srgbClr val="996633"/>
              </a:solidFill>
            </a:endParaRPr>
          </a:p>
        </p:txBody>
      </p:sp>
      <p:sp>
        <p:nvSpPr>
          <p:cNvPr id="222571" name="Rectangle 363" descr="Large confetti"/>
          <p:cNvSpPr>
            <a:spLocks noChangeArrowheads="1"/>
          </p:cNvSpPr>
          <p:nvPr/>
        </p:nvSpPr>
        <p:spPr bwMode="auto">
          <a:xfrm rot="10800000">
            <a:off x="9283700" y="2921000"/>
            <a:ext cx="152400" cy="152400"/>
          </a:xfrm>
          <a:prstGeom prst="rect">
            <a:avLst/>
          </a:prstGeom>
          <a:pattFill prst="lgConfetti">
            <a:fgClr>
              <a:srgbClr val="996633"/>
            </a:fgClr>
            <a:bgClr>
              <a:schemeClr val="bg1"/>
            </a:bgClr>
          </a:pattFill>
          <a:ln w="9525">
            <a:noFill/>
            <a:miter lim="800000"/>
            <a:headEnd/>
            <a:tailEnd/>
          </a:ln>
        </p:spPr>
        <p:txBody>
          <a:bodyPr rot="10800000" wrap="none" anchor="ctr"/>
          <a:lstStyle/>
          <a:p>
            <a:pPr algn="l"/>
            <a:endParaRPr lang="en-US">
              <a:solidFill>
                <a:srgbClr val="996633"/>
              </a:solidFill>
            </a:endParaRPr>
          </a:p>
        </p:txBody>
      </p:sp>
      <p:sp>
        <p:nvSpPr>
          <p:cNvPr id="222572" name="Rectangle 364" descr="Large confetti"/>
          <p:cNvSpPr>
            <a:spLocks noChangeArrowheads="1"/>
          </p:cNvSpPr>
          <p:nvPr/>
        </p:nvSpPr>
        <p:spPr bwMode="auto">
          <a:xfrm rot="10800000">
            <a:off x="8902700" y="2895600"/>
            <a:ext cx="228600" cy="228600"/>
          </a:xfrm>
          <a:prstGeom prst="rect">
            <a:avLst/>
          </a:prstGeom>
          <a:pattFill prst="lgConfetti">
            <a:fgClr>
              <a:srgbClr val="996633"/>
            </a:fgClr>
            <a:bgClr>
              <a:schemeClr val="bg1"/>
            </a:bgClr>
          </a:pattFill>
          <a:ln w="9525">
            <a:noFill/>
            <a:miter lim="800000"/>
            <a:headEnd/>
            <a:tailEnd/>
          </a:ln>
        </p:spPr>
        <p:txBody>
          <a:bodyPr rot="10800000" wrap="none" anchor="ctr"/>
          <a:lstStyle/>
          <a:p>
            <a:pPr algn="l"/>
            <a:endParaRPr lang="en-US">
              <a:solidFill>
                <a:srgbClr val="996633"/>
              </a:solidFill>
            </a:endParaRPr>
          </a:p>
        </p:txBody>
      </p:sp>
      <p:sp>
        <p:nvSpPr>
          <p:cNvPr id="222573" name="Rectangle 365" descr="Large confetti"/>
          <p:cNvSpPr>
            <a:spLocks noChangeArrowheads="1"/>
          </p:cNvSpPr>
          <p:nvPr/>
        </p:nvSpPr>
        <p:spPr bwMode="auto">
          <a:xfrm rot="10800000">
            <a:off x="6845300" y="2844800"/>
            <a:ext cx="457200" cy="990600"/>
          </a:xfrm>
          <a:prstGeom prst="rect">
            <a:avLst/>
          </a:prstGeom>
          <a:pattFill prst="lgConfetti">
            <a:fgClr>
              <a:srgbClr val="996633"/>
            </a:fgClr>
            <a:bgClr>
              <a:schemeClr val="bg1"/>
            </a:bgClr>
          </a:pattFill>
          <a:ln w="9525">
            <a:noFill/>
            <a:miter lim="800000"/>
            <a:headEnd/>
            <a:tailEnd/>
          </a:ln>
        </p:spPr>
        <p:txBody>
          <a:bodyPr rot="10800000" wrap="none" anchor="ctr"/>
          <a:lstStyle/>
          <a:p>
            <a:pPr algn="l"/>
            <a:endParaRPr lang="en-US">
              <a:solidFill>
                <a:srgbClr val="996633"/>
              </a:solidFill>
            </a:endParaRPr>
          </a:p>
        </p:txBody>
      </p:sp>
      <p:sp>
        <p:nvSpPr>
          <p:cNvPr id="222574" name="Rectangle 366" descr="Large confetti"/>
          <p:cNvSpPr>
            <a:spLocks noChangeArrowheads="1"/>
          </p:cNvSpPr>
          <p:nvPr/>
        </p:nvSpPr>
        <p:spPr bwMode="auto">
          <a:xfrm rot="10800000">
            <a:off x="6845300" y="3136900"/>
            <a:ext cx="533400" cy="317500"/>
          </a:xfrm>
          <a:prstGeom prst="rect">
            <a:avLst/>
          </a:prstGeom>
          <a:pattFill prst="lgConfetti">
            <a:fgClr>
              <a:srgbClr val="996633"/>
            </a:fgClr>
            <a:bgClr>
              <a:schemeClr val="bg1"/>
            </a:bgClr>
          </a:pattFill>
          <a:ln w="9525">
            <a:noFill/>
            <a:miter lim="800000"/>
            <a:headEnd/>
            <a:tailEnd/>
          </a:ln>
        </p:spPr>
        <p:txBody>
          <a:bodyPr rot="10800000" wrap="none" anchor="ctr"/>
          <a:lstStyle/>
          <a:p>
            <a:pPr algn="l"/>
            <a:endParaRPr lang="en-US">
              <a:solidFill>
                <a:srgbClr val="996633"/>
              </a:solidFill>
            </a:endParaRPr>
          </a:p>
        </p:txBody>
      </p:sp>
      <p:sp>
        <p:nvSpPr>
          <p:cNvPr id="222575" name="Rectangle 367" descr="Large confetti"/>
          <p:cNvSpPr>
            <a:spLocks noChangeArrowheads="1"/>
          </p:cNvSpPr>
          <p:nvPr/>
        </p:nvSpPr>
        <p:spPr bwMode="auto">
          <a:xfrm rot="10800000">
            <a:off x="7454900" y="3225800"/>
            <a:ext cx="762000" cy="304800"/>
          </a:xfrm>
          <a:prstGeom prst="rect">
            <a:avLst/>
          </a:prstGeom>
          <a:pattFill prst="lgConfetti">
            <a:fgClr>
              <a:srgbClr val="996633"/>
            </a:fgClr>
            <a:bgClr>
              <a:schemeClr val="bg1"/>
            </a:bgClr>
          </a:pattFill>
          <a:ln w="9525">
            <a:noFill/>
            <a:miter lim="800000"/>
            <a:headEnd/>
            <a:tailEnd/>
          </a:ln>
        </p:spPr>
        <p:txBody>
          <a:bodyPr rot="10800000" wrap="none" anchor="ctr"/>
          <a:lstStyle/>
          <a:p>
            <a:pPr algn="l"/>
            <a:endParaRPr lang="en-US">
              <a:solidFill>
                <a:srgbClr val="996633"/>
              </a:solidFill>
            </a:endParaRPr>
          </a:p>
        </p:txBody>
      </p:sp>
      <p:sp>
        <p:nvSpPr>
          <p:cNvPr id="222576" name="Rectangle 368" descr="Large confetti"/>
          <p:cNvSpPr>
            <a:spLocks noChangeArrowheads="1"/>
          </p:cNvSpPr>
          <p:nvPr/>
        </p:nvSpPr>
        <p:spPr bwMode="auto">
          <a:xfrm rot="10800000">
            <a:off x="9232900" y="2997200"/>
            <a:ext cx="203200" cy="838200"/>
          </a:xfrm>
          <a:prstGeom prst="rect">
            <a:avLst/>
          </a:prstGeom>
          <a:pattFill prst="lgConfetti">
            <a:fgClr>
              <a:srgbClr val="996633"/>
            </a:fgClr>
            <a:bgClr>
              <a:schemeClr val="bg1"/>
            </a:bgClr>
          </a:pattFill>
          <a:ln w="9525">
            <a:noFill/>
            <a:miter lim="800000"/>
            <a:headEnd/>
            <a:tailEnd/>
          </a:ln>
        </p:spPr>
        <p:txBody>
          <a:bodyPr rot="10800000" wrap="none" anchor="ctr"/>
          <a:lstStyle/>
          <a:p>
            <a:pPr algn="l"/>
            <a:endParaRPr lang="en-US">
              <a:solidFill>
                <a:srgbClr val="996633"/>
              </a:solidFill>
            </a:endParaRPr>
          </a:p>
        </p:txBody>
      </p:sp>
      <p:sp>
        <p:nvSpPr>
          <p:cNvPr id="222577" name="Rectangle 369" descr="Large confetti"/>
          <p:cNvSpPr>
            <a:spLocks noChangeArrowheads="1"/>
          </p:cNvSpPr>
          <p:nvPr/>
        </p:nvSpPr>
        <p:spPr bwMode="auto">
          <a:xfrm rot="10800000">
            <a:off x="7454900" y="2844800"/>
            <a:ext cx="1447800" cy="381000"/>
          </a:xfrm>
          <a:prstGeom prst="rect">
            <a:avLst/>
          </a:prstGeom>
          <a:pattFill prst="lgConfetti">
            <a:fgClr>
              <a:srgbClr val="996633"/>
            </a:fgClr>
            <a:bgClr>
              <a:schemeClr val="bg1"/>
            </a:bgClr>
          </a:pattFill>
          <a:ln w="9525">
            <a:noFill/>
            <a:miter lim="800000"/>
            <a:headEnd/>
            <a:tailEnd/>
          </a:ln>
        </p:spPr>
        <p:txBody>
          <a:bodyPr rot="10800000" wrap="none" anchor="ctr"/>
          <a:lstStyle/>
          <a:p>
            <a:pPr algn="l"/>
            <a:endParaRPr lang="en-US">
              <a:solidFill>
                <a:srgbClr val="996633"/>
              </a:solidFill>
            </a:endParaRPr>
          </a:p>
        </p:txBody>
      </p:sp>
      <p:sp>
        <p:nvSpPr>
          <p:cNvPr id="222578" name="Rectangle 370" descr="Large confetti"/>
          <p:cNvSpPr>
            <a:spLocks noChangeArrowheads="1"/>
          </p:cNvSpPr>
          <p:nvPr/>
        </p:nvSpPr>
        <p:spPr bwMode="auto">
          <a:xfrm rot="10800000">
            <a:off x="9359900" y="2844800"/>
            <a:ext cx="76200" cy="76200"/>
          </a:xfrm>
          <a:prstGeom prst="rect">
            <a:avLst/>
          </a:prstGeom>
          <a:pattFill prst="lgConfetti">
            <a:fgClr>
              <a:srgbClr val="996633"/>
            </a:fgClr>
            <a:bgClr>
              <a:schemeClr val="bg1"/>
            </a:bgClr>
          </a:pattFill>
          <a:ln w="9525">
            <a:noFill/>
            <a:miter lim="800000"/>
            <a:headEnd/>
            <a:tailEnd/>
          </a:ln>
        </p:spPr>
        <p:txBody>
          <a:bodyPr rot="10800000" wrap="none" anchor="ctr"/>
          <a:lstStyle/>
          <a:p>
            <a:pPr algn="l"/>
            <a:endParaRPr lang="en-US">
              <a:solidFill>
                <a:srgbClr val="996633"/>
              </a:solidFill>
            </a:endParaRPr>
          </a:p>
        </p:txBody>
      </p:sp>
      <p:sp>
        <p:nvSpPr>
          <p:cNvPr id="222579" name="Line 371"/>
          <p:cNvSpPr>
            <a:spLocks noChangeShapeType="1"/>
          </p:cNvSpPr>
          <p:nvPr/>
        </p:nvSpPr>
        <p:spPr bwMode="auto">
          <a:xfrm rot="10800000">
            <a:off x="6792913" y="3822700"/>
            <a:ext cx="2819400" cy="0"/>
          </a:xfrm>
          <a:prstGeom prst="line">
            <a:avLst/>
          </a:prstGeom>
          <a:noFill/>
          <a:ln w="38100">
            <a:solidFill>
              <a:schemeClr val="tx1"/>
            </a:solidFill>
            <a:round/>
            <a:headEnd/>
            <a:tailEnd/>
          </a:ln>
        </p:spPr>
        <p:txBody>
          <a:bodyPr/>
          <a:lstStyle/>
          <a:p>
            <a:endParaRPr lang="en-US"/>
          </a:p>
        </p:txBody>
      </p:sp>
      <p:sp>
        <p:nvSpPr>
          <p:cNvPr id="222580" name="Rectangle 372" descr="Large confetti"/>
          <p:cNvSpPr>
            <a:spLocks noChangeArrowheads="1"/>
          </p:cNvSpPr>
          <p:nvPr/>
        </p:nvSpPr>
        <p:spPr bwMode="auto">
          <a:xfrm rot="10800000">
            <a:off x="8902700" y="2997200"/>
            <a:ext cx="228600" cy="228600"/>
          </a:xfrm>
          <a:prstGeom prst="rect">
            <a:avLst/>
          </a:prstGeom>
          <a:pattFill prst="lgConfetti">
            <a:fgClr>
              <a:srgbClr val="996633"/>
            </a:fgClr>
            <a:bgClr>
              <a:schemeClr val="bg1"/>
            </a:bgClr>
          </a:pattFill>
          <a:ln w="9525">
            <a:noFill/>
            <a:miter lim="800000"/>
            <a:headEnd/>
            <a:tailEnd/>
          </a:ln>
        </p:spPr>
        <p:txBody>
          <a:bodyPr rot="10800000" wrap="none" anchor="ctr"/>
          <a:lstStyle/>
          <a:p>
            <a:pPr algn="l"/>
            <a:endParaRPr lang="en-US">
              <a:solidFill>
                <a:srgbClr val="996633"/>
              </a:solidFill>
            </a:endParaRPr>
          </a:p>
        </p:txBody>
      </p:sp>
      <p:sp>
        <p:nvSpPr>
          <p:cNvPr id="222581" name="Rectangle 373" descr="Large confetti"/>
          <p:cNvSpPr>
            <a:spLocks noChangeArrowheads="1"/>
          </p:cNvSpPr>
          <p:nvPr/>
        </p:nvSpPr>
        <p:spPr bwMode="auto">
          <a:xfrm rot="10800000">
            <a:off x="8991600" y="3454400"/>
            <a:ext cx="152400" cy="330200"/>
          </a:xfrm>
          <a:prstGeom prst="rect">
            <a:avLst/>
          </a:prstGeom>
          <a:pattFill prst="lgConfetti">
            <a:fgClr>
              <a:srgbClr val="996633"/>
            </a:fgClr>
            <a:bgClr>
              <a:schemeClr val="bg1"/>
            </a:bgClr>
          </a:pattFill>
          <a:ln w="9525">
            <a:noFill/>
            <a:miter lim="800000"/>
            <a:headEnd/>
            <a:tailEnd/>
          </a:ln>
        </p:spPr>
        <p:txBody>
          <a:bodyPr rot="10800000" wrap="none" anchor="ctr"/>
          <a:lstStyle/>
          <a:p>
            <a:pPr algn="l"/>
            <a:endParaRPr lang="en-US">
              <a:solidFill>
                <a:srgbClr val="996633"/>
              </a:solidFill>
            </a:endParaRPr>
          </a:p>
        </p:txBody>
      </p:sp>
      <p:grpSp>
        <p:nvGrpSpPr>
          <p:cNvPr id="222331" name="Group 375"/>
          <p:cNvGrpSpPr>
            <a:grpSpLocks/>
          </p:cNvGrpSpPr>
          <p:nvPr/>
        </p:nvGrpSpPr>
        <p:grpSpPr bwMode="auto">
          <a:xfrm>
            <a:off x="6388100" y="2819400"/>
            <a:ext cx="3517900" cy="990600"/>
            <a:chOff x="808" y="1328"/>
            <a:chExt cx="2216" cy="624"/>
          </a:xfrm>
        </p:grpSpPr>
        <p:grpSp>
          <p:nvGrpSpPr>
            <p:cNvPr id="222332" name="Group 376"/>
            <p:cNvGrpSpPr>
              <a:grpSpLocks/>
            </p:cNvGrpSpPr>
            <p:nvPr/>
          </p:nvGrpSpPr>
          <p:grpSpPr bwMode="auto">
            <a:xfrm>
              <a:off x="2824" y="1696"/>
              <a:ext cx="200" cy="192"/>
              <a:chOff x="5032" y="1104"/>
              <a:chExt cx="200" cy="192"/>
            </a:xfrm>
          </p:grpSpPr>
          <p:sp>
            <p:nvSpPr>
              <p:cNvPr id="22764" name="Line 377"/>
              <p:cNvSpPr>
                <a:spLocks noChangeShapeType="1"/>
              </p:cNvSpPr>
              <p:nvPr/>
            </p:nvSpPr>
            <p:spPr bwMode="auto">
              <a:xfrm>
                <a:off x="5232" y="1248"/>
                <a:ext cx="0" cy="48"/>
              </a:xfrm>
              <a:prstGeom prst="line">
                <a:avLst/>
              </a:prstGeom>
              <a:noFill/>
              <a:ln w="28575">
                <a:solidFill>
                  <a:schemeClr val="tx1"/>
                </a:solidFill>
                <a:round/>
                <a:headEnd/>
                <a:tailEnd/>
              </a:ln>
            </p:spPr>
            <p:txBody>
              <a:bodyPr/>
              <a:lstStyle/>
              <a:p>
                <a:endParaRPr lang="en-US"/>
              </a:p>
            </p:txBody>
          </p:sp>
          <p:grpSp>
            <p:nvGrpSpPr>
              <p:cNvPr id="222333" name="Group 378"/>
              <p:cNvGrpSpPr>
                <a:grpSpLocks/>
              </p:cNvGrpSpPr>
              <p:nvPr/>
            </p:nvGrpSpPr>
            <p:grpSpPr bwMode="auto">
              <a:xfrm>
                <a:off x="5032" y="1104"/>
                <a:ext cx="200" cy="192"/>
                <a:chOff x="5032" y="1104"/>
                <a:chExt cx="200" cy="192"/>
              </a:xfrm>
            </p:grpSpPr>
            <p:sp>
              <p:nvSpPr>
                <p:cNvPr id="22766" name="Line 379"/>
                <p:cNvSpPr>
                  <a:spLocks noChangeShapeType="1"/>
                </p:cNvSpPr>
                <p:nvPr/>
              </p:nvSpPr>
              <p:spPr bwMode="auto">
                <a:xfrm>
                  <a:off x="5088" y="1296"/>
                  <a:ext cx="144" cy="0"/>
                </a:xfrm>
                <a:prstGeom prst="line">
                  <a:avLst/>
                </a:prstGeom>
                <a:noFill/>
                <a:ln w="28575">
                  <a:solidFill>
                    <a:schemeClr val="tx1"/>
                  </a:solidFill>
                  <a:round/>
                  <a:headEnd/>
                  <a:tailEnd/>
                </a:ln>
              </p:spPr>
              <p:txBody>
                <a:bodyPr/>
                <a:lstStyle/>
                <a:p>
                  <a:endParaRPr lang="en-US"/>
                </a:p>
              </p:txBody>
            </p:sp>
            <p:sp>
              <p:nvSpPr>
                <p:cNvPr id="22767" name="Rectangle 380"/>
                <p:cNvSpPr>
                  <a:spLocks noChangeArrowheads="1"/>
                </p:cNvSpPr>
                <p:nvPr/>
              </p:nvSpPr>
              <p:spPr bwMode="auto">
                <a:xfrm>
                  <a:off x="5032" y="1104"/>
                  <a:ext cx="48" cy="192"/>
                </a:xfrm>
                <a:prstGeom prst="rect">
                  <a:avLst/>
                </a:prstGeom>
                <a:solidFill>
                  <a:schemeClr val="accent2"/>
                </a:solidFill>
                <a:ln w="28575">
                  <a:solidFill>
                    <a:schemeClr val="tx1"/>
                  </a:solidFill>
                  <a:miter lim="800000"/>
                  <a:headEnd/>
                  <a:tailEnd/>
                </a:ln>
              </p:spPr>
              <p:txBody>
                <a:bodyPr wrap="none" anchor="ctr"/>
                <a:lstStyle/>
                <a:p>
                  <a:endParaRPr lang="en-US"/>
                </a:p>
              </p:txBody>
            </p:sp>
          </p:grpSp>
        </p:grpSp>
        <p:grpSp>
          <p:nvGrpSpPr>
            <p:cNvPr id="222334" name="Group 381"/>
            <p:cNvGrpSpPr>
              <a:grpSpLocks/>
            </p:cNvGrpSpPr>
            <p:nvPr/>
          </p:nvGrpSpPr>
          <p:grpSpPr bwMode="auto">
            <a:xfrm>
              <a:off x="808" y="1328"/>
              <a:ext cx="2216" cy="624"/>
              <a:chOff x="808" y="1328"/>
              <a:chExt cx="2216" cy="624"/>
            </a:xfrm>
          </p:grpSpPr>
          <p:sp>
            <p:nvSpPr>
              <p:cNvPr id="22754" name="Rectangle 382"/>
              <p:cNvSpPr>
                <a:spLocks noChangeArrowheads="1"/>
              </p:cNvSpPr>
              <p:nvPr/>
            </p:nvSpPr>
            <p:spPr bwMode="auto">
              <a:xfrm>
                <a:off x="2720" y="1328"/>
                <a:ext cx="96" cy="624"/>
              </a:xfrm>
              <a:prstGeom prst="rect">
                <a:avLst/>
              </a:prstGeom>
              <a:solidFill>
                <a:schemeClr val="folHlink"/>
              </a:solidFill>
              <a:ln w="28575">
                <a:solidFill>
                  <a:schemeClr val="tx1"/>
                </a:solidFill>
                <a:miter lim="800000"/>
                <a:headEnd/>
                <a:tailEnd/>
              </a:ln>
            </p:spPr>
            <p:txBody>
              <a:bodyPr wrap="none" anchor="ctr"/>
              <a:lstStyle/>
              <a:p>
                <a:endParaRPr lang="en-US"/>
              </a:p>
            </p:txBody>
          </p:sp>
          <p:sp>
            <p:nvSpPr>
              <p:cNvPr id="22755" name="Rectangle 383"/>
              <p:cNvSpPr>
                <a:spLocks noChangeArrowheads="1"/>
              </p:cNvSpPr>
              <p:nvPr/>
            </p:nvSpPr>
            <p:spPr bwMode="auto">
              <a:xfrm>
                <a:off x="1016" y="1328"/>
                <a:ext cx="96" cy="624"/>
              </a:xfrm>
              <a:prstGeom prst="rect">
                <a:avLst/>
              </a:prstGeom>
              <a:solidFill>
                <a:schemeClr val="folHlink"/>
              </a:solidFill>
              <a:ln w="28575">
                <a:solidFill>
                  <a:schemeClr val="tx1"/>
                </a:solidFill>
                <a:miter lim="800000"/>
                <a:headEnd/>
                <a:tailEnd/>
              </a:ln>
            </p:spPr>
            <p:txBody>
              <a:bodyPr wrap="none" anchor="ctr"/>
              <a:lstStyle/>
              <a:p>
                <a:endParaRPr lang="en-US"/>
              </a:p>
            </p:txBody>
          </p:sp>
          <p:sp>
            <p:nvSpPr>
              <p:cNvPr id="22756" name="Line 384"/>
              <p:cNvSpPr>
                <a:spLocks noChangeShapeType="1"/>
              </p:cNvSpPr>
              <p:nvPr/>
            </p:nvSpPr>
            <p:spPr bwMode="auto">
              <a:xfrm>
                <a:off x="2880" y="1848"/>
                <a:ext cx="144" cy="0"/>
              </a:xfrm>
              <a:prstGeom prst="line">
                <a:avLst/>
              </a:prstGeom>
              <a:noFill/>
              <a:ln w="28575">
                <a:solidFill>
                  <a:schemeClr val="tx1"/>
                </a:solidFill>
                <a:round/>
                <a:headEnd/>
                <a:tailEnd/>
              </a:ln>
            </p:spPr>
            <p:txBody>
              <a:bodyPr/>
              <a:lstStyle/>
              <a:p>
                <a:endParaRPr lang="en-US"/>
              </a:p>
            </p:txBody>
          </p:sp>
          <p:grpSp>
            <p:nvGrpSpPr>
              <p:cNvPr id="222335" name="Group 385"/>
              <p:cNvGrpSpPr>
                <a:grpSpLocks/>
              </p:cNvGrpSpPr>
              <p:nvPr/>
            </p:nvGrpSpPr>
            <p:grpSpPr bwMode="auto">
              <a:xfrm>
                <a:off x="808" y="1704"/>
                <a:ext cx="200" cy="192"/>
                <a:chOff x="3016" y="1112"/>
                <a:chExt cx="200" cy="192"/>
              </a:xfrm>
            </p:grpSpPr>
            <p:sp>
              <p:nvSpPr>
                <p:cNvPr id="22758" name="Rectangle 386"/>
                <p:cNvSpPr>
                  <a:spLocks noChangeArrowheads="1"/>
                </p:cNvSpPr>
                <p:nvPr/>
              </p:nvSpPr>
              <p:spPr bwMode="auto">
                <a:xfrm>
                  <a:off x="3168" y="1112"/>
                  <a:ext cx="48" cy="192"/>
                </a:xfrm>
                <a:prstGeom prst="rect">
                  <a:avLst/>
                </a:prstGeom>
                <a:solidFill>
                  <a:schemeClr val="accent2"/>
                </a:solidFill>
                <a:ln w="28575">
                  <a:solidFill>
                    <a:schemeClr val="tx1"/>
                  </a:solidFill>
                  <a:miter lim="800000"/>
                  <a:headEnd/>
                  <a:tailEnd/>
                </a:ln>
              </p:spPr>
              <p:txBody>
                <a:bodyPr wrap="none" anchor="ctr"/>
                <a:lstStyle/>
                <a:p>
                  <a:endParaRPr lang="en-US"/>
                </a:p>
              </p:txBody>
            </p:sp>
            <p:grpSp>
              <p:nvGrpSpPr>
                <p:cNvPr id="22848" name="Group 387"/>
                <p:cNvGrpSpPr>
                  <a:grpSpLocks/>
                </p:cNvGrpSpPr>
                <p:nvPr/>
              </p:nvGrpSpPr>
              <p:grpSpPr bwMode="auto">
                <a:xfrm>
                  <a:off x="3016" y="1256"/>
                  <a:ext cx="152" cy="48"/>
                  <a:chOff x="3016" y="1256"/>
                  <a:chExt cx="152" cy="48"/>
                </a:xfrm>
              </p:grpSpPr>
              <p:grpSp>
                <p:nvGrpSpPr>
                  <p:cNvPr id="22850" name="Group 388"/>
                  <p:cNvGrpSpPr>
                    <a:grpSpLocks/>
                  </p:cNvGrpSpPr>
                  <p:nvPr/>
                </p:nvGrpSpPr>
                <p:grpSpPr bwMode="auto">
                  <a:xfrm>
                    <a:off x="3016" y="1264"/>
                    <a:ext cx="152" cy="40"/>
                    <a:chOff x="3016" y="1264"/>
                    <a:chExt cx="152" cy="40"/>
                  </a:xfrm>
                </p:grpSpPr>
                <p:sp>
                  <p:nvSpPr>
                    <p:cNvPr id="22762" name="Line 389"/>
                    <p:cNvSpPr>
                      <a:spLocks noChangeShapeType="1"/>
                    </p:cNvSpPr>
                    <p:nvPr/>
                  </p:nvSpPr>
                  <p:spPr bwMode="auto">
                    <a:xfrm flipH="1">
                      <a:off x="3024" y="1264"/>
                      <a:ext cx="144" cy="0"/>
                    </a:xfrm>
                    <a:prstGeom prst="line">
                      <a:avLst/>
                    </a:prstGeom>
                    <a:noFill/>
                    <a:ln w="28575">
                      <a:solidFill>
                        <a:schemeClr val="tx1"/>
                      </a:solidFill>
                      <a:round/>
                      <a:headEnd/>
                      <a:tailEnd/>
                    </a:ln>
                  </p:spPr>
                  <p:txBody>
                    <a:bodyPr/>
                    <a:lstStyle/>
                    <a:p>
                      <a:endParaRPr lang="en-US"/>
                    </a:p>
                  </p:txBody>
                </p:sp>
                <p:sp>
                  <p:nvSpPr>
                    <p:cNvPr id="22763" name="Line 390"/>
                    <p:cNvSpPr>
                      <a:spLocks noChangeShapeType="1"/>
                    </p:cNvSpPr>
                    <p:nvPr/>
                  </p:nvSpPr>
                  <p:spPr bwMode="auto">
                    <a:xfrm flipH="1">
                      <a:off x="3016" y="1304"/>
                      <a:ext cx="144" cy="0"/>
                    </a:xfrm>
                    <a:prstGeom prst="line">
                      <a:avLst/>
                    </a:prstGeom>
                    <a:noFill/>
                    <a:ln w="28575">
                      <a:solidFill>
                        <a:schemeClr val="tx1"/>
                      </a:solidFill>
                      <a:round/>
                      <a:headEnd/>
                      <a:tailEnd/>
                    </a:ln>
                  </p:spPr>
                  <p:txBody>
                    <a:bodyPr/>
                    <a:lstStyle/>
                    <a:p>
                      <a:endParaRPr lang="en-US"/>
                    </a:p>
                  </p:txBody>
                </p:sp>
              </p:grpSp>
              <p:sp>
                <p:nvSpPr>
                  <p:cNvPr id="22761" name="Line 391"/>
                  <p:cNvSpPr>
                    <a:spLocks noChangeShapeType="1"/>
                  </p:cNvSpPr>
                  <p:nvPr/>
                </p:nvSpPr>
                <p:spPr bwMode="auto">
                  <a:xfrm>
                    <a:off x="3016" y="1256"/>
                    <a:ext cx="0" cy="48"/>
                  </a:xfrm>
                  <a:prstGeom prst="line">
                    <a:avLst/>
                  </a:prstGeom>
                  <a:noFill/>
                  <a:ln w="9525">
                    <a:solidFill>
                      <a:schemeClr val="tx1"/>
                    </a:solidFill>
                    <a:round/>
                    <a:headEnd/>
                    <a:tailEnd/>
                  </a:ln>
                </p:spPr>
                <p:txBody>
                  <a:bodyPr/>
                  <a:lstStyle/>
                  <a:p>
                    <a:endParaRPr lang="en-US"/>
                  </a:p>
                </p:txBody>
              </p:sp>
            </p:grpSp>
          </p:grpSp>
        </p:grpSp>
      </p:grpSp>
      <p:grpSp>
        <p:nvGrpSpPr>
          <p:cNvPr id="22851" name="Group 392"/>
          <p:cNvGrpSpPr>
            <a:grpSpLocks/>
          </p:cNvGrpSpPr>
          <p:nvPr/>
        </p:nvGrpSpPr>
        <p:grpSpPr bwMode="auto">
          <a:xfrm>
            <a:off x="7315200" y="2832100"/>
            <a:ext cx="139700" cy="698500"/>
            <a:chOff x="1392" y="1336"/>
            <a:chExt cx="88" cy="440"/>
          </a:xfrm>
        </p:grpSpPr>
        <p:sp>
          <p:nvSpPr>
            <p:cNvPr id="22750" name="Line 393"/>
            <p:cNvSpPr>
              <a:spLocks noChangeShapeType="1"/>
            </p:cNvSpPr>
            <p:nvPr/>
          </p:nvSpPr>
          <p:spPr bwMode="auto">
            <a:xfrm>
              <a:off x="1392" y="1336"/>
              <a:ext cx="44" cy="440"/>
            </a:xfrm>
            <a:prstGeom prst="line">
              <a:avLst/>
            </a:prstGeom>
            <a:noFill/>
            <a:ln w="28575">
              <a:solidFill>
                <a:srgbClr val="FF0066"/>
              </a:solidFill>
              <a:round/>
              <a:headEnd/>
              <a:tailEnd/>
            </a:ln>
          </p:spPr>
          <p:txBody>
            <a:bodyPr/>
            <a:lstStyle/>
            <a:p>
              <a:endParaRPr lang="en-US"/>
            </a:p>
          </p:txBody>
        </p:sp>
        <p:sp>
          <p:nvSpPr>
            <p:cNvPr id="22751" name="Line 394"/>
            <p:cNvSpPr>
              <a:spLocks noChangeShapeType="1"/>
            </p:cNvSpPr>
            <p:nvPr/>
          </p:nvSpPr>
          <p:spPr bwMode="auto">
            <a:xfrm flipH="1">
              <a:off x="1480" y="1336"/>
              <a:ext cx="0" cy="440"/>
            </a:xfrm>
            <a:prstGeom prst="line">
              <a:avLst/>
            </a:prstGeom>
            <a:noFill/>
            <a:ln w="28575">
              <a:solidFill>
                <a:srgbClr val="FF0066"/>
              </a:solidFill>
              <a:round/>
              <a:headEnd/>
              <a:tailEnd/>
            </a:ln>
          </p:spPr>
          <p:txBody>
            <a:bodyPr/>
            <a:lstStyle/>
            <a:p>
              <a:endParaRPr lang="en-US"/>
            </a:p>
          </p:txBody>
        </p:sp>
      </p:grpSp>
      <p:sp>
        <p:nvSpPr>
          <p:cNvPr id="222603" name="Line 395"/>
          <p:cNvSpPr>
            <a:spLocks noChangeShapeType="1"/>
          </p:cNvSpPr>
          <p:nvPr/>
        </p:nvSpPr>
        <p:spPr bwMode="auto">
          <a:xfrm>
            <a:off x="7924800" y="2794000"/>
            <a:ext cx="0" cy="457200"/>
          </a:xfrm>
          <a:prstGeom prst="line">
            <a:avLst/>
          </a:prstGeom>
          <a:noFill/>
          <a:ln w="19050">
            <a:solidFill>
              <a:schemeClr val="tx1"/>
            </a:solidFill>
            <a:round/>
            <a:headEnd/>
            <a:tailEnd/>
          </a:ln>
        </p:spPr>
        <p:txBody>
          <a:bodyPr/>
          <a:lstStyle/>
          <a:p>
            <a:endParaRPr lang="en-US"/>
          </a:p>
        </p:txBody>
      </p:sp>
      <p:sp>
        <p:nvSpPr>
          <p:cNvPr id="222604" name="Line 396"/>
          <p:cNvSpPr>
            <a:spLocks noChangeShapeType="1"/>
          </p:cNvSpPr>
          <p:nvPr/>
        </p:nvSpPr>
        <p:spPr bwMode="auto">
          <a:xfrm>
            <a:off x="8153400" y="2832100"/>
            <a:ext cx="0" cy="304800"/>
          </a:xfrm>
          <a:prstGeom prst="line">
            <a:avLst/>
          </a:prstGeom>
          <a:noFill/>
          <a:ln w="19050">
            <a:solidFill>
              <a:schemeClr val="tx1"/>
            </a:solidFill>
            <a:round/>
            <a:headEnd/>
            <a:tailEnd/>
          </a:ln>
        </p:spPr>
        <p:txBody>
          <a:bodyPr/>
          <a:lstStyle/>
          <a:p>
            <a:endParaRPr lang="en-US"/>
          </a:p>
        </p:txBody>
      </p:sp>
      <p:sp>
        <p:nvSpPr>
          <p:cNvPr id="222605" name="Line 397"/>
          <p:cNvSpPr>
            <a:spLocks noChangeShapeType="1"/>
          </p:cNvSpPr>
          <p:nvPr/>
        </p:nvSpPr>
        <p:spPr bwMode="auto">
          <a:xfrm>
            <a:off x="8267700" y="2832100"/>
            <a:ext cx="0" cy="304800"/>
          </a:xfrm>
          <a:prstGeom prst="line">
            <a:avLst/>
          </a:prstGeom>
          <a:noFill/>
          <a:ln w="19050">
            <a:solidFill>
              <a:schemeClr val="tx1"/>
            </a:solidFill>
            <a:round/>
            <a:headEnd/>
            <a:tailEnd/>
          </a:ln>
        </p:spPr>
        <p:txBody>
          <a:bodyPr/>
          <a:lstStyle/>
          <a:p>
            <a:endParaRPr lang="en-US"/>
          </a:p>
        </p:txBody>
      </p:sp>
      <p:grpSp>
        <p:nvGrpSpPr>
          <p:cNvPr id="22856" name="Group 399"/>
          <p:cNvGrpSpPr>
            <a:grpSpLocks/>
          </p:cNvGrpSpPr>
          <p:nvPr/>
        </p:nvGrpSpPr>
        <p:grpSpPr bwMode="auto">
          <a:xfrm>
            <a:off x="7577138" y="2832100"/>
            <a:ext cx="296862" cy="520700"/>
            <a:chOff x="1557" y="1336"/>
            <a:chExt cx="187" cy="328"/>
          </a:xfrm>
        </p:grpSpPr>
        <p:grpSp>
          <p:nvGrpSpPr>
            <p:cNvPr id="22860" name="Group 400"/>
            <p:cNvGrpSpPr>
              <a:grpSpLocks/>
            </p:cNvGrpSpPr>
            <p:nvPr/>
          </p:nvGrpSpPr>
          <p:grpSpPr bwMode="auto">
            <a:xfrm>
              <a:off x="1584" y="1432"/>
              <a:ext cx="160" cy="232"/>
              <a:chOff x="2016" y="952"/>
              <a:chExt cx="160" cy="232"/>
            </a:xfrm>
          </p:grpSpPr>
          <p:sp>
            <p:nvSpPr>
              <p:cNvPr id="22743" name="Line 401"/>
              <p:cNvSpPr>
                <a:spLocks noChangeShapeType="1"/>
              </p:cNvSpPr>
              <p:nvPr/>
            </p:nvSpPr>
            <p:spPr bwMode="auto">
              <a:xfrm>
                <a:off x="2016" y="960"/>
                <a:ext cx="48" cy="0"/>
              </a:xfrm>
              <a:prstGeom prst="line">
                <a:avLst/>
              </a:prstGeom>
              <a:noFill/>
              <a:ln w="19050">
                <a:solidFill>
                  <a:srgbClr val="009900"/>
                </a:solidFill>
                <a:round/>
                <a:headEnd/>
                <a:tailEnd/>
              </a:ln>
            </p:spPr>
            <p:txBody>
              <a:bodyPr/>
              <a:lstStyle/>
              <a:p>
                <a:endParaRPr lang="en-US"/>
              </a:p>
            </p:txBody>
          </p:sp>
          <p:grpSp>
            <p:nvGrpSpPr>
              <p:cNvPr id="22870" name="Group 402"/>
              <p:cNvGrpSpPr>
                <a:grpSpLocks/>
              </p:cNvGrpSpPr>
              <p:nvPr/>
            </p:nvGrpSpPr>
            <p:grpSpPr bwMode="auto">
              <a:xfrm>
                <a:off x="2032" y="952"/>
                <a:ext cx="144" cy="232"/>
                <a:chOff x="2032" y="952"/>
                <a:chExt cx="144" cy="232"/>
              </a:xfrm>
            </p:grpSpPr>
            <p:sp>
              <p:nvSpPr>
                <p:cNvPr id="22745" name="Line 403"/>
                <p:cNvSpPr>
                  <a:spLocks noChangeShapeType="1"/>
                </p:cNvSpPr>
                <p:nvPr/>
              </p:nvSpPr>
              <p:spPr bwMode="auto">
                <a:xfrm>
                  <a:off x="2032" y="952"/>
                  <a:ext cx="0" cy="224"/>
                </a:xfrm>
                <a:prstGeom prst="line">
                  <a:avLst/>
                </a:prstGeom>
                <a:noFill/>
                <a:ln w="19050">
                  <a:solidFill>
                    <a:srgbClr val="009900"/>
                  </a:solidFill>
                  <a:round/>
                  <a:headEnd/>
                  <a:tailEnd/>
                </a:ln>
              </p:spPr>
              <p:txBody>
                <a:bodyPr/>
                <a:lstStyle/>
                <a:p>
                  <a:endParaRPr lang="en-US"/>
                </a:p>
              </p:txBody>
            </p:sp>
            <p:sp>
              <p:nvSpPr>
                <p:cNvPr id="22746" name="Line 404"/>
                <p:cNvSpPr>
                  <a:spLocks noChangeShapeType="1"/>
                </p:cNvSpPr>
                <p:nvPr/>
              </p:nvSpPr>
              <p:spPr bwMode="auto">
                <a:xfrm>
                  <a:off x="2056" y="960"/>
                  <a:ext cx="0" cy="192"/>
                </a:xfrm>
                <a:prstGeom prst="line">
                  <a:avLst/>
                </a:prstGeom>
                <a:noFill/>
                <a:ln w="19050">
                  <a:solidFill>
                    <a:srgbClr val="009900"/>
                  </a:solidFill>
                  <a:round/>
                  <a:headEnd/>
                  <a:tailEnd/>
                </a:ln>
              </p:spPr>
              <p:txBody>
                <a:bodyPr/>
                <a:lstStyle/>
                <a:p>
                  <a:endParaRPr lang="en-US"/>
                </a:p>
              </p:txBody>
            </p:sp>
            <p:sp>
              <p:nvSpPr>
                <p:cNvPr id="22747" name="Line 405"/>
                <p:cNvSpPr>
                  <a:spLocks noChangeShapeType="1"/>
                </p:cNvSpPr>
                <p:nvPr/>
              </p:nvSpPr>
              <p:spPr bwMode="auto">
                <a:xfrm>
                  <a:off x="2064" y="1152"/>
                  <a:ext cx="96" cy="0"/>
                </a:xfrm>
                <a:prstGeom prst="line">
                  <a:avLst/>
                </a:prstGeom>
                <a:noFill/>
                <a:ln w="19050">
                  <a:solidFill>
                    <a:srgbClr val="009900"/>
                  </a:solidFill>
                  <a:round/>
                  <a:headEnd/>
                  <a:tailEnd/>
                </a:ln>
              </p:spPr>
              <p:txBody>
                <a:bodyPr/>
                <a:lstStyle/>
                <a:p>
                  <a:endParaRPr lang="en-US"/>
                </a:p>
              </p:txBody>
            </p:sp>
            <p:sp>
              <p:nvSpPr>
                <p:cNvPr id="22748" name="Line 406"/>
                <p:cNvSpPr>
                  <a:spLocks noChangeShapeType="1"/>
                </p:cNvSpPr>
                <p:nvPr/>
              </p:nvSpPr>
              <p:spPr bwMode="auto">
                <a:xfrm>
                  <a:off x="2032" y="1176"/>
                  <a:ext cx="144" cy="0"/>
                </a:xfrm>
                <a:prstGeom prst="line">
                  <a:avLst/>
                </a:prstGeom>
                <a:noFill/>
                <a:ln w="19050">
                  <a:solidFill>
                    <a:srgbClr val="009900"/>
                  </a:solidFill>
                  <a:round/>
                  <a:headEnd/>
                  <a:tailEnd/>
                </a:ln>
              </p:spPr>
              <p:txBody>
                <a:bodyPr/>
                <a:lstStyle/>
                <a:p>
                  <a:endParaRPr lang="en-US"/>
                </a:p>
              </p:txBody>
            </p:sp>
            <p:sp>
              <p:nvSpPr>
                <p:cNvPr id="22749" name="Line 407"/>
                <p:cNvSpPr>
                  <a:spLocks noChangeShapeType="1"/>
                </p:cNvSpPr>
                <p:nvPr/>
              </p:nvSpPr>
              <p:spPr bwMode="auto">
                <a:xfrm rot="5400000">
                  <a:off x="2144" y="1160"/>
                  <a:ext cx="48" cy="0"/>
                </a:xfrm>
                <a:prstGeom prst="line">
                  <a:avLst/>
                </a:prstGeom>
                <a:noFill/>
                <a:ln w="19050">
                  <a:solidFill>
                    <a:srgbClr val="009900"/>
                  </a:solidFill>
                  <a:round/>
                  <a:headEnd/>
                  <a:tailEnd/>
                </a:ln>
              </p:spPr>
              <p:txBody>
                <a:bodyPr/>
                <a:lstStyle/>
                <a:p>
                  <a:endParaRPr lang="en-US"/>
                </a:p>
              </p:txBody>
            </p:sp>
          </p:grpSp>
        </p:grpSp>
        <p:sp>
          <p:nvSpPr>
            <p:cNvPr id="22742" name="Rectangle 408"/>
            <p:cNvSpPr>
              <a:spLocks noChangeArrowheads="1"/>
            </p:cNvSpPr>
            <p:nvPr/>
          </p:nvSpPr>
          <p:spPr bwMode="auto">
            <a:xfrm>
              <a:off x="1557" y="1336"/>
              <a:ext cx="35" cy="288"/>
            </a:xfrm>
            <a:prstGeom prst="rect">
              <a:avLst/>
            </a:prstGeom>
            <a:pattFill prst="dkDnDiag">
              <a:fgClr>
                <a:schemeClr val="accent1"/>
              </a:fgClr>
              <a:bgClr>
                <a:schemeClr val="bg1"/>
              </a:bgClr>
            </a:pattFill>
            <a:ln w="15875" algn="ctr">
              <a:solidFill>
                <a:schemeClr val="tx1"/>
              </a:solidFill>
              <a:miter lim="800000"/>
              <a:headEnd/>
              <a:tailEnd/>
            </a:ln>
          </p:spPr>
          <p:txBody>
            <a:bodyPr wrap="none" anchor="ctr"/>
            <a:lstStyle/>
            <a:p>
              <a:endParaRPr lang="en-US"/>
            </a:p>
          </p:txBody>
        </p:sp>
      </p:grpSp>
      <p:grpSp>
        <p:nvGrpSpPr>
          <p:cNvPr id="22878" name="Group 409"/>
          <p:cNvGrpSpPr>
            <a:grpSpLocks/>
          </p:cNvGrpSpPr>
          <p:nvPr/>
        </p:nvGrpSpPr>
        <p:grpSpPr bwMode="auto">
          <a:xfrm>
            <a:off x="8991600" y="2273300"/>
            <a:ext cx="1498600" cy="596900"/>
            <a:chOff x="2416" y="984"/>
            <a:chExt cx="944" cy="376"/>
          </a:xfrm>
        </p:grpSpPr>
        <p:sp>
          <p:nvSpPr>
            <p:cNvPr id="22739" name="Rectangle 410"/>
            <p:cNvSpPr>
              <a:spLocks noChangeArrowheads="1"/>
            </p:cNvSpPr>
            <p:nvPr/>
          </p:nvSpPr>
          <p:spPr bwMode="auto">
            <a:xfrm>
              <a:off x="2448" y="984"/>
              <a:ext cx="912" cy="144"/>
            </a:xfrm>
            <a:prstGeom prst="rect">
              <a:avLst/>
            </a:prstGeom>
            <a:solidFill>
              <a:schemeClr val="bg1"/>
            </a:solidFill>
            <a:ln w="9525">
              <a:noFill/>
              <a:miter lim="800000"/>
              <a:headEnd/>
              <a:tailEnd/>
            </a:ln>
          </p:spPr>
          <p:txBody>
            <a:bodyPr wrap="none" anchor="ctr"/>
            <a:lstStyle/>
            <a:p>
              <a:pPr algn="l"/>
              <a:r>
                <a:rPr lang="en-US"/>
                <a:t>Pouring basin</a:t>
              </a:r>
            </a:p>
          </p:txBody>
        </p:sp>
        <p:sp>
          <p:nvSpPr>
            <p:cNvPr id="22740" name="Line 411"/>
            <p:cNvSpPr>
              <a:spLocks noChangeShapeType="1"/>
            </p:cNvSpPr>
            <p:nvPr/>
          </p:nvSpPr>
          <p:spPr bwMode="auto">
            <a:xfrm flipH="1">
              <a:off x="2416" y="1120"/>
              <a:ext cx="144" cy="240"/>
            </a:xfrm>
            <a:prstGeom prst="line">
              <a:avLst/>
            </a:prstGeom>
            <a:noFill/>
            <a:ln w="9525">
              <a:solidFill>
                <a:schemeClr val="tx1"/>
              </a:solidFill>
              <a:round/>
              <a:headEnd/>
              <a:tailEnd type="triangle" w="med" len="med"/>
            </a:ln>
          </p:spPr>
          <p:txBody>
            <a:bodyPr/>
            <a:lstStyle/>
            <a:p>
              <a:endParaRPr lang="en-US"/>
            </a:p>
          </p:txBody>
        </p:sp>
      </p:grpSp>
      <p:sp>
        <p:nvSpPr>
          <p:cNvPr id="22592" name="Line 412"/>
          <p:cNvSpPr>
            <a:spLocks noChangeShapeType="1"/>
          </p:cNvSpPr>
          <p:nvPr/>
        </p:nvSpPr>
        <p:spPr bwMode="auto">
          <a:xfrm>
            <a:off x="7772400" y="2463800"/>
            <a:ext cx="0" cy="0"/>
          </a:xfrm>
          <a:prstGeom prst="line">
            <a:avLst/>
          </a:prstGeom>
          <a:noFill/>
          <a:ln w="9525">
            <a:solidFill>
              <a:schemeClr val="tx1"/>
            </a:solidFill>
            <a:round/>
            <a:headEnd/>
            <a:tailEnd type="triangle" w="med" len="med"/>
          </a:ln>
        </p:spPr>
        <p:txBody>
          <a:bodyPr/>
          <a:lstStyle/>
          <a:p>
            <a:endParaRPr lang="en-US"/>
          </a:p>
        </p:txBody>
      </p:sp>
      <p:grpSp>
        <p:nvGrpSpPr>
          <p:cNvPr id="22881" name="Group 413"/>
          <p:cNvGrpSpPr>
            <a:grpSpLocks/>
          </p:cNvGrpSpPr>
          <p:nvPr/>
        </p:nvGrpSpPr>
        <p:grpSpPr bwMode="auto">
          <a:xfrm>
            <a:off x="5943600" y="2159000"/>
            <a:ext cx="1600200" cy="609600"/>
            <a:chOff x="528" y="912"/>
            <a:chExt cx="1008" cy="384"/>
          </a:xfrm>
        </p:grpSpPr>
        <p:sp>
          <p:nvSpPr>
            <p:cNvPr id="22737" name="Rectangle 414"/>
            <p:cNvSpPr>
              <a:spLocks noChangeArrowheads="1"/>
            </p:cNvSpPr>
            <p:nvPr/>
          </p:nvSpPr>
          <p:spPr bwMode="auto">
            <a:xfrm>
              <a:off x="528" y="912"/>
              <a:ext cx="528" cy="144"/>
            </a:xfrm>
            <a:prstGeom prst="rect">
              <a:avLst/>
            </a:prstGeom>
            <a:solidFill>
              <a:schemeClr val="bg1"/>
            </a:solidFill>
            <a:ln w="9525">
              <a:noFill/>
              <a:miter lim="800000"/>
              <a:headEnd/>
              <a:tailEnd/>
            </a:ln>
          </p:spPr>
          <p:txBody>
            <a:bodyPr wrap="none" anchor="ctr"/>
            <a:lstStyle/>
            <a:p>
              <a:pPr algn="l"/>
              <a:r>
                <a:rPr lang="en-US"/>
                <a:t>Weight</a:t>
              </a:r>
            </a:p>
          </p:txBody>
        </p:sp>
        <p:sp>
          <p:nvSpPr>
            <p:cNvPr id="22738" name="Line 415"/>
            <p:cNvSpPr>
              <a:spLocks noChangeShapeType="1"/>
            </p:cNvSpPr>
            <p:nvPr/>
          </p:nvSpPr>
          <p:spPr bwMode="auto">
            <a:xfrm>
              <a:off x="1056" y="1056"/>
              <a:ext cx="480" cy="240"/>
            </a:xfrm>
            <a:prstGeom prst="line">
              <a:avLst/>
            </a:prstGeom>
            <a:noFill/>
            <a:ln w="9525">
              <a:solidFill>
                <a:schemeClr val="tx1"/>
              </a:solidFill>
              <a:round/>
              <a:headEnd/>
              <a:tailEnd type="triangle" w="med" len="med"/>
            </a:ln>
          </p:spPr>
          <p:txBody>
            <a:bodyPr/>
            <a:lstStyle/>
            <a:p>
              <a:endParaRPr lang="en-US"/>
            </a:p>
          </p:txBody>
        </p:sp>
      </p:grpSp>
      <p:grpSp>
        <p:nvGrpSpPr>
          <p:cNvPr id="22896" name="Group 416"/>
          <p:cNvGrpSpPr>
            <a:grpSpLocks/>
          </p:cNvGrpSpPr>
          <p:nvPr/>
        </p:nvGrpSpPr>
        <p:grpSpPr bwMode="auto">
          <a:xfrm>
            <a:off x="5791200" y="2844800"/>
            <a:ext cx="1524000" cy="228600"/>
            <a:chOff x="432" y="1344"/>
            <a:chExt cx="960" cy="144"/>
          </a:xfrm>
        </p:grpSpPr>
        <p:sp>
          <p:nvSpPr>
            <p:cNvPr id="22735" name="Rectangle 417"/>
            <p:cNvSpPr>
              <a:spLocks noChangeArrowheads="1"/>
            </p:cNvSpPr>
            <p:nvPr/>
          </p:nvSpPr>
          <p:spPr bwMode="auto">
            <a:xfrm>
              <a:off x="432" y="1344"/>
              <a:ext cx="384" cy="144"/>
            </a:xfrm>
            <a:prstGeom prst="rect">
              <a:avLst/>
            </a:prstGeom>
            <a:solidFill>
              <a:schemeClr val="bg1"/>
            </a:solidFill>
            <a:ln w="9525">
              <a:noFill/>
              <a:miter lim="800000"/>
              <a:headEnd/>
              <a:tailEnd/>
            </a:ln>
          </p:spPr>
          <p:txBody>
            <a:bodyPr wrap="none" anchor="ctr"/>
            <a:lstStyle/>
            <a:p>
              <a:pPr algn="l"/>
              <a:r>
                <a:rPr lang="en-US"/>
                <a:t>Riser</a:t>
              </a:r>
            </a:p>
          </p:txBody>
        </p:sp>
        <p:sp>
          <p:nvSpPr>
            <p:cNvPr id="22736" name="Line 418"/>
            <p:cNvSpPr>
              <a:spLocks noChangeShapeType="1"/>
            </p:cNvSpPr>
            <p:nvPr/>
          </p:nvSpPr>
          <p:spPr bwMode="auto">
            <a:xfrm>
              <a:off x="816" y="1440"/>
              <a:ext cx="576" cy="48"/>
            </a:xfrm>
            <a:prstGeom prst="line">
              <a:avLst/>
            </a:prstGeom>
            <a:noFill/>
            <a:ln w="9525">
              <a:solidFill>
                <a:schemeClr val="tx1"/>
              </a:solidFill>
              <a:round/>
              <a:headEnd/>
              <a:tailEnd type="triangle" w="med" len="med"/>
            </a:ln>
          </p:spPr>
          <p:txBody>
            <a:bodyPr/>
            <a:lstStyle/>
            <a:p>
              <a:endParaRPr lang="en-US"/>
            </a:p>
          </p:txBody>
        </p:sp>
      </p:grpSp>
      <p:grpSp>
        <p:nvGrpSpPr>
          <p:cNvPr id="22898" name="Group 419"/>
          <p:cNvGrpSpPr>
            <a:grpSpLocks/>
          </p:cNvGrpSpPr>
          <p:nvPr/>
        </p:nvGrpSpPr>
        <p:grpSpPr bwMode="auto">
          <a:xfrm>
            <a:off x="8305800" y="2082800"/>
            <a:ext cx="609600" cy="990600"/>
            <a:chOff x="2016" y="864"/>
            <a:chExt cx="384" cy="624"/>
          </a:xfrm>
        </p:grpSpPr>
        <p:sp>
          <p:nvSpPr>
            <p:cNvPr id="22733" name="Rectangle 420"/>
            <p:cNvSpPr>
              <a:spLocks noChangeArrowheads="1"/>
            </p:cNvSpPr>
            <p:nvPr/>
          </p:nvSpPr>
          <p:spPr bwMode="auto">
            <a:xfrm>
              <a:off x="2016" y="864"/>
              <a:ext cx="384" cy="144"/>
            </a:xfrm>
            <a:prstGeom prst="rect">
              <a:avLst/>
            </a:prstGeom>
            <a:solidFill>
              <a:schemeClr val="bg1"/>
            </a:solidFill>
            <a:ln w="9525">
              <a:noFill/>
              <a:miter lim="800000"/>
              <a:headEnd/>
              <a:tailEnd/>
            </a:ln>
          </p:spPr>
          <p:txBody>
            <a:bodyPr wrap="none" anchor="ctr"/>
            <a:lstStyle/>
            <a:p>
              <a:pPr algn="l"/>
              <a:r>
                <a:rPr lang="en-US" dirty="0"/>
                <a:t>Lifter</a:t>
              </a:r>
            </a:p>
          </p:txBody>
        </p:sp>
        <p:sp>
          <p:nvSpPr>
            <p:cNvPr id="22734" name="Line 421"/>
            <p:cNvSpPr>
              <a:spLocks noChangeShapeType="1"/>
            </p:cNvSpPr>
            <p:nvPr/>
          </p:nvSpPr>
          <p:spPr bwMode="auto">
            <a:xfrm>
              <a:off x="2112" y="1008"/>
              <a:ext cx="144" cy="480"/>
            </a:xfrm>
            <a:prstGeom prst="line">
              <a:avLst/>
            </a:prstGeom>
            <a:noFill/>
            <a:ln w="9525">
              <a:solidFill>
                <a:schemeClr val="tx1"/>
              </a:solidFill>
              <a:round/>
              <a:headEnd/>
              <a:tailEnd type="triangle" w="med" len="med"/>
            </a:ln>
          </p:spPr>
          <p:txBody>
            <a:bodyPr/>
            <a:lstStyle/>
            <a:p>
              <a:endParaRPr lang="en-US"/>
            </a:p>
          </p:txBody>
        </p:sp>
      </p:grpSp>
      <p:grpSp>
        <p:nvGrpSpPr>
          <p:cNvPr id="22899" name="Group 422"/>
          <p:cNvGrpSpPr>
            <a:grpSpLocks/>
          </p:cNvGrpSpPr>
          <p:nvPr/>
        </p:nvGrpSpPr>
        <p:grpSpPr bwMode="auto">
          <a:xfrm>
            <a:off x="7391400" y="1778000"/>
            <a:ext cx="762000" cy="1219200"/>
            <a:chOff x="1440" y="672"/>
            <a:chExt cx="480" cy="768"/>
          </a:xfrm>
        </p:grpSpPr>
        <p:sp>
          <p:nvSpPr>
            <p:cNvPr id="22731" name="Rectangle 423"/>
            <p:cNvSpPr>
              <a:spLocks noChangeArrowheads="1"/>
            </p:cNvSpPr>
            <p:nvPr/>
          </p:nvSpPr>
          <p:spPr bwMode="auto">
            <a:xfrm>
              <a:off x="1440" y="672"/>
              <a:ext cx="384" cy="144"/>
            </a:xfrm>
            <a:prstGeom prst="rect">
              <a:avLst/>
            </a:prstGeom>
            <a:solidFill>
              <a:schemeClr val="bg1"/>
            </a:solidFill>
            <a:ln w="9525">
              <a:noFill/>
              <a:miter lim="800000"/>
              <a:headEnd/>
              <a:tailEnd/>
            </a:ln>
          </p:spPr>
          <p:txBody>
            <a:bodyPr wrap="none" anchor="ctr"/>
            <a:lstStyle/>
            <a:p>
              <a:pPr algn="l"/>
              <a:r>
                <a:rPr lang="en-US"/>
                <a:t>Vents</a:t>
              </a:r>
            </a:p>
          </p:txBody>
        </p:sp>
        <p:sp>
          <p:nvSpPr>
            <p:cNvPr id="22732" name="Line 424"/>
            <p:cNvSpPr>
              <a:spLocks noChangeShapeType="1"/>
            </p:cNvSpPr>
            <p:nvPr/>
          </p:nvSpPr>
          <p:spPr bwMode="auto">
            <a:xfrm>
              <a:off x="1584" y="864"/>
              <a:ext cx="336" cy="576"/>
            </a:xfrm>
            <a:prstGeom prst="line">
              <a:avLst/>
            </a:prstGeom>
            <a:noFill/>
            <a:ln w="9525">
              <a:solidFill>
                <a:schemeClr val="tx1"/>
              </a:solidFill>
              <a:round/>
              <a:headEnd/>
              <a:tailEnd type="triangle" w="med" len="med"/>
            </a:ln>
          </p:spPr>
          <p:txBody>
            <a:bodyPr/>
            <a:lstStyle/>
            <a:p>
              <a:endParaRPr lang="en-US"/>
            </a:p>
          </p:txBody>
        </p:sp>
      </p:grpSp>
      <p:sp>
        <p:nvSpPr>
          <p:cNvPr id="222633" name="Freeform 425" descr="Large confetti"/>
          <p:cNvSpPr>
            <a:spLocks/>
          </p:cNvSpPr>
          <p:nvPr/>
        </p:nvSpPr>
        <p:spPr bwMode="auto">
          <a:xfrm>
            <a:off x="7480300" y="3492500"/>
            <a:ext cx="381000" cy="165100"/>
          </a:xfrm>
          <a:custGeom>
            <a:avLst/>
            <a:gdLst>
              <a:gd name="T0" fmla="*/ 0 w 712"/>
              <a:gd name="T1" fmla="*/ 18640 h 496"/>
              <a:gd name="T2" fmla="*/ 21404 w 712"/>
              <a:gd name="T3" fmla="*/ 55921 h 496"/>
              <a:gd name="T4" fmla="*/ 55652 w 712"/>
              <a:gd name="T5" fmla="*/ 117168 h 496"/>
              <a:gd name="T6" fmla="*/ 64213 w 712"/>
              <a:gd name="T7" fmla="*/ 130482 h 496"/>
              <a:gd name="T8" fmla="*/ 154112 w 712"/>
              <a:gd name="T9" fmla="*/ 165100 h 496"/>
              <a:gd name="T10" fmla="*/ 214045 w 712"/>
              <a:gd name="T11" fmla="*/ 151785 h 496"/>
              <a:gd name="T12" fmla="*/ 239730 w 712"/>
              <a:gd name="T13" fmla="*/ 141134 h 496"/>
              <a:gd name="T14" fmla="*/ 261135 w 712"/>
              <a:gd name="T15" fmla="*/ 114505 h 496"/>
              <a:gd name="T16" fmla="*/ 273978 w 712"/>
              <a:gd name="T17" fmla="*/ 103853 h 496"/>
              <a:gd name="T18" fmla="*/ 316787 w 712"/>
              <a:gd name="T19" fmla="*/ 55921 h 496"/>
              <a:gd name="T20" fmla="*/ 381000 w 712"/>
              <a:gd name="T21" fmla="*/ 0 h 49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12"/>
              <a:gd name="T34" fmla="*/ 0 h 496"/>
              <a:gd name="T35" fmla="*/ 712 w 712"/>
              <a:gd name="T36" fmla="*/ 496 h 49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12" h="496">
                <a:moveTo>
                  <a:pt x="0" y="56"/>
                </a:moveTo>
                <a:cubicBezTo>
                  <a:pt x="8" y="98"/>
                  <a:pt x="28" y="128"/>
                  <a:pt x="40" y="168"/>
                </a:cubicBezTo>
                <a:cubicBezTo>
                  <a:pt x="59" y="233"/>
                  <a:pt x="74" y="291"/>
                  <a:pt x="104" y="352"/>
                </a:cubicBezTo>
                <a:cubicBezTo>
                  <a:pt x="110" y="365"/>
                  <a:pt x="111" y="381"/>
                  <a:pt x="120" y="392"/>
                </a:cubicBezTo>
                <a:cubicBezTo>
                  <a:pt x="161" y="445"/>
                  <a:pt x="235" y="461"/>
                  <a:pt x="288" y="496"/>
                </a:cubicBezTo>
                <a:cubicBezTo>
                  <a:pt x="325" y="483"/>
                  <a:pt x="372" y="484"/>
                  <a:pt x="400" y="456"/>
                </a:cubicBezTo>
                <a:cubicBezTo>
                  <a:pt x="430" y="426"/>
                  <a:pt x="413" y="436"/>
                  <a:pt x="448" y="424"/>
                </a:cubicBezTo>
                <a:cubicBezTo>
                  <a:pt x="498" y="374"/>
                  <a:pt x="448" y="432"/>
                  <a:pt x="488" y="344"/>
                </a:cubicBezTo>
                <a:cubicBezTo>
                  <a:pt x="494" y="332"/>
                  <a:pt x="505" y="324"/>
                  <a:pt x="512" y="312"/>
                </a:cubicBezTo>
                <a:cubicBezTo>
                  <a:pt x="614" y="131"/>
                  <a:pt x="516" y="282"/>
                  <a:pt x="592" y="168"/>
                </a:cubicBezTo>
                <a:cubicBezTo>
                  <a:pt x="609" y="82"/>
                  <a:pt x="654" y="58"/>
                  <a:pt x="712" y="0"/>
                </a:cubicBezTo>
              </a:path>
            </a:pathLst>
          </a:custGeom>
          <a:pattFill prst="lgConfetti">
            <a:fgClr>
              <a:srgbClr val="996633"/>
            </a:fgClr>
            <a:bgClr>
              <a:srgbClr val="FFFFFF"/>
            </a:bgClr>
          </a:pattFill>
          <a:ln w="28575">
            <a:noFill/>
            <a:round/>
            <a:headEnd/>
            <a:tailEnd/>
          </a:ln>
        </p:spPr>
        <p:txBody>
          <a:bodyPr/>
          <a:lstStyle/>
          <a:p>
            <a:endParaRPr lang="en-US"/>
          </a:p>
        </p:txBody>
      </p:sp>
      <p:grpSp>
        <p:nvGrpSpPr>
          <p:cNvPr id="22900" name="Group 426"/>
          <p:cNvGrpSpPr>
            <a:grpSpLocks/>
          </p:cNvGrpSpPr>
          <p:nvPr/>
        </p:nvGrpSpPr>
        <p:grpSpPr bwMode="auto">
          <a:xfrm>
            <a:off x="7315200" y="3289300"/>
            <a:ext cx="1676400" cy="508000"/>
            <a:chOff x="1408" y="1616"/>
            <a:chExt cx="1056" cy="320"/>
          </a:xfrm>
        </p:grpSpPr>
        <p:sp>
          <p:nvSpPr>
            <p:cNvPr id="22717" name="Line 427"/>
            <p:cNvSpPr>
              <a:spLocks noChangeShapeType="1"/>
            </p:cNvSpPr>
            <p:nvPr/>
          </p:nvSpPr>
          <p:spPr bwMode="auto">
            <a:xfrm flipV="1">
              <a:off x="1832" y="1616"/>
              <a:ext cx="0" cy="144"/>
            </a:xfrm>
            <a:prstGeom prst="line">
              <a:avLst/>
            </a:prstGeom>
            <a:noFill/>
            <a:ln w="28575">
              <a:solidFill>
                <a:schemeClr val="tx1"/>
              </a:solidFill>
              <a:round/>
              <a:headEnd/>
              <a:tailEnd/>
            </a:ln>
          </p:spPr>
          <p:txBody>
            <a:bodyPr/>
            <a:lstStyle/>
            <a:p>
              <a:endParaRPr lang="en-US"/>
            </a:p>
          </p:txBody>
        </p:sp>
        <p:sp>
          <p:nvSpPr>
            <p:cNvPr id="22718" name="Line 428"/>
            <p:cNvSpPr>
              <a:spLocks noChangeShapeType="1"/>
            </p:cNvSpPr>
            <p:nvPr/>
          </p:nvSpPr>
          <p:spPr bwMode="auto">
            <a:xfrm flipV="1">
              <a:off x="2032" y="1616"/>
              <a:ext cx="0" cy="144"/>
            </a:xfrm>
            <a:prstGeom prst="line">
              <a:avLst/>
            </a:prstGeom>
            <a:noFill/>
            <a:ln w="28575">
              <a:solidFill>
                <a:schemeClr val="tx1"/>
              </a:solidFill>
              <a:round/>
              <a:headEnd/>
              <a:tailEnd/>
            </a:ln>
          </p:spPr>
          <p:txBody>
            <a:bodyPr/>
            <a:lstStyle/>
            <a:p>
              <a:endParaRPr lang="en-US"/>
            </a:p>
          </p:txBody>
        </p:sp>
        <p:sp>
          <p:nvSpPr>
            <p:cNvPr id="22719" name="Line 429"/>
            <p:cNvSpPr>
              <a:spLocks noChangeShapeType="1"/>
            </p:cNvSpPr>
            <p:nvPr/>
          </p:nvSpPr>
          <p:spPr bwMode="auto">
            <a:xfrm>
              <a:off x="1840" y="1616"/>
              <a:ext cx="192" cy="0"/>
            </a:xfrm>
            <a:prstGeom prst="line">
              <a:avLst/>
            </a:prstGeom>
            <a:noFill/>
            <a:ln w="28575">
              <a:solidFill>
                <a:schemeClr val="tx1"/>
              </a:solidFill>
              <a:round/>
              <a:headEnd/>
              <a:tailEnd/>
            </a:ln>
          </p:spPr>
          <p:txBody>
            <a:bodyPr/>
            <a:lstStyle/>
            <a:p>
              <a:endParaRPr lang="en-US"/>
            </a:p>
          </p:txBody>
        </p:sp>
        <p:grpSp>
          <p:nvGrpSpPr>
            <p:cNvPr id="22908" name="Group 430"/>
            <p:cNvGrpSpPr>
              <a:grpSpLocks/>
            </p:cNvGrpSpPr>
            <p:nvPr/>
          </p:nvGrpSpPr>
          <p:grpSpPr bwMode="auto">
            <a:xfrm>
              <a:off x="1408" y="1712"/>
              <a:ext cx="1056" cy="224"/>
              <a:chOff x="1408" y="1728"/>
              <a:chExt cx="1056" cy="224"/>
            </a:xfrm>
          </p:grpSpPr>
          <p:sp>
            <p:nvSpPr>
              <p:cNvPr id="22721" name="Freeform 431"/>
              <p:cNvSpPr>
                <a:spLocks/>
              </p:cNvSpPr>
              <p:nvPr/>
            </p:nvSpPr>
            <p:spPr bwMode="auto">
              <a:xfrm>
                <a:off x="2152" y="1744"/>
                <a:ext cx="240" cy="104"/>
              </a:xfrm>
              <a:custGeom>
                <a:avLst/>
                <a:gdLst>
                  <a:gd name="T0" fmla="*/ 0 w 712"/>
                  <a:gd name="T1" fmla="*/ 12 h 496"/>
                  <a:gd name="T2" fmla="*/ 13 w 712"/>
                  <a:gd name="T3" fmla="*/ 35 h 496"/>
                  <a:gd name="T4" fmla="*/ 35 w 712"/>
                  <a:gd name="T5" fmla="*/ 74 h 496"/>
                  <a:gd name="T6" fmla="*/ 40 w 712"/>
                  <a:gd name="T7" fmla="*/ 82 h 496"/>
                  <a:gd name="T8" fmla="*/ 97 w 712"/>
                  <a:gd name="T9" fmla="*/ 104 h 496"/>
                  <a:gd name="T10" fmla="*/ 135 w 712"/>
                  <a:gd name="T11" fmla="*/ 96 h 496"/>
                  <a:gd name="T12" fmla="*/ 151 w 712"/>
                  <a:gd name="T13" fmla="*/ 89 h 496"/>
                  <a:gd name="T14" fmla="*/ 164 w 712"/>
                  <a:gd name="T15" fmla="*/ 72 h 496"/>
                  <a:gd name="T16" fmla="*/ 173 w 712"/>
                  <a:gd name="T17" fmla="*/ 65 h 496"/>
                  <a:gd name="T18" fmla="*/ 200 w 712"/>
                  <a:gd name="T19" fmla="*/ 35 h 496"/>
                  <a:gd name="T20" fmla="*/ 240 w 712"/>
                  <a:gd name="T21" fmla="*/ 0 h 49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12"/>
                  <a:gd name="T34" fmla="*/ 0 h 496"/>
                  <a:gd name="T35" fmla="*/ 712 w 712"/>
                  <a:gd name="T36" fmla="*/ 496 h 49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12" h="496">
                    <a:moveTo>
                      <a:pt x="0" y="56"/>
                    </a:moveTo>
                    <a:cubicBezTo>
                      <a:pt x="8" y="98"/>
                      <a:pt x="28" y="128"/>
                      <a:pt x="40" y="168"/>
                    </a:cubicBezTo>
                    <a:cubicBezTo>
                      <a:pt x="59" y="233"/>
                      <a:pt x="74" y="291"/>
                      <a:pt x="104" y="352"/>
                    </a:cubicBezTo>
                    <a:cubicBezTo>
                      <a:pt x="110" y="365"/>
                      <a:pt x="111" y="381"/>
                      <a:pt x="120" y="392"/>
                    </a:cubicBezTo>
                    <a:cubicBezTo>
                      <a:pt x="161" y="445"/>
                      <a:pt x="235" y="461"/>
                      <a:pt x="288" y="496"/>
                    </a:cubicBezTo>
                    <a:cubicBezTo>
                      <a:pt x="325" y="483"/>
                      <a:pt x="372" y="484"/>
                      <a:pt x="400" y="456"/>
                    </a:cubicBezTo>
                    <a:cubicBezTo>
                      <a:pt x="430" y="426"/>
                      <a:pt x="413" y="436"/>
                      <a:pt x="448" y="424"/>
                    </a:cubicBezTo>
                    <a:cubicBezTo>
                      <a:pt x="498" y="374"/>
                      <a:pt x="448" y="432"/>
                      <a:pt x="488" y="344"/>
                    </a:cubicBezTo>
                    <a:cubicBezTo>
                      <a:pt x="494" y="332"/>
                      <a:pt x="505" y="324"/>
                      <a:pt x="512" y="312"/>
                    </a:cubicBezTo>
                    <a:cubicBezTo>
                      <a:pt x="614" y="131"/>
                      <a:pt x="516" y="282"/>
                      <a:pt x="592" y="168"/>
                    </a:cubicBezTo>
                    <a:cubicBezTo>
                      <a:pt x="609" y="82"/>
                      <a:pt x="654" y="58"/>
                      <a:pt x="712" y="0"/>
                    </a:cubicBezTo>
                  </a:path>
                </a:pathLst>
              </a:custGeom>
              <a:solidFill>
                <a:schemeClr val="bg1"/>
              </a:solidFill>
              <a:ln w="28575">
                <a:solidFill>
                  <a:schemeClr val="tx1"/>
                </a:solidFill>
                <a:round/>
                <a:headEnd/>
                <a:tailEnd/>
              </a:ln>
            </p:spPr>
            <p:txBody>
              <a:bodyPr/>
              <a:lstStyle/>
              <a:p>
                <a:endParaRPr lang="en-US"/>
              </a:p>
            </p:txBody>
          </p:sp>
          <p:grpSp>
            <p:nvGrpSpPr>
              <p:cNvPr id="22918" name="Group 432"/>
              <p:cNvGrpSpPr>
                <a:grpSpLocks/>
              </p:cNvGrpSpPr>
              <p:nvPr/>
            </p:nvGrpSpPr>
            <p:grpSpPr bwMode="auto">
              <a:xfrm>
                <a:off x="1408" y="1728"/>
                <a:ext cx="1056" cy="224"/>
                <a:chOff x="1408" y="1728"/>
                <a:chExt cx="1056" cy="224"/>
              </a:xfrm>
            </p:grpSpPr>
            <p:sp>
              <p:nvSpPr>
                <p:cNvPr id="22723" name="Line 433"/>
                <p:cNvSpPr>
                  <a:spLocks noChangeShapeType="1"/>
                </p:cNvSpPr>
                <p:nvPr/>
              </p:nvSpPr>
              <p:spPr bwMode="auto">
                <a:xfrm flipV="1">
                  <a:off x="1408" y="1760"/>
                  <a:ext cx="0" cy="192"/>
                </a:xfrm>
                <a:prstGeom prst="line">
                  <a:avLst/>
                </a:prstGeom>
                <a:noFill/>
                <a:ln w="28575">
                  <a:solidFill>
                    <a:schemeClr val="tx1"/>
                  </a:solidFill>
                  <a:round/>
                  <a:headEnd/>
                  <a:tailEnd/>
                </a:ln>
              </p:spPr>
              <p:txBody>
                <a:bodyPr/>
                <a:lstStyle/>
                <a:p>
                  <a:endParaRPr lang="en-US"/>
                </a:p>
              </p:txBody>
            </p:sp>
            <p:sp>
              <p:nvSpPr>
                <p:cNvPr id="22724" name="Line 434"/>
                <p:cNvSpPr>
                  <a:spLocks noChangeShapeType="1"/>
                </p:cNvSpPr>
                <p:nvPr/>
              </p:nvSpPr>
              <p:spPr bwMode="auto">
                <a:xfrm>
                  <a:off x="2448" y="1744"/>
                  <a:ext cx="8" cy="202"/>
                </a:xfrm>
                <a:prstGeom prst="line">
                  <a:avLst/>
                </a:prstGeom>
                <a:noFill/>
                <a:ln w="28575">
                  <a:solidFill>
                    <a:schemeClr val="tx1"/>
                  </a:solidFill>
                  <a:round/>
                  <a:headEnd/>
                  <a:tailEnd/>
                </a:ln>
              </p:spPr>
              <p:txBody>
                <a:bodyPr/>
                <a:lstStyle/>
                <a:p>
                  <a:endParaRPr lang="en-US"/>
                </a:p>
              </p:txBody>
            </p:sp>
            <p:sp>
              <p:nvSpPr>
                <p:cNvPr id="22725" name="Freeform 435"/>
                <p:cNvSpPr>
                  <a:spLocks/>
                </p:cNvSpPr>
                <p:nvPr/>
              </p:nvSpPr>
              <p:spPr bwMode="auto">
                <a:xfrm>
                  <a:off x="1496" y="1760"/>
                  <a:ext cx="240" cy="104"/>
                </a:xfrm>
                <a:custGeom>
                  <a:avLst/>
                  <a:gdLst>
                    <a:gd name="T0" fmla="*/ 0 w 712"/>
                    <a:gd name="T1" fmla="*/ 12 h 496"/>
                    <a:gd name="T2" fmla="*/ 13 w 712"/>
                    <a:gd name="T3" fmla="*/ 35 h 496"/>
                    <a:gd name="T4" fmla="*/ 35 w 712"/>
                    <a:gd name="T5" fmla="*/ 74 h 496"/>
                    <a:gd name="T6" fmla="*/ 40 w 712"/>
                    <a:gd name="T7" fmla="*/ 82 h 496"/>
                    <a:gd name="T8" fmla="*/ 97 w 712"/>
                    <a:gd name="T9" fmla="*/ 104 h 496"/>
                    <a:gd name="T10" fmla="*/ 135 w 712"/>
                    <a:gd name="T11" fmla="*/ 96 h 496"/>
                    <a:gd name="T12" fmla="*/ 151 w 712"/>
                    <a:gd name="T13" fmla="*/ 89 h 496"/>
                    <a:gd name="T14" fmla="*/ 164 w 712"/>
                    <a:gd name="T15" fmla="*/ 72 h 496"/>
                    <a:gd name="T16" fmla="*/ 173 w 712"/>
                    <a:gd name="T17" fmla="*/ 65 h 496"/>
                    <a:gd name="T18" fmla="*/ 200 w 712"/>
                    <a:gd name="T19" fmla="*/ 35 h 496"/>
                    <a:gd name="T20" fmla="*/ 240 w 712"/>
                    <a:gd name="T21" fmla="*/ 0 h 49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12"/>
                    <a:gd name="T34" fmla="*/ 0 h 496"/>
                    <a:gd name="T35" fmla="*/ 712 w 712"/>
                    <a:gd name="T36" fmla="*/ 496 h 49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12" h="496">
                      <a:moveTo>
                        <a:pt x="0" y="56"/>
                      </a:moveTo>
                      <a:cubicBezTo>
                        <a:pt x="8" y="98"/>
                        <a:pt x="28" y="128"/>
                        <a:pt x="40" y="168"/>
                      </a:cubicBezTo>
                      <a:cubicBezTo>
                        <a:pt x="59" y="233"/>
                        <a:pt x="74" y="291"/>
                        <a:pt x="104" y="352"/>
                      </a:cubicBezTo>
                      <a:cubicBezTo>
                        <a:pt x="110" y="365"/>
                        <a:pt x="111" y="381"/>
                        <a:pt x="120" y="392"/>
                      </a:cubicBezTo>
                      <a:cubicBezTo>
                        <a:pt x="161" y="445"/>
                        <a:pt x="235" y="461"/>
                        <a:pt x="288" y="496"/>
                      </a:cubicBezTo>
                      <a:cubicBezTo>
                        <a:pt x="325" y="483"/>
                        <a:pt x="372" y="484"/>
                        <a:pt x="400" y="456"/>
                      </a:cubicBezTo>
                      <a:cubicBezTo>
                        <a:pt x="430" y="426"/>
                        <a:pt x="413" y="436"/>
                        <a:pt x="448" y="424"/>
                      </a:cubicBezTo>
                      <a:cubicBezTo>
                        <a:pt x="498" y="374"/>
                        <a:pt x="448" y="432"/>
                        <a:pt x="488" y="344"/>
                      </a:cubicBezTo>
                      <a:cubicBezTo>
                        <a:pt x="494" y="332"/>
                        <a:pt x="505" y="324"/>
                        <a:pt x="512" y="312"/>
                      </a:cubicBezTo>
                      <a:cubicBezTo>
                        <a:pt x="614" y="131"/>
                        <a:pt x="516" y="282"/>
                        <a:pt x="592" y="168"/>
                      </a:cubicBezTo>
                      <a:cubicBezTo>
                        <a:pt x="609" y="82"/>
                        <a:pt x="654" y="58"/>
                        <a:pt x="712" y="0"/>
                      </a:cubicBezTo>
                    </a:path>
                  </a:pathLst>
                </a:custGeom>
                <a:solidFill>
                  <a:schemeClr val="bg1"/>
                </a:solidFill>
                <a:ln w="28575">
                  <a:solidFill>
                    <a:schemeClr val="tx1"/>
                  </a:solidFill>
                  <a:round/>
                  <a:headEnd/>
                  <a:tailEnd/>
                </a:ln>
              </p:spPr>
              <p:txBody>
                <a:bodyPr/>
                <a:lstStyle/>
                <a:p>
                  <a:endParaRPr lang="en-US"/>
                </a:p>
              </p:txBody>
            </p:sp>
            <p:sp>
              <p:nvSpPr>
                <p:cNvPr id="22726" name="Line 436"/>
                <p:cNvSpPr>
                  <a:spLocks noChangeShapeType="1"/>
                </p:cNvSpPr>
                <p:nvPr/>
              </p:nvSpPr>
              <p:spPr bwMode="auto">
                <a:xfrm>
                  <a:off x="2024" y="1752"/>
                  <a:ext cx="144" cy="0"/>
                </a:xfrm>
                <a:prstGeom prst="line">
                  <a:avLst/>
                </a:prstGeom>
                <a:noFill/>
                <a:ln w="28575">
                  <a:solidFill>
                    <a:schemeClr val="tx1"/>
                  </a:solidFill>
                  <a:round/>
                  <a:headEnd/>
                  <a:tailEnd/>
                </a:ln>
              </p:spPr>
              <p:txBody>
                <a:bodyPr/>
                <a:lstStyle/>
                <a:p>
                  <a:endParaRPr lang="en-US"/>
                </a:p>
              </p:txBody>
            </p:sp>
            <p:sp>
              <p:nvSpPr>
                <p:cNvPr id="22727" name="Line 437"/>
                <p:cNvSpPr>
                  <a:spLocks noChangeShapeType="1"/>
                </p:cNvSpPr>
                <p:nvPr/>
              </p:nvSpPr>
              <p:spPr bwMode="auto">
                <a:xfrm>
                  <a:off x="2368" y="1752"/>
                  <a:ext cx="96" cy="0"/>
                </a:xfrm>
                <a:prstGeom prst="line">
                  <a:avLst/>
                </a:prstGeom>
                <a:noFill/>
                <a:ln w="28575">
                  <a:solidFill>
                    <a:schemeClr val="tx1"/>
                  </a:solidFill>
                  <a:round/>
                  <a:headEnd/>
                  <a:tailEnd/>
                </a:ln>
              </p:spPr>
              <p:txBody>
                <a:bodyPr/>
                <a:lstStyle/>
                <a:p>
                  <a:endParaRPr lang="en-US"/>
                </a:p>
              </p:txBody>
            </p:sp>
            <p:sp>
              <p:nvSpPr>
                <p:cNvPr id="22728" name="Line 438"/>
                <p:cNvSpPr>
                  <a:spLocks noChangeShapeType="1"/>
                </p:cNvSpPr>
                <p:nvPr/>
              </p:nvSpPr>
              <p:spPr bwMode="auto">
                <a:xfrm>
                  <a:off x="1736" y="1752"/>
                  <a:ext cx="96" cy="0"/>
                </a:xfrm>
                <a:prstGeom prst="line">
                  <a:avLst/>
                </a:prstGeom>
                <a:noFill/>
                <a:ln w="28575">
                  <a:solidFill>
                    <a:schemeClr val="tx1"/>
                  </a:solidFill>
                  <a:round/>
                  <a:headEnd/>
                  <a:tailEnd/>
                </a:ln>
              </p:spPr>
              <p:txBody>
                <a:bodyPr/>
                <a:lstStyle/>
                <a:p>
                  <a:endParaRPr lang="en-US"/>
                </a:p>
              </p:txBody>
            </p:sp>
            <p:sp>
              <p:nvSpPr>
                <p:cNvPr id="22729" name="Line 439"/>
                <p:cNvSpPr>
                  <a:spLocks noChangeShapeType="1"/>
                </p:cNvSpPr>
                <p:nvPr/>
              </p:nvSpPr>
              <p:spPr bwMode="auto">
                <a:xfrm>
                  <a:off x="1416" y="1776"/>
                  <a:ext cx="96" cy="0"/>
                </a:xfrm>
                <a:prstGeom prst="line">
                  <a:avLst/>
                </a:prstGeom>
                <a:noFill/>
                <a:ln w="28575">
                  <a:solidFill>
                    <a:schemeClr val="tx1"/>
                  </a:solidFill>
                  <a:round/>
                  <a:headEnd/>
                  <a:tailEnd/>
                </a:ln>
              </p:spPr>
              <p:txBody>
                <a:bodyPr/>
                <a:lstStyle/>
                <a:p>
                  <a:endParaRPr lang="en-US"/>
                </a:p>
              </p:txBody>
            </p:sp>
            <p:sp>
              <p:nvSpPr>
                <p:cNvPr id="22730" name="Freeform 440"/>
                <p:cNvSpPr>
                  <a:spLocks/>
                </p:cNvSpPr>
                <p:nvPr/>
              </p:nvSpPr>
              <p:spPr bwMode="auto">
                <a:xfrm>
                  <a:off x="2152" y="1728"/>
                  <a:ext cx="240" cy="104"/>
                </a:xfrm>
                <a:custGeom>
                  <a:avLst/>
                  <a:gdLst>
                    <a:gd name="T0" fmla="*/ 0 w 712"/>
                    <a:gd name="T1" fmla="*/ 12 h 496"/>
                    <a:gd name="T2" fmla="*/ 13 w 712"/>
                    <a:gd name="T3" fmla="*/ 35 h 496"/>
                    <a:gd name="T4" fmla="*/ 35 w 712"/>
                    <a:gd name="T5" fmla="*/ 74 h 496"/>
                    <a:gd name="T6" fmla="*/ 40 w 712"/>
                    <a:gd name="T7" fmla="*/ 82 h 496"/>
                    <a:gd name="T8" fmla="*/ 97 w 712"/>
                    <a:gd name="T9" fmla="*/ 104 h 496"/>
                    <a:gd name="T10" fmla="*/ 135 w 712"/>
                    <a:gd name="T11" fmla="*/ 96 h 496"/>
                    <a:gd name="T12" fmla="*/ 151 w 712"/>
                    <a:gd name="T13" fmla="*/ 89 h 496"/>
                    <a:gd name="T14" fmla="*/ 164 w 712"/>
                    <a:gd name="T15" fmla="*/ 72 h 496"/>
                    <a:gd name="T16" fmla="*/ 173 w 712"/>
                    <a:gd name="T17" fmla="*/ 65 h 496"/>
                    <a:gd name="T18" fmla="*/ 200 w 712"/>
                    <a:gd name="T19" fmla="*/ 35 h 496"/>
                    <a:gd name="T20" fmla="*/ 240 w 712"/>
                    <a:gd name="T21" fmla="*/ 0 h 49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12"/>
                    <a:gd name="T34" fmla="*/ 0 h 496"/>
                    <a:gd name="T35" fmla="*/ 712 w 712"/>
                    <a:gd name="T36" fmla="*/ 496 h 49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12" h="496">
                      <a:moveTo>
                        <a:pt x="0" y="56"/>
                      </a:moveTo>
                      <a:cubicBezTo>
                        <a:pt x="8" y="98"/>
                        <a:pt x="28" y="128"/>
                        <a:pt x="40" y="168"/>
                      </a:cubicBezTo>
                      <a:cubicBezTo>
                        <a:pt x="59" y="233"/>
                        <a:pt x="74" y="291"/>
                        <a:pt x="104" y="352"/>
                      </a:cubicBezTo>
                      <a:cubicBezTo>
                        <a:pt x="110" y="365"/>
                        <a:pt x="111" y="381"/>
                        <a:pt x="120" y="392"/>
                      </a:cubicBezTo>
                      <a:cubicBezTo>
                        <a:pt x="161" y="445"/>
                        <a:pt x="235" y="461"/>
                        <a:pt x="288" y="496"/>
                      </a:cubicBezTo>
                      <a:cubicBezTo>
                        <a:pt x="325" y="483"/>
                        <a:pt x="372" y="484"/>
                        <a:pt x="400" y="456"/>
                      </a:cubicBezTo>
                      <a:cubicBezTo>
                        <a:pt x="430" y="426"/>
                        <a:pt x="413" y="436"/>
                        <a:pt x="448" y="424"/>
                      </a:cubicBezTo>
                      <a:cubicBezTo>
                        <a:pt x="498" y="374"/>
                        <a:pt x="448" y="432"/>
                        <a:pt x="488" y="344"/>
                      </a:cubicBezTo>
                      <a:cubicBezTo>
                        <a:pt x="494" y="332"/>
                        <a:pt x="505" y="324"/>
                        <a:pt x="512" y="312"/>
                      </a:cubicBezTo>
                      <a:cubicBezTo>
                        <a:pt x="614" y="131"/>
                        <a:pt x="516" y="282"/>
                        <a:pt x="592" y="168"/>
                      </a:cubicBezTo>
                      <a:cubicBezTo>
                        <a:pt x="609" y="82"/>
                        <a:pt x="654" y="58"/>
                        <a:pt x="712" y="0"/>
                      </a:cubicBezTo>
                    </a:path>
                  </a:pathLst>
                </a:custGeom>
                <a:solidFill>
                  <a:schemeClr val="bg1"/>
                </a:solidFill>
                <a:ln w="28575">
                  <a:noFill/>
                  <a:round/>
                  <a:headEnd/>
                  <a:tailEnd/>
                </a:ln>
              </p:spPr>
              <p:txBody>
                <a:bodyPr/>
                <a:lstStyle/>
                <a:p>
                  <a:endParaRPr lang="en-US"/>
                </a:p>
              </p:txBody>
            </p:sp>
          </p:grpSp>
        </p:grpSp>
      </p:grpSp>
      <p:sp>
        <p:nvSpPr>
          <p:cNvPr id="222649" name="Freeform 441" descr="Large confetti"/>
          <p:cNvSpPr>
            <a:spLocks/>
          </p:cNvSpPr>
          <p:nvPr/>
        </p:nvSpPr>
        <p:spPr bwMode="auto">
          <a:xfrm>
            <a:off x="8534400" y="3454400"/>
            <a:ext cx="317500" cy="165100"/>
          </a:xfrm>
          <a:custGeom>
            <a:avLst/>
            <a:gdLst>
              <a:gd name="T0" fmla="*/ 0 w 712"/>
              <a:gd name="T1" fmla="*/ 18640 h 496"/>
              <a:gd name="T2" fmla="*/ 17837 w 712"/>
              <a:gd name="T3" fmla="*/ 55921 h 496"/>
              <a:gd name="T4" fmla="*/ 46376 w 712"/>
              <a:gd name="T5" fmla="*/ 117168 h 496"/>
              <a:gd name="T6" fmla="*/ 53511 w 712"/>
              <a:gd name="T7" fmla="*/ 130482 h 496"/>
              <a:gd name="T8" fmla="*/ 128427 w 712"/>
              <a:gd name="T9" fmla="*/ 165100 h 496"/>
              <a:gd name="T10" fmla="*/ 178371 w 712"/>
              <a:gd name="T11" fmla="*/ 151785 h 496"/>
              <a:gd name="T12" fmla="*/ 199775 w 712"/>
              <a:gd name="T13" fmla="*/ 141134 h 496"/>
              <a:gd name="T14" fmla="*/ 217612 w 712"/>
              <a:gd name="T15" fmla="*/ 114505 h 496"/>
              <a:gd name="T16" fmla="*/ 228315 w 712"/>
              <a:gd name="T17" fmla="*/ 103853 h 496"/>
              <a:gd name="T18" fmla="*/ 263989 w 712"/>
              <a:gd name="T19" fmla="*/ 55921 h 496"/>
              <a:gd name="T20" fmla="*/ 317500 w 712"/>
              <a:gd name="T21" fmla="*/ 0 h 49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12"/>
              <a:gd name="T34" fmla="*/ 0 h 496"/>
              <a:gd name="T35" fmla="*/ 712 w 712"/>
              <a:gd name="T36" fmla="*/ 496 h 49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12" h="496">
                <a:moveTo>
                  <a:pt x="0" y="56"/>
                </a:moveTo>
                <a:cubicBezTo>
                  <a:pt x="8" y="98"/>
                  <a:pt x="28" y="128"/>
                  <a:pt x="40" y="168"/>
                </a:cubicBezTo>
                <a:cubicBezTo>
                  <a:pt x="59" y="233"/>
                  <a:pt x="74" y="291"/>
                  <a:pt x="104" y="352"/>
                </a:cubicBezTo>
                <a:cubicBezTo>
                  <a:pt x="110" y="365"/>
                  <a:pt x="111" y="381"/>
                  <a:pt x="120" y="392"/>
                </a:cubicBezTo>
                <a:cubicBezTo>
                  <a:pt x="161" y="445"/>
                  <a:pt x="235" y="461"/>
                  <a:pt x="288" y="496"/>
                </a:cubicBezTo>
                <a:cubicBezTo>
                  <a:pt x="325" y="483"/>
                  <a:pt x="372" y="484"/>
                  <a:pt x="400" y="456"/>
                </a:cubicBezTo>
                <a:cubicBezTo>
                  <a:pt x="430" y="426"/>
                  <a:pt x="413" y="436"/>
                  <a:pt x="448" y="424"/>
                </a:cubicBezTo>
                <a:cubicBezTo>
                  <a:pt x="498" y="374"/>
                  <a:pt x="448" y="432"/>
                  <a:pt x="488" y="344"/>
                </a:cubicBezTo>
                <a:cubicBezTo>
                  <a:pt x="494" y="332"/>
                  <a:pt x="505" y="324"/>
                  <a:pt x="512" y="312"/>
                </a:cubicBezTo>
                <a:cubicBezTo>
                  <a:pt x="614" y="131"/>
                  <a:pt x="516" y="282"/>
                  <a:pt x="592" y="168"/>
                </a:cubicBezTo>
                <a:cubicBezTo>
                  <a:pt x="609" y="82"/>
                  <a:pt x="654" y="58"/>
                  <a:pt x="712" y="0"/>
                </a:cubicBezTo>
              </a:path>
            </a:pathLst>
          </a:custGeom>
          <a:pattFill prst="lgConfetti">
            <a:fgClr>
              <a:srgbClr val="996633"/>
            </a:fgClr>
            <a:bgClr>
              <a:srgbClr val="FFFFFF"/>
            </a:bgClr>
          </a:pattFill>
          <a:ln w="28575">
            <a:noFill/>
            <a:round/>
            <a:headEnd/>
            <a:tailEnd/>
          </a:ln>
        </p:spPr>
        <p:txBody>
          <a:bodyPr/>
          <a:lstStyle/>
          <a:p>
            <a:endParaRPr lang="en-US"/>
          </a:p>
        </p:txBody>
      </p:sp>
      <p:sp>
        <p:nvSpPr>
          <p:cNvPr id="222650" name="Freeform 442" descr="Large confetti"/>
          <p:cNvSpPr>
            <a:spLocks/>
          </p:cNvSpPr>
          <p:nvPr/>
        </p:nvSpPr>
        <p:spPr bwMode="auto">
          <a:xfrm>
            <a:off x="8686800" y="2832100"/>
            <a:ext cx="381000" cy="165100"/>
          </a:xfrm>
          <a:custGeom>
            <a:avLst/>
            <a:gdLst>
              <a:gd name="T0" fmla="*/ 0 w 712"/>
              <a:gd name="T1" fmla="*/ 18640 h 496"/>
              <a:gd name="T2" fmla="*/ 21404 w 712"/>
              <a:gd name="T3" fmla="*/ 55921 h 496"/>
              <a:gd name="T4" fmla="*/ 55652 w 712"/>
              <a:gd name="T5" fmla="*/ 117168 h 496"/>
              <a:gd name="T6" fmla="*/ 64213 w 712"/>
              <a:gd name="T7" fmla="*/ 130482 h 496"/>
              <a:gd name="T8" fmla="*/ 154112 w 712"/>
              <a:gd name="T9" fmla="*/ 165100 h 496"/>
              <a:gd name="T10" fmla="*/ 214045 w 712"/>
              <a:gd name="T11" fmla="*/ 151785 h 496"/>
              <a:gd name="T12" fmla="*/ 239730 w 712"/>
              <a:gd name="T13" fmla="*/ 141134 h 496"/>
              <a:gd name="T14" fmla="*/ 261135 w 712"/>
              <a:gd name="T15" fmla="*/ 114505 h 496"/>
              <a:gd name="T16" fmla="*/ 273978 w 712"/>
              <a:gd name="T17" fmla="*/ 103853 h 496"/>
              <a:gd name="T18" fmla="*/ 316787 w 712"/>
              <a:gd name="T19" fmla="*/ 55921 h 496"/>
              <a:gd name="T20" fmla="*/ 381000 w 712"/>
              <a:gd name="T21" fmla="*/ 0 h 49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12"/>
              <a:gd name="T34" fmla="*/ 0 h 496"/>
              <a:gd name="T35" fmla="*/ 712 w 712"/>
              <a:gd name="T36" fmla="*/ 496 h 49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12" h="496">
                <a:moveTo>
                  <a:pt x="0" y="56"/>
                </a:moveTo>
                <a:cubicBezTo>
                  <a:pt x="8" y="98"/>
                  <a:pt x="28" y="128"/>
                  <a:pt x="40" y="168"/>
                </a:cubicBezTo>
                <a:cubicBezTo>
                  <a:pt x="59" y="233"/>
                  <a:pt x="74" y="291"/>
                  <a:pt x="104" y="352"/>
                </a:cubicBezTo>
                <a:cubicBezTo>
                  <a:pt x="110" y="365"/>
                  <a:pt x="111" y="381"/>
                  <a:pt x="120" y="392"/>
                </a:cubicBezTo>
                <a:cubicBezTo>
                  <a:pt x="161" y="445"/>
                  <a:pt x="235" y="461"/>
                  <a:pt x="288" y="496"/>
                </a:cubicBezTo>
                <a:cubicBezTo>
                  <a:pt x="325" y="483"/>
                  <a:pt x="372" y="484"/>
                  <a:pt x="400" y="456"/>
                </a:cubicBezTo>
                <a:cubicBezTo>
                  <a:pt x="430" y="426"/>
                  <a:pt x="413" y="436"/>
                  <a:pt x="448" y="424"/>
                </a:cubicBezTo>
                <a:cubicBezTo>
                  <a:pt x="498" y="374"/>
                  <a:pt x="448" y="432"/>
                  <a:pt x="488" y="344"/>
                </a:cubicBezTo>
                <a:cubicBezTo>
                  <a:pt x="494" y="332"/>
                  <a:pt x="505" y="324"/>
                  <a:pt x="512" y="312"/>
                </a:cubicBezTo>
                <a:cubicBezTo>
                  <a:pt x="614" y="131"/>
                  <a:pt x="516" y="282"/>
                  <a:pt x="592" y="168"/>
                </a:cubicBezTo>
                <a:cubicBezTo>
                  <a:pt x="609" y="82"/>
                  <a:pt x="654" y="58"/>
                  <a:pt x="712" y="0"/>
                </a:cubicBezTo>
              </a:path>
            </a:pathLst>
          </a:custGeom>
          <a:pattFill prst="lgConfetti">
            <a:fgClr>
              <a:srgbClr val="996633"/>
            </a:fgClr>
            <a:bgClr>
              <a:srgbClr val="FFFFFF"/>
            </a:bgClr>
          </a:pattFill>
          <a:ln w="28575">
            <a:noFill/>
            <a:round/>
            <a:headEnd/>
            <a:tailEnd/>
          </a:ln>
        </p:spPr>
        <p:txBody>
          <a:bodyPr/>
          <a:lstStyle/>
          <a:p>
            <a:endParaRPr lang="en-US"/>
          </a:p>
        </p:txBody>
      </p:sp>
      <p:sp>
        <p:nvSpPr>
          <p:cNvPr id="222651" name="Freeform 443" descr="Large confetti"/>
          <p:cNvSpPr>
            <a:spLocks/>
          </p:cNvSpPr>
          <p:nvPr/>
        </p:nvSpPr>
        <p:spPr bwMode="auto">
          <a:xfrm>
            <a:off x="7467600" y="3467100"/>
            <a:ext cx="381000" cy="165100"/>
          </a:xfrm>
          <a:custGeom>
            <a:avLst/>
            <a:gdLst>
              <a:gd name="T0" fmla="*/ 0 w 712"/>
              <a:gd name="T1" fmla="*/ 18640 h 496"/>
              <a:gd name="T2" fmla="*/ 21404 w 712"/>
              <a:gd name="T3" fmla="*/ 55921 h 496"/>
              <a:gd name="T4" fmla="*/ 55652 w 712"/>
              <a:gd name="T5" fmla="*/ 117168 h 496"/>
              <a:gd name="T6" fmla="*/ 64213 w 712"/>
              <a:gd name="T7" fmla="*/ 130482 h 496"/>
              <a:gd name="T8" fmla="*/ 154112 w 712"/>
              <a:gd name="T9" fmla="*/ 165100 h 496"/>
              <a:gd name="T10" fmla="*/ 214045 w 712"/>
              <a:gd name="T11" fmla="*/ 151785 h 496"/>
              <a:gd name="T12" fmla="*/ 239730 w 712"/>
              <a:gd name="T13" fmla="*/ 141134 h 496"/>
              <a:gd name="T14" fmla="*/ 261135 w 712"/>
              <a:gd name="T15" fmla="*/ 114505 h 496"/>
              <a:gd name="T16" fmla="*/ 273978 w 712"/>
              <a:gd name="T17" fmla="*/ 103853 h 496"/>
              <a:gd name="T18" fmla="*/ 316787 w 712"/>
              <a:gd name="T19" fmla="*/ 55921 h 496"/>
              <a:gd name="T20" fmla="*/ 381000 w 712"/>
              <a:gd name="T21" fmla="*/ 0 h 49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12"/>
              <a:gd name="T34" fmla="*/ 0 h 496"/>
              <a:gd name="T35" fmla="*/ 712 w 712"/>
              <a:gd name="T36" fmla="*/ 496 h 49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12" h="496">
                <a:moveTo>
                  <a:pt x="0" y="56"/>
                </a:moveTo>
                <a:cubicBezTo>
                  <a:pt x="8" y="98"/>
                  <a:pt x="28" y="128"/>
                  <a:pt x="40" y="168"/>
                </a:cubicBezTo>
                <a:cubicBezTo>
                  <a:pt x="59" y="233"/>
                  <a:pt x="74" y="291"/>
                  <a:pt x="104" y="352"/>
                </a:cubicBezTo>
                <a:cubicBezTo>
                  <a:pt x="110" y="365"/>
                  <a:pt x="111" y="381"/>
                  <a:pt x="120" y="392"/>
                </a:cubicBezTo>
                <a:cubicBezTo>
                  <a:pt x="161" y="445"/>
                  <a:pt x="235" y="461"/>
                  <a:pt x="288" y="496"/>
                </a:cubicBezTo>
                <a:cubicBezTo>
                  <a:pt x="325" y="483"/>
                  <a:pt x="372" y="484"/>
                  <a:pt x="400" y="456"/>
                </a:cubicBezTo>
                <a:cubicBezTo>
                  <a:pt x="430" y="426"/>
                  <a:pt x="413" y="436"/>
                  <a:pt x="448" y="424"/>
                </a:cubicBezTo>
                <a:cubicBezTo>
                  <a:pt x="498" y="374"/>
                  <a:pt x="448" y="432"/>
                  <a:pt x="488" y="344"/>
                </a:cubicBezTo>
                <a:cubicBezTo>
                  <a:pt x="494" y="332"/>
                  <a:pt x="505" y="324"/>
                  <a:pt x="512" y="312"/>
                </a:cubicBezTo>
                <a:cubicBezTo>
                  <a:pt x="614" y="131"/>
                  <a:pt x="516" y="282"/>
                  <a:pt x="592" y="168"/>
                </a:cubicBezTo>
                <a:cubicBezTo>
                  <a:pt x="609" y="82"/>
                  <a:pt x="654" y="58"/>
                  <a:pt x="712" y="0"/>
                </a:cubicBezTo>
              </a:path>
            </a:pathLst>
          </a:custGeom>
          <a:pattFill prst="lgConfetti">
            <a:fgClr>
              <a:srgbClr val="996633"/>
            </a:fgClr>
            <a:bgClr>
              <a:srgbClr val="FFFFFF"/>
            </a:bgClr>
          </a:pattFill>
          <a:ln w="28575">
            <a:noFill/>
            <a:round/>
            <a:headEnd/>
            <a:tailEnd/>
          </a:ln>
        </p:spPr>
        <p:txBody>
          <a:bodyPr/>
          <a:lstStyle/>
          <a:p>
            <a:endParaRPr lang="en-US"/>
          </a:p>
        </p:txBody>
      </p:sp>
      <p:grpSp>
        <p:nvGrpSpPr>
          <p:cNvPr id="22919" name="Group 444"/>
          <p:cNvGrpSpPr>
            <a:grpSpLocks/>
          </p:cNvGrpSpPr>
          <p:nvPr/>
        </p:nvGrpSpPr>
        <p:grpSpPr bwMode="auto">
          <a:xfrm>
            <a:off x="5753100" y="3670300"/>
            <a:ext cx="4140200" cy="1524000"/>
            <a:chOff x="2672" y="3120"/>
            <a:chExt cx="2608" cy="960"/>
          </a:xfrm>
        </p:grpSpPr>
        <p:grpSp>
          <p:nvGrpSpPr>
            <p:cNvPr id="22920" name="Group 445"/>
            <p:cNvGrpSpPr>
              <a:grpSpLocks/>
            </p:cNvGrpSpPr>
            <p:nvPr/>
          </p:nvGrpSpPr>
          <p:grpSpPr bwMode="auto">
            <a:xfrm>
              <a:off x="3072" y="3120"/>
              <a:ext cx="2208" cy="960"/>
              <a:chOff x="3072" y="3120"/>
              <a:chExt cx="2208" cy="960"/>
            </a:xfrm>
          </p:grpSpPr>
          <p:grpSp>
            <p:nvGrpSpPr>
              <p:cNvPr id="22921" name="Group 446"/>
              <p:cNvGrpSpPr>
                <a:grpSpLocks/>
              </p:cNvGrpSpPr>
              <p:nvPr/>
            </p:nvGrpSpPr>
            <p:grpSpPr bwMode="auto">
              <a:xfrm>
                <a:off x="3336" y="3200"/>
                <a:ext cx="1648" cy="640"/>
                <a:chOff x="1360" y="2832"/>
                <a:chExt cx="1648" cy="640"/>
              </a:xfrm>
            </p:grpSpPr>
            <p:sp>
              <p:nvSpPr>
                <p:cNvPr id="22700" name="Rectangle 447" descr="Large confetti"/>
                <p:cNvSpPr>
                  <a:spLocks noChangeArrowheads="1"/>
                </p:cNvSpPr>
                <p:nvPr/>
              </p:nvSpPr>
              <p:spPr bwMode="auto">
                <a:xfrm>
                  <a:off x="2745" y="2848"/>
                  <a:ext cx="47" cy="64"/>
                </a:xfrm>
                <a:prstGeom prst="rect">
                  <a:avLst/>
                </a:prstGeom>
                <a:pattFill prst="lgConfetti">
                  <a:fgClr>
                    <a:srgbClr val="996633"/>
                  </a:fgClr>
                  <a:bgClr>
                    <a:schemeClr val="bg1"/>
                  </a:bgClr>
                </a:pattFill>
                <a:ln w="9525">
                  <a:noFill/>
                  <a:miter lim="800000"/>
                  <a:headEnd/>
                  <a:tailEnd/>
                </a:ln>
              </p:spPr>
              <p:txBody>
                <a:bodyPr wrap="none" anchor="ctr"/>
                <a:lstStyle/>
                <a:p>
                  <a:pPr algn="l"/>
                  <a:endParaRPr lang="en-US">
                    <a:solidFill>
                      <a:srgbClr val="996633"/>
                    </a:solidFill>
                  </a:endParaRPr>
                </a:p>
              </p:txBody>
            </p:sp>
            <p:grpSp>
              <p:nvGrpSpPr>
                <p:cNvPr id="22922" name="Group 448"/>
                <p:cNvGrpSpPr>
                  <a:grpSpLocks/>
                </p:cNvGrpSpPr>
                <p:nvPr/>
              </p:nvGrpSpPr>
              <p:grpSpPr bwMode="auto">
                <a:xfrm>
                  <a:off x="1360" y="2832"/>
                  <a:ext cx="1648" cy="640"/>
                  <a:chOff x="1360" y="2824"/>
                  <a:chExt cx="1648" cy="640"/>
                </a:xfrm>
              </p:grpSpPr>
              <p:sp>
                <p:nvSpPr>
                  <p:cNvPr id="22702" name="Rectangle 449" descr="Large confetti"/>
                  <p:cNvSpPr>
                    <a:spLocks noChangeArrowheads="1"/>
                  </p:cNvSpPr>
                  <p:nvPr/>
                </p:nvSpPr>
                <p:spPr bwMode="auto">
                  <a:xfrm>
                    <a:off x="2872" y="2824"/>
                    <a:ext cx="72" cy="96"/>
                  </a:xfrm>
                  <a:prstGeom prst="rect">
                    <a:avLst/>
                  </a:prstGeom>
                  <a:pattFill prst="lgConfetti">
                    <a:fgClr>
                      <a:srgbClr val="996633"/>
                    </a:fgClr>
                    <a:bgClr>
                      <a:schemeClr val="bg1"/>
                    </a:bgClr>
                  </a:pattFill>
                  <a:ln w="9525">
                    <a:noFill/>
                    <a:miter lim="800000"/>
                    <a:headEnd/>
                    <a:tailEnd/>
                  </a:ln>
                </p:spPr>
                <p:txBody>
                  <a:bodyPr wrap="none" anchor="ctr"/>
                  <a:lstStyle/>
                  <a:p>
                    <a:pPr algn="l"/>
                    <a:endParaRPr lang="en-US">
                      <a:solidFill>
                        <a:srgbClr val="996633"/>
                      </a:solidFill>
                    </a:endParaRPr>
                  </a:p>
                </p:txBody>
              </p:sp>
              <p:grpSp>
                <p:nvGrpSpPr>
                  <p:cNvPr id="22926" name="Group 450"/>
                  <p:cNvGrpSpPr>
                    <a:grpSpLocks/>
                  </p:cNvGrpSpPr>
                  <p:nvPr/>
                </p:nvGrpSpPr>
                <p:grpSpPr bwMode="auto">
                  <a:xfrm>
                    <a:off x="1360" y="2840"/>
                    <a:ext cx="1648" cy="624"/>
                    <a:chOff x="1360" y="2840"/>
                    <a:chExt cx="1648" cy="624"/>
                  </a:xfrm>
                </p:grpSpPr>
                <p:sp>
                  <p:nvSpPr>
                    <p:cNvPr id="22704" name="Freeform 451" descr="Large confetti"/>
                    <p:cNvSpPr>
                      <a:spLocks/>
                    </p:cNvSpPr>
                    <p:nvPr/>
                  </p:nvSpPr>
                  <p:spPr bwMode="auto">
                    <a:xfrm rot="10800000">
                      <a:off x="1760" y="2944"/>
                      <a:ext cx="240" cy="104"/>
                    </a:xfrm>
                    <a:custGeom>
                      <a:avLst/>
                      <a:gdLst>
                        <a:gd name="T0" fmla="*/ 0 w 712"/>
                        <a:gd name="T1" fmla="*/ 12 h 496"/>
                        <a:gd name="T2" fmla="*/ 13 w 712"/>
                        <a:gd name="T3" fmla="*/ 35 h 496"/>
                        <a:gd name="T4" fmla="*/ 35 w 712"/>
                        <a:gd name="T5" fmla="*/ 74 h 496"/>
                        <a:gd name="T6" fmla="*/ 40 w 712"/>
                        <a:gd name="T7" fmla="*/ 82 h 496"/>
                        <a:gd name="T8" fmla="*/ 97 w 712"/>
                        <a:gd name="T9" fmla="*/ 104 h 496"/>
                        <a:gd name="T10" fmla="*/ 135 w 712"/>
                        <a:gd name="T11" fmla="*/ 96 h 496"/>
                        <a:gd name="T12" fmla="*/ 151 w 712"/>
                        <a:gd name="T13" fmla="*/ 89 h 496"/>
                        <a:gd name="T14" fmla="*/ 164 w 712"/>
                        <a:gd name="T15" fmla="*/ 72 h 496"/>
                        <a:gd name="T16" fmla="*/ 173 w 712"/>
                        <a:gd name="T17" fmla="*/ 65 h 496"/>
                        <a:gd name="T18" fmla="*/ 200 w 712"/>
                        <a:gd name="T19" fmla="*/ 35 h 496"/>
                        <a:gd name="T20" fmla="*/ 240 w 712"/>
                        <a:gd name="T21" fmla="*/ 0 h 49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12"/>
                        <a:gd name="T34" fmla="*/ 0 h 496"/>
                        <a:gd name="T35" fmla="*/ 712 w 712"/>
                        <a:gd name="T36" fmla="*/ 496 h 49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12" h="496">
                          <a:moveTo>
                            <a:pt x="0" y="56"/>
                          </a:moveTo>
                          <a:cubicBezTo>
                            <a:pt x="8" y="98"/>
                            <a:pt x="28" y="128"/>
                            <a:pt x="40" y="168"/>
                          </a:cubicBezTo>
                          <a:cubicBezTo>
                            <a:pt x="59" y="233"/>
                            <a:pt x="74" y="291"/>
                            <a:pt x="104" y="352"/>
                          </a:cubicBezTo>
                          <a:cubicBezTo>
                            <a:pt x="110" y="365"/>
                            <a:pt x="111" y="381"/>
                            <a:pt x="120" y="392"/>
                          </a:cubicBezTo>
                          <a:cubicBezTo>
                            <a:pt x="161" y="445"/>
                            <a:pt x="235" y="461"/>
                            <a:pt x="288" y="496"/>
                          </a:cubicBezTo>
                          <a:cubicBezTo>
                            <a:pt x="325" y="483"/>
                            <a:pt x="372" y="484"/>
                            <a:pt x="400" y="456"/>
                          </a:cubicBezTo>
                          <a:cubicBezTo>
                            <a:pt x="430" y="426"/>
                            <a:pt x="413" y="436"/>
                            <a:pt x="448" y="424"/>
                          </a:cubicBezTo>
                          <a:cubicBezTo>
                            <a:pt x="498" y="374"/>
                            <a:pt x="448" y="432"/>
                            <a:pt x="488" y="344"/>
                          </a:cubicBezTo>
                          <a:cubicBezTo>
                            <a:pt x="494" y="332"/>
                            <a:pt x="505" y="324"/>
                            <a:pt x="512" y="312"/>
                          </a:cubicBezTo>
                          <a:cubicBezTo>
                            <a:pt x="614" y="131"/>
                            <a:pt x="516" y="282"/>
                            <a:pt x="592" y="168"/>
                          </a:cubicBezTo>
                          <a:cubicBezTo>
                            <a:pt x="609" y="82"/>
                            <a:pt x="654" y="58"/>
                            <a:pt x="712" y="0"/>
                          </a:cubicBezTo>
                        </a:path>
                      </a:pathLst>
                    </a:custGeom>
                    <a:pattFill prst="lgConfetti">
                      <a:fgClr>
                        <a:srgbClr val="996633"/>
                      </a:fgClr>
                      <a:bgClr>
                        <a:srgbClr val="FFFFFF"/>
                      </a:bgClr>
                    </a:pattFill>
                    <a:ln w="9525">
                      <a:noFill/>
                      <a:round/>
                      <a:headEnd/>
                      <a:tailEnd/>
                    </a:ln>
                  </p:spPr>
                  <p:txBody>
                    <a:bodyPr/>
                    <a:lstStyle/>
                    <a:p>
                      <a:endParaRPr lang="en-US"/>
                    </a:p>
                  </p:txBody>
                </p:sp>
                <p:grpSp>
                  <p:nvGrpSpPr>
                    <p:cNvPr id="22928" name="Group 452"/>
                    <p:cNvGrpSpPr>
                      <a:grpSpLocks/>
                    </p:cNvGrpSpPr>
                    <p:nvPr/>
                  </p:nvGrpSpPr>
                  <p:grpSpPr bwMode="auto">
                    <a:xfrm>
                      <a:off x="1360" y="2840"/>
                      <a:ext cx="1648" cy="624"/>
                      <a:chOff x="1360" y="2840"/>
                      <a:chExt cx="1648" cy="624"/>
                    </a:xfrm>
                  </p:grpSpPr>
                  <p:sp>
                    <p:nvSpPr>
                      <p:cNvPr id="22706" name="Rectangle 453" descr="Large confetti"/>
                      <p:cNvSpPr>
                        <a:spLocks noChangeArrowheads="1"/>
                      </p:cNvSpPr>
                      <p:nvPr/>
                    </p:nvSpPr>
                    <p:spPr bwMode="auto">
                      <a:xfrm>
                        <a:off x="2904" y="2872"/>
                        <a:ext cx="72" cy="96"/>
                      </a:xfrm>
                      <a:prstGeom prst="rect">
                        <a:avLst/>
                      </a:prstGeom>
                      <a:pattFill prst="lgConfetti">
                        <a:fgClr>
                          <a:srgbClr val="996633"/>
                        </a:fgClr>
                        <a:bgClr>
                          <a:schemeClr val="bg1"/>
                        </a:bgClr>
                      </a:pattFill>
                      <a:ln w="9525">
                        <a:noFill/>
                        <a:miter lim="800000"/>
                        <a:headEnd/>
                        <a:tailEnd/>
                      </a:ln>
                    </p:spPr>
                    <p:txBody>
                      <a:bodyPr wrap="none" anchor="ctr"/>
                      <a:lstStyle/>
                      <a:p>
                        <a:pPr algn="l"/>
                        <a:endParaRPr lang="en-US">
                          <a:solidFill>
                            <a:srgbClr val="996633"/>
                          </a:solidFill>
                        </a:endParaRPr>
                      </a:p>
                    </p:txBody>
                  </p:sp>
                  <p:grpSp>
                    <p:nvGrpSpPr>
                      <p:cNvPr id="22929" name="Group 454"/>
                      <p:cNvGrpSpPr>
                        <a:grpSpLocks/>
                      </p:cNvGrpSpPr>
                      <p:nvPr/>
                    </p:nvGrpSpPr>
                    <p:grpSpPr bwMode="auto">
                      <a:xfrm>
                        <a:off x="1360" y="2840"/>
                        <a:ext cx="1648" cy="624"/>
                        <a:chOff x="1360" y="2840"/>
                        <a:chExt cx="1648" cy="624"/>
                      </a:xfrm>
                    </p:grpSpPr>
                    <p:sp>
                      <p:nvSpPr>
                        <p:cNvPr id="22708" name="Rectangle 455" descr="Large confetti"/>
                        <p:cNvSpPr>
                          <a:spLocks noChangeArrowheads="1"/>
                        </p:cNvSpPr>
                        <p:nvPr/>
                      </p:nvSpPr>
                      <p:spPr bwMode="auto">
                        <a:xfrm>
                          <a:off x="2296" y="3032"/>
                          <a:ext cx="496" cy="144"/>
                        </a:xfrm>
                        <a:prstGeom prst="rect">
                          <a:avLst/>
                        </a:prstGeom>
                        <a:pattFill prst="lgConfetti">
                          <a:fgClr>
                            <a:srgbClr val="996633"/>
                          </a:fgClr>
                          <a:bgClr>
                            <a:schemeClr val="bg1"/>
                          </a:bgClr>
                        </a:pattFill>
                        <a:ln w="9525">
                          <a:noFill/>
                          <a:miter lim="800000"/>
                          <a:headEnd/>
                          <a:tailEnd/>
                        </a:ln>
                      </p:spPr>
                      <p:txBody>
                        <a:bodyPr wrap="none" anchor="ctr"/>
                        <a:lstStyle/>
                        <a:p>
                          <a:pPr algn="l"/>
                          <a:endParaRPr lang="en-US">
                            <a:solidFill>
                              <a:srgbClr val="996633"/>
                            </a:solidFill>
                          </a:endParaRPr>
                        </a:p>
                      </p:txBody>
                    </p:sp>
                    <p:grpSp>
                      <p:nvGrpSpPr>
                        <p:cNvPr id="22930" name="Group 456"/>
                        <p:cNvGrpSpPr>
                          <a:grpSpLocks/>
                        </p:cNvGrpSpPr>
                        <p:nvPr/>
                      </p:nvGrpSpPr>
                      <p:grpSpPr bwMode="auto">
                        <a:xfrm>
                          <a:off x="1360" y="2840"/>
                          <a:ext cx="1648" cy="624"/>
                          <a:chOff x="1360" y="2840"/>
                          <a:chExt cx="1648" cy="624"/>
                        </a:xfrm>
                      </p:grpSpPr>
                      <p:sp>
                        <p:nvSpPr>
                          <p:cNvPr id="22710" name="Rectangle 457" descr="Large confetti"/>
                          <p:cNvSpPr>
                            <a:spLocks noChangeArrowheads="1"/>
                          </p:cNvSpPr>
                          <p:nvPr/>
                        </p:nvSpPr>
                        <p:spPr bwMode="auto">
                          <a:xfrm>
                            <a:off x="1584" y="3032"/>
                            <a:ext cx="496" cy="144"/>
                          </a:xfrm>
                          <a:prstGeom prst="rect">
                            <a:avLst/>
                          </a:prstGeom>
                          <a:pattFill prst="lgConfetti">
                            <a:fgClr>
                              <a:srgbClr val="996633"/>
                            </a:fgClr>
                            <a:bgClr>
                              <a:schemeClr val="bg1"/>
                            </a:bgClr>
                          </a:pattFill>
                          <a:ln w="9525">
                            <a:noFill/>
                            <a:miter lim="800000"/>
                            <a:headEnd/>
                            <a:tailEnd/>
                          </a:ln>
                        </p:spPr>
                        <p:txBody>
                          <a:bodyPr wrap="none" anchor="ctr"/>
                          <a:lstStyle/>
                          <a:p>
                            <a:pPr algn="l"/>
                            <a:endParaRPr lang="en-US">
                              <a:solidFill>
                                <a:srgbClr val="996633"/>
                              </a:solidFill>
                            </a:endParaRPr>
                          </a:p>
                        </p:txBody>
                      </p:sp>
                      <p:sp>
                        <p:nvSpPr>
                          <p:cNvPr id="22711" name="Rectangle 458" descr="Large confetti"/>
                          <p:cNvSpPr>
                            <a:spLocks noChangeArrowheads="1"/>
                          </p:cNvSpPr>
                          <p:nvPr/>
                        </p:nvSpPr>
                        <p:spPr bwMode="auto">
                          <a:xfrm>
                            <a:off x="2752" y="2984"/>
                            <a:ext cx="256" cy="192"/>
                          </a:xfrm>
                          <a:prstGeom prst="rect">
                            <a:avLst/>
                          </a:prstGeom>
                          <a:pattFill prst="lgConfetti">
                            <a:fgClr>
                              <a:srgbClr val="996633"/>
                            </a:fgClr>
                            <a:bgClr>
                              <a:schemeClr val="bg1"/>
                            </a:bgClr>
                          </a:pattFill>
                          <a:ln w="9525">
                            <a:noFill/>
                            <a:miter lim="800000"/>
                            <a:headEnd/>
                            <a:tailEnd/>
                          </a:ln>
                        </p:spPr>
                        <p:txBody>
                          <a:bodyPr wrap="none" anchor="ctr"/>
                          <a:lstStyle/>
                          <a:p>
                            <a:pPr algn="l"/>
                            <a:endParaRPr lang="en-US">
                              <a:solidFill>
                                <a:srgbClr val="996633"/>
                              </a:solidFill>
                            </a:endParaRPr>
                          </a:p>
                        </p:txBody>
                      </p:sp>
                      <p:sp>
                        <p:nvSpPr>
                          <p:cNvPr id="22712" name="Rectangle 459" descr="Large confetti"/>
                          <p:cNvSpPr>
                            <a:spLocks noChangeArrowheads="1"/>
                          </p:cNvSpPr>
                          <p:nvPr/>
                        </p:nvSpPr>
                        <p:spPr bwMode="auto">
                          <a:xfrm>
                            <a:off x="1392" y="3176"/>
                            <a:ext cx="912" cy="288"/>
                          </a:xfrm>
                          <a:prstGeom prst="rect">
                            <a:avLst/>
                          </a:prstGeom>
                          <a:pattFill prst="lgConfetti">
                            <a:fgClr>
                              <a:srgbClr val="996633"/>
                            </a:fgClr>
                            <a:bgClr>
                              <a:schemeClr val="bg1"/>
                            </a:bgClr>
                          </a:pattFill>
                          <a:ln w="9525">
                            <a:noFill/>
                            <a:miter lim="800000"/>
                            <a:headEnd/>
                            <a:tailEnd/>
                          </a:ln>
                        </p:spPr>
                        <p:txBody>
                          <a:bodyPr wrap="none" anchor="ctr"/>
                          <a:lstStyle/>
                          <a:p>
                            <a:pPr algn="l"/>
                            <a:endParaRPr lang="en-US">
                              <a:solidFill>
                                <a:srgbClr val="996633"/>
                              </a:solidFill>
                            </a:endParaRPr>
                          </a:p>
                        </p:txBody>
                      </p:sp>
                      <p:sp>
                        <p:nvSpPr>
                          <p:cNvPr id="22713" name="Rectangle 460" descr="Large confetti"/>
                          <p:cNvSpPr>
                            <a:spLocks noChangeArrowheads="1"/>
                          </p:cNvSpPr>
                          <p:nvPr/>
                        </p:nvSpPr>
                        <p:spPr bwMode="auto">
                          <a:xfrm>
                            <a:off x="2080" y="3176"/>
                            <a:ext cx="912" cy="288"/>
                          </a:xfrm>
                          <a:prstGeom prst="rect">
                            <a:avLst/>
                          </a:prstGeom>
                          <a:pattFill prst="lgConfetti">
                            <a:fgClr>
                              <a:srgbClr val="996633"/>
                            </a:fgClr>
                            <a:bgClr>
                              <a:schemeClr val="bg1"/>
                            </a:bgClr>
                          </a:pattFill>
                          <a:ln w="9525">
                            <a:noFill/>
                            <a:miter lim="800000"/>
                            <a:headEnd/>
                            <a:tailEnd/>
                          </a:ln>
                        </p:spPr>
                        <p:txBody>
                          <a:bodyPr wrap="none" anchor="ctr"/>
                          <a:lstStyle/>
                          <a:p>
                            <a:pPr algn="l"/>
                            <a:endParaRPr lang="en-US">
                              <a:solidFill>
                                <a:srgbClr val="996633"/>
                              </a:solidFill>
                            </a:endParaRPr>
                          </a:p>
                        </p:txBody>
                      </p:sp>
                      <p:sp>
                        <p:nvSpPr>
                          <p:cNvPr id="22714" name="Rectangle 461" descr="Large confetti"/>
                          <p:cNvSpPr>
                            <a:spLocks noChangeArrowheads="1"/>
                          </p:cNvSpPr>
                          <p:nvPr/>
                        </p:nvSpPr>
                        <p:spPr bwMode="auto">
                          <a:xfrm>
                            <a:off x="1360" y="2840"/>
                            <a:ext cx="304" cy="336"/>
                          </a:xfrm>
                          <a:prstGeom prst="rect">
                            <a:avLst/>
                          </a:prstGeom>
                          <a:pattFill prst="lgConfetti">
                            <a:fgClr>
                              <a:srgbClr val="996633"/>
                            </a:fgClr>
                            <a:bgClr>
                              <a:schemeClr val="bg1"/>
                            </a:bgClr>
                          </a:pattFill>
                          <a:ln w="9525">
                            <a:noFill/>
                            <a:miter lim="800000"/>
                            <a:headEnd/>
                            <a:tailEnd/>
                          </a:ln>
                        </p:spPr>
                        <p:txBody>
                          <a:bodyPr wrap="none" anchor="ctr"/>
                          <a:lstStyle/>
                          <a:p>
                            <a:pPr algn="l"/>
                            <a:endParaRPr lang="en-US">
                              <a:solidFill>
                                <a:srgbClr val="996633"/>
                              </a:solidFill>
                            </a:endParaRPr>
                          </a:p>
                        </p:txBody>
                      </p:sp>
                      <p:sp>
                        <p:nvSpPr>
                          <p:cNvPr id="22715" name="Rectangle 462" descr="Large confetti"/>
                          <p:cNvSpPr>
                            <a:spLocks noChangeArrowheads="1"/>
                          </p:cNvSpPr>
                          <p:nvPr/>
                        </p:nvSpPr>
                        <p:spPr bwMode="auto">
                          <a:xfrm>
                            <a:off x="2728" y="2904"/>
                            <a:ext cx="256" cy="80"/>
                          </a:xfrm>
                          <a:prstGeom prst="rect">
                            <a:avLst/>
                          </a:prstGeom>
                          <a:pattFill prst="lgConfetti">
                            <a:fgClr>
                              <a:srgbClr val="996633"/>
                            </a:fgClr>
                            <a:bgClr>
                              <a:schemeClr val="bg1"/>
                            </a:bgClr>
                          </a:pattFill>
                          <a:ln w="9525">
                            <a:noFill/>
                            <a:miter lim="800000"/>
                            <a:headEnd/>
                            <a:tailEnd/>
                          </a:ln>
                        </p:spPr>
                        <p:txBody>
                          <a:bodyPr wrap="none" anchor="ctr"/>
                          <a:lstStyle/>
                          <a:p>
                            <a:pPr algn="l"/>
                            <a:endParaRPr lang="en-US">
                              <a:solidFill>
                                <a:srgbClr val="996633"/>
                              </a:solidFill>
                            </a:endParaRPr>
                          </a:p>
                        </p:txBody>
                      </p:sp>
                      <p:sp>
                        <p:nvSpPr>
                          <p:cNvPr id="22716" name="Freeform 463" descr="Large confetti"/>
                          <p:cNvSpPr>
                            <a:spLocks/>
                          </p:cNvSpPr>
                          <p:nvPr/>
                        </p:nvSpPr>
                        <p:spPr bwMode="auto">
                          <a:xfrm rot="10800000">
                            <a:off x="2392" y="2936"/>
                            <a:ext cx="240" cy="104"/>
                          </a:xfrm>
                          <a:custGeom>
                            <a:avLst/>
                            <a:gdLst>
                              <a:gd name="T0" fmla="*/ 0 w 712"/>
                              <a:gd name="T1" fmla="*/ 12 h 496"/>
                              <a:gd name="T2" fmla="*/ 13 w 712"/>
                              <a:gd name="T3" fmla="*/ 35 h 496"/>
                              <a:gd name="T4" fmla="*/ 35 w 712"/>
                              <a:gd name="T5" fmla="*/ 74 h 496"/>
                              <a:gd name="T6" fmla="*/ 40 w 712"/>
                              <a:gd name="T7" fmla="*/ 82 h 496"/>
                              <a:gd name="T8" fmla="*/ 97 w 712"/>
                              <a:gd name="T9" fmla="*/ 104 h 496"/>
                              <a:gd name="T10" fmla="*/ 135 w 712"/>
                              <a:gd name="T11" fmla="*/ 96 h 496"/>
                              <a:gd name="T12" fmla="*/ 151 w 712"/>
                              <a:gd name="T13" fmla="*/ 89 h 496"/>
                              <a:gd name="T14" fmla="*/ 164 w 712"/>
                              <a:gd name="T15" fmla="*/ 72 h 496"/>
                              <a:gd name="T16" fmla="*/ 173 w 712"/>
                              <a:gd name="T17" fmla="*/ 65 h 496"/>
                              <a:gd name="T18" fmla="*/ 200 w 712"/>
                              <a:gd name="T19" fmla="*/ 35 h 496"/>
                              <a:gd name="T20" fmla="*/ 240 w 712"/>
                              <a:gd name="T21" fmla="*/ 0 h 49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12"/>
                              <a:gd name="T34" fmla="*/ 0 h 496"/>
                              <a:gd name="T35" fmla="*/ 712 w 712"/>
                              <a:gd name="T36" fmla="*/ 496 h 49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12" h="496">
                                <a:moveTo>
                                  <a:pt x="0" y="56"/>
                                </a:moveTo>
                                <a:cubicBezTo>
                                  <a:pt x="8" y="98"/>
                                  <a:pt x="28" y="128"/>
                                  <a:pt x="40" y="168"/>
                                </a:cubicBezTo>
                                <a:cubicBezTo>
                                  <a:pt x="59" y="233"/>
                                  <a:pt x="74" y="291"/>
                                  <a:pt x="104" y="352"/>
                                </a:cubicBezTo>
                                <a:cubicBezTo>
                                  <a:pt x="110" y="365"/>
                                  <a:pt x="111" y="381"/>
                                  <a:pt x="120" y="392"/>
                                </a:cubicBezTo>
                                <a:cubicBezTo>
                                  <a:pt x="161" y="445"/>
                                  <a:pt x="235" y="461"/>
                                  <a:pt x="288" y="496"/>
                                </a:cubicBezTo>
                                <a:cubicBezTo>
                                  <a:pt x="325" y="483"/>
                                  <a:pt x="372" y="484"/>
                                  <a:pt x="400" y="456"/>
                                </a:cubicBezTo>
                                <a:cubicBezTo>
                                  <a:pt x="430" y="426"/>
                                  <a:pt x="413" y="436"/>
                                  <a:pt x="448" y="424"/>
                                </a:cubicBezTo>
                                <a:cubicBezTo>
                                  <a:pt x="498" y="374"/>
                                  <a:pt x="448" y="432"/>
                                  <a:pt x="488" y="344"/>
                                </a:cubicBezTo>
                                <a:cubicBezTo>
                                  <a:pt x="494" y="332"/>
                                  <a:pt x="505" y="324"/>
                                  <a:pt x="512" y="312"/>
                                </a:cubicBezTo>
                                <a:cubicBezTo>
                                  <a:pt x="614" y="131"/>
                                  <a:pt x="516" y="282"/>
                                  <a:pt x="592" y="168"/>
                                </a:cubicBezTo>
                                <a:cubicBezTo>
                                  <a:pt x="609" y="82"/>
                                  <a:pt x="654" y="58"/>
                                  <a:pt x="712" y="0"/>
                                </a:cubicBezTo>
                              </a:path>
                            </a:pathLst>
                          </a:custGeom>
                          <a:pattFill prst="lgConfetti">
                            <a:fgClr>
                              <a:srgbClr val="996633"/>
                            </a:fgClr>
                            <a:bgClr>
                              <a:srgbClr val="FFFFFF"/>
                            </a:bgClr>
                          </a:pattFill>
                          <a:ln w="3175">
                            <a:noFill/>
                            <a:round/>
                            <a:headEnd/>
                            <a:tailEnd/>
                          </a:ln>
                        </p:spPr>
                        <p:txBody>
                          <a:bodyPr/>
                          <a:lstStyle/>
                          <a:p>
                            <a:endParaRPr lang="en-US"/>
                          </a:p>
                        </p:txBody>
                      </p:sp>
                    </p:grpSp>
                  </p:grpSp>
                </p:grpSp>
              </p:grpSp>
            </p:grpSp>
          </p:grpSp>
          <p:grpSp>
            <p:nvGrpSpPr>
              <p:cNvPr id="22938" name="Group 464"/>
              <p:cNvGrpSpPr>
                <a:grpSpLocks/>
              </p:cNvGrpSpPr>
              <p:nvPr/>
            </p:nvGrpSpPr>
            <p:grpSpPr bwMode="auto">
              <a:xfrm>
                <a:off x="3648" y="3216"/>
                <a:ext cx="1056" cy="336"/>
                <a:chOff x="4237" y="2832"/>
                <a:chExt cx="1056" cy="336"/>
              </a:xfrm>
            </p:grpSpPr>
            <p:sp>
              <p:nvSpPr>
                <p:cNvPr id="22689" name="Line 465" descr="Large confetti"/>
                <p:cNvSpPr>
                  <a:spLocks noChangeShapeType="1"/>
                </p:cNvSpPr>
                <p:nvPr/>
              </p:nvSpPr>
              <p:spPr bwMode="auto">
                <a:xfrm>
                  <a:off x="4566" y="3024"/>
                  <a:ext cx="96" cy="0"/>
                </a:xfrm>
                <a:prstGeom prst="line">
                  <a:avLst/>
                </a:prstGeom>
                <a:noFill/>
                <a:ln w="28575">
                  <a:solidFill>
                    <a:schemeClr val="tx1"/>
                  </a:solidFill>
                  <a:round/>
                  <a:headEnd/>
                  <a:tailEnd/>
                </a:ln>
              </p:spPr>
              <p:txBody>
                <a:bodyPr/>
                <a:lstStyle/>
                <a:p>
                  <a:endParaRPr lang="en-US"/>
                </a:p>
              </p:txBody>
            </p:sp>
            <p:sp>
              <p:nvSpPr>
                <p:cNvPr id="22690" name="Line 466" descr="Large confetti"/>
                <p:cNvSpPr>
                  <a:spLocks noChangeShapeType="1"/>
                </p:cNvSpPr>
                <p:nvPr/>
              </p:nvSpPr>
              <p:spPr bwMode="auto">
                <a:xfrm rot="10800000" flipV="1">
                  <a:off x="4656" y="3024"/>
                  <a:ext cx="0" cy="144"/>
                </a:xfrm>
                <a:prstGeom prst="line">
                  <a:avLst/>
                </a:prstGeom>
                <a:noFill/>
                <a:ln w="28575">
                  <a:solidFill>
                    <a:schemeClr val="tx1"/>
                  </a:solidFill>
                  <a:round/>
                  <a:headEnd/>
                  <a:tailEnd/>
                </a:ln>
              </p:spPr>
              <p:txBody>
                <a:bodyPr/>
                <a:lstStyle/>
                <a:p>
                  <a:endParaRPr lang="en-US"/>
                </a:p>
              </p:txBody>
            </p:sp>
            <p:sp>
              <p:nvSpPr>
                <p:cNvPr id="22691" name="Line 467" descr="Large confetti"/>
                <p:cNvSpPr>
                  <a:spLocks noChangeShapeType="1"/>
                </p:cNvSpPr>
                <p:nvPr/>
              </p:nvSpPr>
              <p:spPr bwMode="auto">
                <a:xfrm>
                  <a:off x="5192" y="3024"/>
                  <a:ext cx="96" cy="0"/>
                </a:xfrm>
                <a:prstGeom prst="line">
                  <a:avLst/>
                </a:prstGeom>
                <a:noFill/>
                <a:ln w="28575">
                  <a:solidFill>
                    <a:schemeClr val="tx1"/>
                  </a:solidFill>
                  <a:round/>
                  <a:headEnd/>
                  <a:tailEnd/>
                </a:ln>
              </p:spPr>
              <p:txBody>
                <a:bodyPr/>
                <a:lstStyle/>
                <a:p>
                  <a:endParaRPr lang="en-US"/>
                </a:p>
              </p:txBody>
            </p:sp>
            <p:sp>
              <p:nvSpPr>
                <p:cNvPr id="22692" name="Line 468" descr="Large confetti"/>
                <p:cNvSpPr>
                  <a:spLocks noChangeShapeType="1"/>
                </p:cNvSpPr>
                <p:nvPr/>
              </p:nvSpPr>
              <p:spPr bwMode="auto">
                <a:xfrm rot="10800000" flipV="1">
                  <a:off x="4848" y="3024"/>
                  <a:ext cx="0" cy="144"/>
                </a:xfrm>
                <a:prstGeom prst="line">
                  <a:avLst/>
                </a:prstGeom>
                <a:noFill/>
                <a:ln w="28575">
                  <a:solidFill>
                    <a:schemeClr val="tx1"/>
                  </a:solidFill>
                  <a:round/>
                  <a:headEnd/>
                  <a:tailEnd/>
                </a:ln>
              </p:spPr>
              <p:txBody>
                <a:bodyPr/>
                <a:lstStyle/>
                <a:p>
                  <a:endParaRPr lang="en-US"/>
                </a:p>
              </p:txBody>
            </p:sp>
            <p:sp>
              <p:nvSpPr>
                <p:cNvPr id="22693" name="Line 469" descr="Large confetti"/>
                <p:cNvSpPr>
                  <a:spLocks noChangeShapeType="1"/>
                </p:cNvSpPr>
                <p:nvPr/>
              </p:nvSpPr>
              <p:spPr bwMode="auto">
                <a:xfrm rot="10800000" flipH="1">
                  <a:off x="4237" y="3024"/>
                  <a:ext cx="121" cy="0"/>
                </a:xfrm>
                <a:prstGeom prst="line">
                  <a:avLst/>
                </a:prstGeom>
                <a:noFill/>
                <a:ln w="28575">
                  <a:solidFill>
                    <a:schemeClr val="tx1"/>
                  </a:solidFill>
                  <a:round/>
                  <a:headEnd/>
                  <a:tailEnd/>
                </a:ln>
              </p:spPr>
              <p:txBody>
                <a:bodyPr/>
                <a:lstStyle/>
                <a:p>
                  <a:endParaRPr lang="en-US"/>
                </a:p>
              </p:txBody>
            </p:sp>
            <p:sp>
              <p:nvSpPr>
                <p:cNvPr id="22694" name="Line 470" descr="Large confetti"/>
                <p:cNvSpPr>
                  <a:spLocks noChangeShapeType="1"/>
                </p:cNvSpPr>
                <p:nvPr/>
              </p:nvSpPr>
              <p:spPr bwMode="auto">
                <a:xfrm rot="10800000" flipV="1">
                  <a:off x="5293" y="2832"/>
                  <a:ext cx="0" cy="192"/>
                </a:xfrm>
                <a:prstGeom prst="line">
                  <a:avLst/>
                </a:prstGeom>
                <a:noFill/>
                <a:ln w="28575">
                  <a:solidFill>
                    <a:schemeClr val="tx1"/>
                  </a:solidFill>
                  <a:round/>
                  <a:headEnd/>
                  <a:tailEnd/>
                </a:ln>
              </p:spPr>
              <p:txBody>
                <a:bodyPr/>
                <a:lstStyle/>
                <a:p>
                  <a:endParaRPr lang="en-US"/>
                </a:p>
              </p:txBody>
            </p:sp>
            <p:sp>
              <p:nvSpPr>
                <p:cNvPr id="22695" name="Line 471" descr="Large confetti"/>
                <p:cNvSpPr>
                  <a:spLocks noChangeShapeType="1"/>
                </p:cNvSpPr>
                <p:nvPr/>
              </p:nvSpPr>
              <p:spPr bwMode="auto">
                <a:xfrm rot="10800000">
                  <a:off x="4237" y="2832"/>
                  <a:ext cx="0" cy="192"/>
                </a:xfrm>
                <a:prstGeom prst="line">
                  <a:avLst/>
                </a:prstGeom>
                <a:noFill/>
                <a:ln w="28575">
                  <a:solidFill>
                    <a:schemeClr val="tx1"/>
                  </a:solidFill>
                  <a:round/>
                  <a:headEnd/>
                  <a:tailEnd/>
                </a:ln>
              </p:spPr>
              <p:txBody>
                <a:bodyPr/>
                <a:lstStyle/>
                <a:p>
                  <a:endParaRPr lang="en-US"/>
                </a:p>
              </p:txBody>
            </p:sp>
            <p:sp>
              <p:nvSpPr>
                <p:cNvPr id="22696" name="Freeform 472" descr="Large confetti"/>
                <p:cNvSpPr>
                  <a:spLocks/>
                </p:cNvSpPr>
                <p:nvPr/>
              </p:nvSpPr>
              <p:spPr bwMode="auto">
                <a:xfrm rot="10800000">
                  <a:off x="4966" y="2920"/>
                  <a:ext cx="240" cy="104"/>
                </a:xfrm>
                <a:custGeom>
                  <a:avLst/>
                  <a:gdLst>
                    <a:gd name="T0" fmla="*/ 0 w 712"/>
                    <a:gd name="T1" fmla="*/ 12 h 496"/>
                    <a:gd name="T2" fmla="*/ 13 w 712"/>
                    <a:gd name="T3" fmla="*/ 35 h 496"/>
                    <a:gd name="T4" fmla="*/ 35 w 712"/>
                    <a:gd name="T5" fmla="*/ 74 h 496"/>
                    <a:gd name="T6" fmla="*/ 40 w 712"/>
                    <a:gd name="T7" fmla="*/ 82 h 496"/>
                    <a:gd name="T8" fmla="*/ 97 w 712"/>
                    <a:gd name="T9" fmla="*/ 104 h 496"/>
                    <a:gd name="T10" fmla="*/ 135 w 712"/>
                    <a:gd name="T11" fmla="*/ 96 h 496"/>
                    <a:gd name="T12" fmla="*/ 151 w 712"/>
                    <a:gd name="T13" fmla="*/ 89 h 496"/>
                    <a:gd name="T14" fmla="*/ 164 w 712"/>
                    <a:gd name="T15" fmla="*/ 72 h 496"/>
                    <a:gd name="T16" fmla="*/ 173 w 712"/>
                    <a:gd name="T17" fmla="*/ 65 h 496"/>
                    <a:gd name="T18" fmla="*/ 200 w 712"/>
                    <a:gd name="T19" fmla="*/ 35 h 496"/>
                    <a:gd name="T20" fmla="*/ 240 w 712"/>
                    <a:gd name="T21" fmla="*/ 0 h 49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12"/>
                    <a:gd name="T34" fmla="*/ 0 h 496"/>
                    <a:gd name="T35" fmla="*/ 712 w 712"/>
                    <a:gd name="T36" fmla="*/ 496 h 49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12" h="496">
                      <a:moveTo>
                        <a:pt x="0" y="56"/>
                      </a:moveTo>
                      <a:cubicBezTo>
                        <a:pt x="8" y="98"/>
                        <a:pt x="28" y="128"/>
                        <a:pt x="40" y="168"/>
                      </a:cubicBezTo>
                      <a:cubicBezTo>
                        <a:pt x="59" y="233"/>
                        <a:pt x="74" y="291"/>
                        <a:pt x="104" y="352"/>
                      </a:cubicBezTo>
                      <a:cubicBezTo>
                        <a:pt x="110" y="365"/>
                        <a:pt x="111" y="381"/>
                        <a:pt x="120" y="392"/>
                      </a:cubicBezTo>
                      <a:cubicBezTo>
                        <a:pt x="161" y="445"/>
                        <a:pt x="235" y="461"/>
                        <a:pt x="288" y="496"/>
                      </a:cubicBezTo>
                      <a:cubicBezTo>
                        <a:pt x="325" y="483"/>
                        <a:pt x="372" y="484"/>
                        <a:pt x="400" y="456"/>
                      </a:cubicBezTo>
                      <a:cubicBezTo>
                        <a:pt x="430" y="426"/>
                        <a:pt x="413" y="436"/>
                        <a:pt x="448" y="424"/>
                      </a:cubicBezTo>
                      <a:cubicBezTo>
                        <a:pt x="498" y="374"/>
                        <a:pt x="448" y="432"/>
                        <a:pt x="488" y="344"/>
                      </a:cubicBezTo>
                      <a:cubicBezTo>
                        <a:pt x="494" y="332"/>
                        <a:pt x="505" y="324"/>
                        <a:pt x="512" y="312"/>
                      </a:cubicBezTo>
                      <a:cubicBezTo>
                        <a:pt x="614" y="131"/>
                        <a:pt x="516" y="282"/>
                        <a:pt x="592" y="168"/>
                      </a:cubicBezTo>
                      <a:cubicBezTo>
                        <a:pt x="609" y="82"/>
                        <a:pt x="654" y="58"/>
                        <a:pt x="712" y="0"/>
                      </a:cubicBezTo>
                    </a:path>
                  </a:pathLst>
                </a:custGeom>
                <a:pattFill prst="lgConfetti">
                  <a:fgClr>
                    <a:srgbClr val="996633"/>
                  </a:fgClr>
                  <a:bgClr>
                    <a:schemeClr val="bg1"/>
                  </a:bgClr>
                </a:pattFill>
                <a:ln w="28575">
                  <a:solidFill>
                    <a:schemeClr val="tx1"/>
                  </a:solidFill>
                  <a:round/>
                  <a:headEnd/>
                  <a:tailEnd/>
                </a:ln>
              </p:spPr>
              <p:txBody>
                <a:bodyPr/>
                <a:lstStyle/>
                <a:p>
                  <a:endParaRPr lang="en-US"/>
                </a:p>
              </p:txBody>
            </p:sp>
            <p:sp>
              <p:nvSpPr>
                <p:cNvPr id="22697" name="Freeform 473" descr="Large confetti"/>
                <p:cNvSpPr>
                  <a:spLocks/>
                </p:cNvSpPr>
                <p:nvPr/>
              </p:nvSpPr>
              <p:spPr bwMode="auto">
                <a:xfrm rot="10800000">
                  <a:off x="4334" y="2928"/>
                  <a:ext cx="240" cy="104"/>
                </a:xfrm>
                <a:custGeom>
                  <a:avLst/>
                  <a:gdLst>
                    <a:gd name="T0" fmla="*/ 0 w 712"/>
                    <a:gd name="T1" fmla="*/ 12 h 496"/>
                    <a:gd name="T2" fmla="*/ 13 w 712"/>
                    <a:gd name="T3" fmla="*/ 35 h 496"/>
                    <a:gd name="T4" fmla="*/ 35 w 712"/>
                    <a:gd name="T5" fmla="*/ 74 h 496"/>
                    <a:gd name="T6" fmla="*/ 40 w 712"/>
                    <a:gd name="T7" fmla="*/ 82 h 496"/>
                    <a:gd name="T8" fmla="*/ 97 w 712"/>
                    <a:gd name="T9" fmla="*/ 104 h 496"/>
                    <a:gd name="T10" fmla="*/ 135 w 712"/>
                    <a:gd name="T11" fmla="*/ 96 h 496"/>
                    <a:gd name="T12" fmla="*/ 151 w 712"/>
                    <a:gd name="T13" fmla="*/ 89 h 496"/>
                    <a:gd name="T14" fmla="*/ 164 w 712"/>
                    <a:gd name="T15" fmla="*/ 72 h 496"/>
                    <a:gd name="T16" fmla="*/ 173 w 712"/>
                    <a:gd name="T17" fmla="*/ 65 h 496"/>
                    <a:gd name="T18" fmla="*/ 200 w 712"/>
                    <a:gd name="T19" fmla="*/ 35 h 496"/>
                    <a:gd name="T20" fmla="*/ 240 w 712"/>
                    <a:gd name="T21" fmla="*/ 0 h 49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12"/>
                    <a:gd name="T34" fmla="*/ 0 h 496"/>
                    <a:gd name="T35" fmla="*/ 712 w 712"/>
                    <a:gd name="T36" fmla="*/ 496 h 49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12" h="496">
                      <a:moveTo>
                        <a:pt x="0" y="56"/>
                      </a:moveTo>
                      <a:cubicBezTo>
                        <a:pt x="8" y="98"/>
                        <a:pt x="28" y="128"/>
                        <a:pt x="40" y="168"/>
                      </a:cubicBezTo>
                      <a:cubicBezTo>
                        <a:pt x="59" y="233"/>
                        <a:pt x="74" y="291"/>
                        <a:pt x="104" y="352"/>
                      </a:cubicBezTo>
                      <a:cubicBezTo>
                        <a:pt x="110" y="365"/>
                        <a:pt x="111" y="381"/>
                        <a:pt x="120" y="392"/>
                      </a:cubicBezTo>
                      <a:cubicBezTo>
                        <a:pt x="161" y="445"/>
                        <a:pt x="235" y="461"/>
                        <a:pt x="288" y="496"/>
                      </a:cubicBezTo>
                      <a:cubicBezTo>
                        <a:pt x="325" y="483"/>
                        <a:pt x="372" y="484"/>
                        <a:pt x="400" y="456"/>
                      </a:cubicBezTo>
                      <a:cubicBezTo>
                        <a:pt x="430" y="426"/>
                        <a:pt x="413" y="436"/>
                        <a:pt x="448" y="424"/>
                      </a:cubicBezTo>
                      <a:cubicBezTo>
                        <a:pt x="498" y="374"/>
                        <a:pt x="448" y="432"/>
                        <a:pt x="488" y="344"/>
                      </a:cubicBezTo>
                      <a:cubicBezTo>
                        <a:pt x="494" y="332"/>
                        <a:pt x="505" y="324"/>
                        <a:pt x="512" y="312"/>
                      </a:cubicBezTo>
                      <a:cubicBezTo>
                        <a:pt x="614" y="131"/>
                        <a:pt x="516" y="282"/>
                        <a:pt x="592" y="168"/>
                      </a:cubicBezTo>
                      <a:cubicBezTo>
                        <a:pt x="609" y="82"/>
                        <a:pt x="654" y="58"/>
                        <a:pt x="712" y="0"/>
                      </a:cubicBezTo>
                    </a:path>
                  </a:pathLst>
                </a:custGeom>
                <a:pattFill prst="lgConfetti">
                  <a:fgClr>
                    <a:srgbClr val="996633"/>
                  </a:fgClr>
                  <a:bgClr>
                    <a:schemeClr val="bg1"/>
                  </a:bgClr>
                </a:pattFill>
                <a:ln w="28575">
                  <a:solidFill>
                    <a:schemeClr val="tx1"/>
                  </a:solidFill>
                  <a:round/>
                  <a:headEnd/>
                  <a:tailEnd/>
                </a:ln>
              </p:spPr>
              <p:txBody>
                <a:bodyPr/>
                <a:lstStyle/>
                <a:p>
                  <a:endParaRPr lang="en-US"/>
                </a:p>
              </p:txBody>
            </p:sp>
            <p:sp>
              <p:nvSpPr>
                <p:cNvPr id="22698" name="Line 474" descr="Large confetti"/>
                <p:cNvSpPr>
                  <a:spLocks noChangeShapeType="1"/>
                </p:cNvSpPr>
                <p:nvPr/>
              </p:nvSpPr>
              <p:spPr bwMode="auto">
                <a:xfrm rot="10800000">
                  <a:off x="4669" y="3168"/>
                  <a:ext cx="192" cy="0"/>
                </a:xfrm>
                <a:prstGeom prst="line">
                  <a:avLst/>
                </a:prstGeom>
                <a:noFill/>
                <a:ln w="28575">
                  <a:solidFill>
                    <a:schemeClr val="tx1"/>
                  </a:solidFill>
                  <a:round/>
                  <a:headEnd/>
                  <a:tailEnd/>
                </a:ln>
              </p:spPr>
              <p:txBody>
                <a:bodyPr/>
                <a:lstStyle/>
                <a:p>
                  <a:endParaRPr lang="en-US"/>
                </a:p>
              </p:txBody>
            </p:sp>
            <p:sp>
              <p:nvSpPr>
                <p:cNvPr id="22699" name="Line 475" descr="Large confetti"/>
                <p:cNvSpPr>
                  <a:spLocks noChangeShapeType="1"/>
                </p:cNvSpPr>
                <p:nvPr/>
              </p:nvSpPr>
              <p:spPr bwMode="auto">
                <a:xfrm rot="10800000">
                  <a:off x="4861" y="3024"/>
                  <a:ext cx="121" cy="0"/>
                </a:xfrm>
                <a:prstGeom prst="line">
                  <a:avLst/>
                </a:prstGeom>
                <a:noFill/>
                <a:ln w="28575">
                  <a:solidFill>
                    <a:schemeClr val="tx1"/>
                  </a:solidFill>
                  <a:round/>
                  <a:headEnd/>
                  <a:tailEnd/>
                </a:ln>
              </p:spPr>
              <p:txBody>
                <a:bodyPr/>
                <a:lstStyle/>
                <a:p>
                  <a:endParaRPr lang="en-US"/>
                </a:p>
              </p:txBody>
            </p:sp>
          </p:grpSp>
          <p:grpSp>
            <p:nvGrpSpPr>
              <p:cNvPr id="222400" name="Group 476"/>
              <p:cNvGrpSpPr>
                <a:grpSpLocks/>
              </p:cNvGrpSpPr>
              <p:nvPr/>
            </p:nvGrpSpPr>
            <p:grpSpPr bwMode="auto">
              <a:xfrm>
                <a:off x="3072" y="3120"/>
                <a:ext cx="2208" cy="960"/>
                <a:chOff x="350" y="2744"/>
                <a:chExt cx="2208" cy="960"/>
              </a:xfrm>
            </p:grpSpPr>
            <p:sp>
              <p:nvSpPr>
                <p:cNvPr id="22667" name="Line 477"/>
                <p:cNvSpPr>
                  <a:spLocks noChangeShapeType="1"/>
                </p:cNvSpPr>
                <p:nvPr/>
              </p:nvSpPr>
              <p:spPr bwMode="auto">
                <a:xfrm rot="10800000">
                  <a:off x="2510" y="2744"/>
                  <a:ext cx="48" cy="0"/>
                </a:xfrm>
                <a:prstGeom prst="line">
                  <a:avLst/>
                </a:prstGeom>
                <a:noFill/>
                <a:ln w="28575">
                  <a:solidFill>
                    <a:schemeClr val="tx1"/>
                  </a:solidFill>
                  <a:round/>
                  <a:headEnd/>
                  <a:tailEnd/>
                </a:ln>
              </p:spPr>
              <p:txBody>
                <a:bodyPr/>
                <a:lstStyle/>
                <a:p>
                  <a:endParaRPr lang="en-US"/>
                </a:p>
              </p:txBody>
            </p:sp>
            <p:grpSp>
              <p:nvGrpSpPr>
                <p:cNvPr id="222401" name="Group 478"/>
                <p:cNvGrpSpPr>
                  <a:grpSpLocks/>
                </p:cNvGrpSpPr>
                <p:nvPr/>
              </p:nvGrpSpPr>
              <p:grpSpPr bwMode="auto">
                <a:xfrm>
                  <a:off x="350" y="2744"/>
                  <a:ext cx="2199" cy="960"/>
                  <a:chOff x="3638" y="2736"/>
                  <a:chExt cx="2199" cy="960"/>
                </a:xfrm>
              </p:grpSpPr>
              <p:sp>
                <p:nvSpPr>
                  <p:cNvPr id="22669" name="Line 479"/>
                  <p:cNvSpPr>
                    <a:spLocks noChangeShapeType="1"/>
                  </p:cNvSpPr>
                  <p:nvPr/>
                </p:nvSpPr>
                <p:spPr bwMode="auto">
                  <a:xfrm rot="10800000" flipH="1">
                    <a:off x="5693" y="2920"/>
                    <a:ext cx="144" cy="0"/>
                  </a:xfrm>
                  <a:prstGeom prst="line">
                    <a:avLst/>
                  </a:prstGeom>
                  <a:noFill/>
                  <a:ln w="28575">
                    <a:solidFill>
                      <a:schemeClr val="tx1"/>
                    </a:solidFill>
                    <a:round/>
                    <a:headEnd/>
                    <a:tailEnd/>
                  </a:ln>
                </p:spPr>
                <p:txBody>
                  <a:bodyPr/>
                  <a:lstStyle/>
                  <a:p>
                    <a:endParaRPr lang="en-US"/>
                  </a:p>
                </p:txBody>
              </p:sp>
              <p:grpSp>
                <p:nvGrpSpPr>
                  <p:cNvPr id="222402" name="Group 480"/>
                  <p:cNvGrpSpPr>
                    <a:grpSpLocks/>
                  </p:cNvGrpSpPr>
                  <p:nvPr/>
                </p:nvGrpSpPr>
                <p:grpSpPr bwMode="auto">
                  <a:xfrm>
                    <a:off x="3638" y="2736"/>
                    <a:ext cx="2199" cy="960"/>
                    <a:chOff x="3638" y="2736"/>
                    <a:chExt cx="2199" cy="960"/>
                  </a:xfrm>
                </p:grpSpPr>
                <p:sp>
                  <p:nvSpPr>
                    <p:cNvPr id="22671" name="Line 481"/>
                    <p:cNvSpPr>
                      <a:spLocks noChangeShapeType="1"/>
                    </p:cNvSpPr>
                    <p:nvPr/>
                  </p:nvSpPr>
                  <p:spPr bwMode="auto">
                    <a:xfrm rot="10800000">
                      <a:off x="3686" y="2744"/>
                      <a:ext cx="0" cy="144"/>
                    </a:xfrm>
                    <a:prstGeom prst="line">
                      <a:avLst/>
                    </a:prstGeom>
                    <a:noFill/>
                    <a:ln w="28575">
                      <a:solidFill>
                        <a:schemeClr val="tx1"/>
                      </a:solidFill>
                      <a:round/>
                      <a:headEnd/>
                      <a:tailEnd/>
                    </a:ln>
                  </p:spPr>
                  <p:txBody>
                    <a:bodyPr/>
                    <a:lstStyle/>
                    <a:p>
                      <a:endParaRPr lang="en-US"/>
                    </a:p>
                  </p:txBody>
                </p:sp>
                <p:grpSp>
                  <p:nvGrpSpPr>
                    <p:cNvPr id="222403" name="Group 482"/>
                    <p:cNvGrpSpPr>
                      <a:grpSpLocks/>
                    </p:cNvGrpSpPr>
                    <p:nvPr/>
                  </p:nvGrpSpPr>
                  <p:grpSpPr bwMode="auto">
                    <a:xfrm>
                      <a:off x="3638" y="2736"/>
                      <a:ext cx="2199" cy="960"/>
                      <a:chOff x="3638" y="2736"/>
                      <a:chExt cx="2199" cy="960"/>
                    </a:xfrm>
                  </p:grpSpPr>
                  <p:grpSp>
                    <p:nvGrpSpPr>
                      <p:cNvPr id="222404" name="Group 483"/>
                      <p:cNvGrpSpPr>
                        <a:grpSpLocks/>
                      </p:cNvGrpSpPr>
                      <p:nvPr/>
                    </p:nvGrpSpPr>
                    <p:grpSpPr bwMode="auto">
                      <a:xfrm rot="10800000">
                        <a:off x="3638" y="2736"/>
                        <a:ext cx="144" cy="192"/>
                        <a:chOff x="2880" y="1536"/>
                        <a:chExt cx="144" cy="192"/>
                      </a:xfrm>
                    </p:grpSpPr>
                    <p:sp>
                      <p:nvSpPr>
                        <p:cNvPr id="22685" name="Line 484"/>
                        <p:cNvSpPr>
                          <a:spLocks noChangeShapeType="1"/>
                        </p:cNvSpPr>
                        <p:nvPr/>
                      </p:nvSpPr>
                      <p:spPr bwMode="auto">
                        <a:xfrm>
                          <a:off x="2880" y="1536"/>
                          <a:ext cx="144" cy="0"/>
                        </a:xfrm>
                        <a:prstGeom prst="line">
                          <a:avLst/>
                        </a:prstGeom>
                        <a:noFill/>
                        <a:ln w="28575">
                          <a:solidFill>
                            <a:schemeClr val="tx1"/>
                          </a:solidFill>
                          <a:round/>
                          <a:headEnd/>
                          <a:tailEnd/>
                        </a:ln>
                      </p:spPr>
                      <p:txBody>
                        <a:bodyPr/>
                        <a:lstStyle/>
                        <a:p>
                          <a:endParaRPr lang="en-US"/>
                        </a:p>
                      </p:txBody>
                    </p:sp>
                    <p:sp>
                      <p:nvSpPr>
                        <p:cNvPr id="22686" name="Line 485"/>
                        <p:cNvSpPr>
                          <a:spLocks noChangeShapeType="1"/>
                        </p:cNvSpPr>
                        <p:nvPr/>
                      </p:nvSpPr>
                      <p:spPr bwMode="auto">
                        <a:xfrm>
                          <a:off x="2880" y="1568"/>
                          <a:ext cx="96" cy="0"/>
                        </a:xfrm>
                        <a:prstGeom prst="line">
                          <a:avLst/>
                        </a:prstGeom>
                        <a:noFill/>
                        <a:ln w="28575">
                          <a:solidFill>
                            <a:schemeClr val="tx1"/>
                          </a:solidFill>
                          <a:round/>
                          <a:headEnd/>
                          <a:tailEnd/>
                        </a:ln>
                      </p:spPr>
                      <p:txBody>
                        <a:bodyPr/>
                        <a:lstStyle/>
                        <a:p>
                          <a:endParaRPr lang="en-US"/>
                        </a:p>
                      </p:txBody>
                    </p:sp>
                    <p:sp>
                      <p:nvSpPr>
                        <p:cNvPr id="22687" name="Line 486"/>
                        <p:cNvSpPr>
                          <a:spLocks noChangeShapeType="1"/>
                        </p:cNvSpPr>
                        <p:nvPr/>
                      </p:nvSpPr>
                      <p:spPr bwMode="auto">
                        <a:xfrm>
                          <a:off x="3008" y="1536"/>
                          <a:ext cx="0" cy="192"/>
                        </a:xfrm>
                        <a:prstGeom prst="line">
                          <a:avLst/>
                        </a:prstGeom>
                        <a:noFill/>
                        <a:ln w="28575">
                          <a:solidFill>
                            <a:schemeClr val="tx1"/>
                          </a:solidFill>
                          <a:round/>
                          <a:headEnd/>
                          <a:tailEnd/>
                        </a:ln>
                      </p:spPr>
                      <p:txBody>
                        <a:bodyPr/>
                        <a:lstStyle/>
                        <a:p>
                          <a:endParaRPr lang="en-US"/>
                        </a:p>
                      </p:txBody>
                    </p:sp>
                    <p:sp>
                      <p:nvSpPr>
                        <p:cNvPr id="22688" name="Line 487"/>
                        <p:cNvSpPr>
                          <a:spLocks noChangeShapeType="1"/>
                        </p:cNvSpPr>
                        <p:nvPr/>
                      </p:nvSpPr>
                      <p:spPr bwMode="auto">
                        <a:xfrm>
                          <a:off x="2976" y="1728"/>
                          <a:ext cx="48" cy="0"/>
                        </a:xfrm>
                        <a:prstGeom prst="line">
                          <a:avLst/>
                        </a:prstGeom>
                        <a:noFill/>
                        <a:ln w="28575">
                          <a:solidFill>
                            <a:schemeClr val="tx1"/>
                          </a:solidFill>
                          <a:round/>
                          <a:headEnd/>
                          <a:tailEnd/>
                        </a:ln>
                      </p:spPr>
                      <p:txBody>
                        <a:bodyPr/>
                        <a:lstStyle/>
                        <a:p>
                          <a:endParaRPr lang="en-US"/>
                        </a:p>
                      </p:txBody>
                    </p:sp>
                  </p:grpSp>
                  <p:sp>
                    <p:nvSpPr>
                      <p:cNvPr id="22674" name="Rectangle 488"/>
                      <p:cNvSpPr>
                        <a:spLocks noChangeArrowheads="1"/>
                      </p:cNvSpPr>
                      <p:nvPr/>
                    </p:nvSpPr>
                    <p:spPr bwMode="auto">
                      <a:xfrm rot="10800000">
                        <a:off x="5550" y="2832"/>
                        <a:ext cx="96" cy="624"/>
                      </a:xfrm>
                      <a:prstGeom prst="rect">
                        <a:avLst/>
                      </a:prstGeom>
                      <a:solidFill>
                        <a:schemeClr val="folHlink"/>
                      </a:solidFill>
                      <a:ln w="28575">
                        <a:solidFill>
                          <a:schemeClr val="tx1"/>
                        </a:solidFill>
                        <a:miter lim="800000"/>
                        <a:headEnd/>
                        <a:tailEnd/>
                      </a:ln>
                    </p:spPr>
                    <p:txBody>
                      <a:bodyPr wrap="none" anchor="ctr"/>
                      <a:lstStyle/>
                      <a:p>
                        <a:endParaRPr lang="en-US"/>
                      </a:p>
                    </p:txBody>
                  </p:sp>
                  <p:sp>
                    <p:nvSpPr>
                      <p:cNvPr id="22675" name="Rectangle 489"/>
                      <p:cNvSpPr>
                        <a:spLocks noChangeArrowheads="1"/>
                      </p:cNvSpPr>
                      <p:nvPr/>
                    </p:nvSpPr>
                    <p:spPr bwMode="auto">
                      <a:xfrm rot="10800000">
                        <a:off x="3790" y="3456"/>
                        <a:ext cx="1920" cy="96"/>
                      </a:xfrm>
                      <a:prstGeom prst="rect">
                        <a:avLst/>
                      </a:prstGeom>
                      <a:solidFill>
                        <a:srgbClr val="996633"/>
                      </a:solidFill>
                      <a:ln w="28575">
                        <a:solidFill>
                          <a:schemeClr val="tx1"/>
                        </a:solidFill>
                        <a:miter lim="800000"/>
                        <a:headEnd/>
                        <a:tailEnd/>
                      </a:ln>
                    </p:spPr>
                    <p:txBody>
                      <a:bodyPr wrap="none" anchor="ctr"/>
                      <a:lstStyle/>
                      <a:p>
                        <a:endParaRPr lang="en-US"/>
                      </a:p>
                    </p:txBody>
                  </p:sp>
                  <p:sp>
                    <p:nvSpPr>
                      <p:cNvPr id="22676" name="Rectangle 490"/>
                      <p:cNvSpPr>
                        <a:spLocks noChangeArrowheads="1"/>
                      </p:cNvSpPr>
                      <p:nvPr/>
                    </p:nvSpPr>
                    <p:spPr bwMode="auto">
                      <a:xfrm rot="10800000">
                        <a:off x="3846" y="2832"/>
                        <a:ext cx="96" cy="624"/>
                      </a:xfrm>
                      <a:prstGeom prst="rect">
                        <a:avLst/>
                      </a:prstGeom>
                      <a:solidFill>
                        <a:schemeClr val="folHlink"/>
                      </a:solidFill>
                      <a:ln w="28575">
                        <a:solidFill>
                          <a:schemeClr val="tx1"/>
                        </a:solidFill>
                        <a:miter lim="800000"/>
                        <a:headEnd/>
                        <a:tailEnd/>
                      </a:ln>
                    </p:spPr>
                    <p:txBody>
                      <a:bodyPr wrap="none" anchor="ctr"/>
                      <a:lstStyle/>
                      <a:p>
                        <a:endParaRPr lang="en-US"/>
                      </a:p>
                    </p:txBody>
                  </p:sp>
                  <p:sp>
                    <p:nvSpPr>
                      <p:cNvPr id="22677" name="Rectangle 491"/>
                      <p:cNvSpPr>
                        <a:spLocks noChangeArrowheads="1"/>
                      </p:cNvSpPr>
                      <p:nvPr/>
                    </p:nvSpPr>
                    <p:spPr bwMode="auto">
                      <a:xfrm rot="10800000">
                        <a:off x="3790" y="2832"/>
                        <a:ext cx="48" cy="192"/>
                      </a:xfrm>
                      <a:prstGeom prst="rect">
                        <a:avLst/>
                      </a:prstGeom>
                      <a:solidFill>
                        <a:schemeClr val="accent2"/>
                      </a:solidFill>
                      <a:ln w="28575">
                        <a:solidFill>
                          <a:schemeClr val="tx1"/>
                        </a:solidFill>
                        <a:miter lim="800000"/>
                        <a:headEnd/>
                        <a:tailEnd/>
                      </a:ln>
                    </p:spPr>
                    <p:txBody>
                      <a:bodyPr rot="10800000" wrap="none" anchor="ctr"/>
                      <a:lstStyle/>
                      <a:p>
                        <a:endParaRPr lang="en-US"/>
                      </a:p>
                    </p:txBody>
                  </p:sp>
                  <p:sp>
                    <p:nvSpPr>
                      <p:cNvPr id="22678" name="Rectangle 492"/>
                      <p:cNvSpPr>
                        <a:spLocks noChangeArrowheads="1"/>
                      </p:cNvSpPr>
                      <p:nvPr/>
                    </p:nvSpPr>
                    <p:spPr bwMode="auto">
                      <a:xfrm rot="10800000">
                        <a:off x="5655" y="2832"/>
                        <a:ext cx="48" cy="192"/>
                      </a:xfrm>
                      <a:prstGeom prst="rect">
                        <a:avLst/>
                      </a:prstGeom>
                      <a:solidFill>
                        <a:schemeClr val="accent2"/>
                      </a:solidFill>
                      <a:ln w="28575">
                        <a:solidFill>
                          <a:schemeClr val="tx1"/>
                        </a:solidFill>
                        <a:miter lim="800000"/>
                        <a:headEnd/>
                        <a:tailEnd/>
                      </a:ln>
                    </p:spPr>
                    <p:txBody>
                      <a:bodyPr wrap="none" anchor="ctr"/>
                      <a:lstStyle/>
                      <a:p>
                        <a:endParaRPr lang="en-US"/>
                      </a:p>
                    </p:txBody>
                  </p:sp>
                  <p:sp>
                    <p:nvSpPr>
                      <p:cNvPr id="22679" name="Rectangle 493"/>
                      <p:cNvSpPr>
                        <a:spLocks noChangeArrowheads="1"/>
                      </p:cNvSpPr>
                      <p:nvPr/>
                    </p:nvSpPr>
                    <p:spPr bwMode="auto">
                      <a:xfrm rot="10800000">
                        <a:off x="5256" y="3552"/>
                        <a:ext cx="240" cy="144"/>
                      </a:xfrm>
                      <a:prstGeom prst="rect">
                        <a:avLst/>
                      </a:prstGeom>
                      <a:solidFill>
                        <a:schemeClr val="accent1"/>
                      </a:solidFill>
                      <a:ln w="28575">
                        <a:solidFill>
                          <a:schemeClr val="tx1"/>
                        </a:solidFill>
                        <a:miter lim="800000"/>
                        <a:headEnd/>
                        <a:tailEnd/>
                      </a:ln>
                    </p:spPr>
                    <p:txBody>
                      <a:bodyPr wrap="none" anchor="ctr"/>
                      <a:lstStyle/>
                      <a:p>
                        <a:endParaRPr lang="en-US"/>
                      </a:p>
                    </p:txBody>
                  </p:sp>
                  <p:sp>
                    <p:nvSpPr>
                      <p:cNvPr id="22680" name="Rectangle 494"/>
                      <p:cNvSpPr>
                        <a:spLocks noChangeArrowheads="1"/>
                      </p:cNvSpPr>
                      <p:nvPr/>
                    </p:nvSpPr>
                    <p:spPr bwMode="auto">
                      <a:xfrm rot="10800000">
                        <a:off x="3998" y="3552"/>
                        <a:ext cx="240" cy="144"/>
                      </a:xfrm>
                      <a:prstGeom prst="rect">
                        <a:avLst/>
                      </a:prstGeom>
                      <a:solidFill>
                        <a:schemeClr val="accent1"/>
                      </a:solidFill>
                      <a:ln w="28575">
                        <a:solidFill>
                          <a:schemeClr val="tx1"/>
                        </a:solidFill>
                        <a:miter lim="800000"/>
                        <a:headEnd/>
                        <a:tailEnd/>
                      </a:ln>
                    </p:spPr>
                    <p:txBody>
                      <a:bodyPr wrap="none" anchor="ctr"/>
                      <a:lstStyle/>
                      <a:p>
                        <a:endParaRPr lang="en-US"/>
                      </a:p>
                    </p:txBody>
                  </p:sp>
                  <p:sp>
                    <p:nvSpPr>
                      <p:cNvPr id="22681" name="Line 495"/>
                      <p:cNvSpPr>
                        <a:spLocks noChangeShapeType="1"/>
                      </p:cNvSpPr>
                      <p:nvPr/>
                    </p:nvSpPr>
                    <p:spPr bwMode="auto">
                      <a:xfrm rot="10800000" flipH="1">
                        <a:off x="5709" y="2888"/>
                        <a:ext cx="96" cy="0"/>
                      </a:xfrm>
                      <a:prstGeom prst="line">
                        <a:avLst/>
                      </a:prstGeom>
                      <a:noFill/>
                      <a:ln w="28575">
                        <a:solidFill>
                          <a:schemeClr val="tx1"/>
                        </a:solidFill>
                        <a:round/>
                        <a:headEnd/>
                        <a:tailEnd/>
                      </a:ln>
                    </p:spPr>
                    <p:txBody>
                      <a:bodyPr/>
                      <a:lstStyle/>
                      <a:p>
                        <a:endParaRPr lang="en-US"/>
                      </a:p>
                    </p:txBody>
                  </p:sp>
                  <p:grpSp>
                    <p:nvGrpSpPr>
                      <p:cNvPr id="222405" name="Group 496"/>
                      <p:cNvGrpSpPr>
                        <a:grpSpLocks/>
                      </p:cNvGrpSpPr>
                      <p:nvPr/>
                    </p:nvGrpSpPr>
                    <p:grpSpPr bwMode="auto">
                      <a:xfrm rot="10800000">
                        <a:off x="5805" y="2736"/>
                        <a:ext cx="32" cy="192"/>
                        <a:chOff x="816" y="1632"/>
                        <a:chExt cx="32" cy="192"/>
                      </a:xfrm>
                    </p:grpSpPr>
                    <p:sp>
                      <p:nvSpPr>
                        <p:cNvPr id="22683" name="Line 497"/>
                        <p:cNvSpPr>
                          <a:spLocks noChangeShapeType="1"/>
                        </p:cNvSpPr>
                        <p:nvPr/>
                      </p:nvSpPr>
                      <p:spPr bwMode="auto">
                        <a:xfrm>
                          <a:off x="816" y="1632"/>
                          <a:ext cx="0" cy="184"/>
                        </a:xfrm>
                        <a:prstGeom prst="line">
                          <a:avLst/>
                        </a:prstGeom>
                        <a:noFill/>
                        <a:ln w="28575">
                          <a:solidFill>
                            <a:schemeClr val="tx1"/>
                          </a:solidFill>
                          <a:round/>
                          <a:headEnd/>
                          <a:tailEnd/>
                        </a:ln>
                      </p:spPr>
                      <p:txBody>
                        <a:bodyPr/>
                        <a:lstStyle/>
                        <a:p>
                          <a:endParaRPr lang="en-US"/>
                        </a:p>
                      </p:txBody>
                    </p:sp>
                    <p:sp>
                      <p:nvSpPr>
                        <p:cNvPr id="22684" name="Line 498"/>
                        <p:cNvSpPr>
                          <a:spLocks noChangeShapeType="1"/>
                        </p:cNvSpPr>
                        <p:nvPr/>
                      </p:nvSpPr>
                      <p:spPr bwMode="auto">
                        <a:xfrm flipV="1">
                          <a:off x="848" y="1680"/>
                          <a:ext cx="0" cy="144"/>
                        </a:xfrm>
                        <a:prstGeom prst="line">
                          <a:avLst/>
                        </a:prstGeom>
                        <a:noFill/>
                        <a:ln w="28575">
                          <a:solidFill>
                            <a:schemeClr val="tx1"/>
                          </a:solidFill>
                          <a:round/>
                          <a:headEnd/>
                          <a:tailEnd/>
                        </a:ln>
                      </p:spPr>
                      <p:txBody>
                        <a:bodyPr/>
                        <a:lstStyle/>
                        <a:p>
                          <a:endParaRPr lang="en-US"/>
                        </a:p>
                      </p:txBody>
                    </p:sp>
                  </p:grpSp>
                </p:grpSp>
              </p:grpSp>
            </p:grpSp>
          </p:grpSp>
        </p:grpSp>
        <p:grpSp>
          <p:nvGrpSpPr>
            <p:cNvPr id="222406" name="Group 499"/>
            <p:cNvGrpSpPr>
              <a:grpSpLocks/>
            </p:cNvGrpSpPr>
            <p:nvPr/>
          </p:nvGrpSpPr>
          <p:grpSpPr bwMode="auto">
            <a:xfrm>
              <a:off x="2672" y="3216"/>
              <a:ext cx="2424" cy="448"/>
              <a:chOff x="3240" y="2816"/>
              <a:chExt cx="2424" cy="448"/>
            </a:xfrm>
          </p:grpSpPr>
          <p:sp>
            <p:nvSpPr>
              <p:cNvPr id="22661" name="Rectangle 500"/>
              <p:cNvSpPr>
                <a:spLocks noChangeArrowheads="1"/>
              </p:cNvSpPr>
              <p:nvPr/>
            </p:nvSpPr>
            <p:spPr bwMode="auto">
              <a:xfrm>
                <a:off x="3240" y="3072"/>
                <a:ext cx="584" cy="192"/>
              </a:xfrm>
              <a:prstGeom prst="rect">
                <a:avLst/>
              </a:prstGeom>
              <a:solidFill>
                <a:schemeClr val="bg1"/>
              </a:solidFill>
              <a:ln w="9525">
                <a:noFill/>
                <a:miter lim="800000"/>
                <a:headEnd/>
                <a:tailEnd/>
              </a:ln>
            </p:spPr>
            <p:txBody>
              <a:bodyPr wrap="none" anchor="ctr"/>
              <a:lstStyle/>
              <a:p>
                <a:pPr algn="l"/>
                <a:r>
                  <a:rPr lang="en-US" sz="1600" b="1"/>
                  <a:t>Parting</a:t>
                </a:r>
              </a:p>
              <a:p>
                <a:pPr algn="l"/>
                <a:r>
                  <a:rPr lang="en-US" sz="1600" b="1"/>
                  <a:t> line</a:t>
                </a:r>
              </a:p>
            </p:txBody>
          </p:sp>
          <p:sp>
            <p:nvSpPr>
              <p:cNvPr id="22662" name="Line 501"/>
              <p:cNvSpPr>
                <a:spLocks noChangeShapeType="1"/>
              </p:cNvSpPr>
              <p:nvPr/>
            </p:nvSpPr>
            <p:spPr bwMode="auto">
              <a:xfrm>
                <a:off x="3840" y="2816"/>
                <a:ext cx="1824" cy="0"/>
              </a:xfrm>
              <a:prstGeom prst="line">
                <a:avLst/>
              </a:prstGeom>
              <a:noFill/>
              <a:ln w="28575">
                <a:solidFill>
                  <a:schemeClr val="tx1"/>
                </a:solidFill>
                <a:round/>
                <a:headEnd/>
                <a:tailEnd/>
              </a:ln>
            </p:spPr>
            <p:txBody>
              <a:bodyPr/>
              <a:lstStyle/>
              <a:p>
                <a:endParaRPr lang="en-US"/>
              </a:p>
            </p:txBody>
          </p:sp>
          <p:sp>
            <p:nvSpPr>
              <p:cNvPr id="22663" name="Line 502"/>
              <p:cNvSpPr>
                <a:spLocks noChangeShapeType="1"/>
              </p:cNvSpPr>
              <p:nvPr/>
            </p:nvSpPr>
            <p:spPr bwMode="auto">
              <a:xfrm flipV="1">
                <a:off x="3792" y="2832"/>
                <a:ext cx="288" cy="288"/>
              </a:xfrm>
              <a:prstGeom prst="line">
                <a:avLst/>
              </a:prstGeom>
              <a:noFill/>
              <a:ln w="9525">
                <a:solidFill>
                  <a:srgbClr val="FF3300"/>
                </a:solidFill>
                <a:round/>
                <a:headEnd/>
                <a:tailEnd type="triangle" w="med" len="med"/>
              </a:ln>
            </p:spPr>
            <p:txBody>
              <a:bodyPr/>
              <a:lstStyle/>
              <a:p>
                <a:endParaRPr lang="en-US"/>
              </a:p>
            </p:txBody>
          </p:sp>
        </p:grpSp>
      </p:grpSp>
      <p:grpSp>
        <p:nvGrpSpPr>
          <p:cNvPr id="222407" name="Group 503"/>
          <p:cNvGrpSpPr>
            <a:grpSpLocks/>
          </p:cNvGrpSpPr>
          <p:nvPr/>
        </p:nvGrpSpPr>
        <p:grpSpPr bwMode="auto">
          <a:xfrm>
            <a:off x="7988300" y="3213100"/>
            <a:ext cx="319088" cy="1358900"/>
            <a:chOff x="3495" y="1584"/>
            <a:chExt cx="201" cy="856"/>
          </a:xfrm>
        </p:grpSpPr>
        <p:grpSp>
          <p:nvGrpSpPr>
            <p:cNvPr id="222408" name="Group 504"/>
            <p:cNvGrpSpPr>
              <a:grpSpLocks/>
            </p:cNvGrpSpPr>
            <p:nvPr/>
          </p:nvGrpSpPr>
          <p:grpSpPr bwMode="auto">
            <a:xfrm>
              <a:off x="3504" y="2376"/>
              <a:ext cx="192" cy="64"/>
              <a:chOff x="1400" y="3424"/>
              <a:chExt cx="192" cy="64"/>
            </a:xfrm>
          </p:grpSpPr>
          <p:sp>
            <p:nvSpPr>
              <p:cNvPr id="22656" name="Freeform 505" descr="Denim"/>
              <p:cNvSpPr>
                <a:spLocks/>
              </p:cNvSpPr>
              <p:nvPr/>
            </p:nvSpPr>
            <p:spPr bwMode="auto">
              <a:xfrm>
                <a:off x="1400" y="3432"/>
                <a:ext cx="96" cy="48"/>
              </a:xfrm>
              <a:custGeom>
                <a:avLst/>
                <a:gdLst>
                  <a:gd name="T0" fmla="*/ 0 w 96"/>
                  <a:gd name="T1" fmla="*/ 0 h 48"/>
                  <a:gd name="T2" fmla="*/ 48 w 96"/>
                  <a:gd name="T3" fmla="*/ 48 h 48"/>
                  <a:gd name="T4" fmla="*/ 96 w 96"/>
                  <a:gd name="T5" fmla="*/ 0 h 48"/>
                  <a:gd name="T6" fmla="*/ 0 60000 65536"/>
                  <a:gd name="T7" fmla="*/ 0 60000 65536"/>
                  <a:gd name="T8" fmla="*/ 0 60000 65536"/>
                  <a:gd name="T9" fmla="*/ 0 w 96"/>
                  <a:gd name="T10" fmla="*/ 0 h 48"/>
                  <a:gd name="T11" fmla="*/ 96 w 96"/>
                  <a:gd name="T12" fmla="*/ 48 h 48"/>
                </a:gdLst>
                <a:ahLst/>
                <a:cxnLst>
                  <a:cxn ang="T6">
                    <a:pos x="T0" y="T1"/>
                  </a:cxn>
                  <a:cxn ang="T7">
                    <a:pos x="T2" y="T3"/>
                  </a:cxn>
                  <a:cxn ang="T8">
                    <a:pos x="T4" y="T5"/>
                  </a:cxn>
                </a:cxnLst>
                <a:rect l="T9" t="T10" r="T11" b="T12"/>
                <a:pathLst>
                  <a:path w="96" h="48">
                    <a:moveTo>
                      <a:pt x="0" y="0"/>
                    </a:moveTo>
                    <a:cubicBezTo>
                      <a:pt x="16" y="24"/>
                      <a:pt x="32" y="48"/>
                      <a:pt x="48" y="48"/>
                    </a:cubicBezTo>
                    <a:cubicBezTo>
                      <a:pt x="64" y="48"/>
                      <a:pt x="72" y="16"/>
                      <a:pt x="96" y="0"/>
                    </a:cubicBezTo>
                  </a:path>
                </a:pathLst>
              </a:custGeom>
              <a:blipFill dpi="0" rotWithShape="1">
                <a:blip r:embed="rId3"/>
                <a:srcRect/>
                <a:tile tx="0" ty="0" sx="100000" sy="100000" flip="none" algn="tl"/>
              </a:blipFill>
              <a:ln w="9525">
                <a:solidFill>
                  <a:schemeClr val="tx1"/>
                </a:solidFill>
                <a:round/>
                <a:headEnd/>
                <a:tailEnd/>
              </a:ln>
            </p:spPr>
            <p:txBody>
              <a:bodyPr/>
              <a:lstStyle/>
              <a:p>
                <a:endParaRPr lang="en-US"/>
              </a:p>
            </p:txBody>
          </p:sp>
          <p:sp>
            <p:nvSpPr>
              <p:cNvPr id="22657" name="Freeform 506" descr="Denim"/>
              <p:cNvSpPr>
                <a:spLocks/>
              </p:cNvSpPr>
              <p:nvPr/>
            </p:nvSpPr>
            <p:spPr bwMode="auto">
              <a:xfrm>
                <a:off x="1496" y="3424"/>
                <a:ext cx="96" cy="48"/>
              </a:xfrm>
              <a:custGeom>
                <a:avLst/>
                <a:gdLst>
                  <a:gd name="T0" fmla="*/ 0 w 96"/>
                  <a:gd name="T1" fmla="*/ 0 h 48"/>
                  <a:gd name="T2" fmla="*/ 48 w 96"/>
                  <a:gd name="T3" fmla="*/ 48 h 48"/>
                  <a:gd name="T4" fmla="*/ 96 w 96"/>
                  <a:gd name="T5" fmla="*/ 0 h 48"/>
                  <a:gd name="T6" fmla="*/ 0 60000 65536"/>
                  <a:gd name="T7" fmla="*/ 0 60000 65536"/>
                  <a:gd name="T8" fmla="*/ 0 60000 65536"/>
                  <a:gd name="T9" fmla="*/ 0 w 96"/>
                  <a:gd name="T10" fmla="*/ 0 h 48"/>
                  <a:gd name="T11" fmla="*/ 96 w 96"/>
                  <a:gd name="T12" fmla="*/ 48 h 48"/>
                </a:gdLst>
                <a:ahLst/>
                <a:cxnLst>
                  <a:cxn ang="T6">
                    <a:pos x="T0" y="T1"/>
                  </a:cxn>
                  <a:cxn ang="T7">
                    <a:pos x="T2" y="T3"/>
                  </a:cxn>
                  <a:cxn ang="T8">
                    <a:pos x="T4" y="T5"/>
                  </a:cxn>
                </a:cxnLst>
                <a:rect l="T9" t="T10" r="T11" b="T12"/>
                <a:pathLst>
                  <a:path w="96" h="48">
                    <a:moveTo>
                      <a:pt x="0" y="0"/>
                    </a:moveTo>
                    <a:cubicBezTo>
                      <a:pt x="16" y="24"/>
                      <a:pt x="32" y="48"/>
                      <a:pt x="48" y="48"/>
                    </a:cubicBezTo>
                    <a:cubicBezTo>
                      <a:pt x="64" y="48"/>
                      <a:pt x="72" y="16"/>
                      <a:pt x="96" y="0"/>
                    </a:cubicBezTo>
                  </a:path>
                </a:pathLst>
              </a:custGeom>
              <a:blipFill dpi="0" rotWithShape="1">
                <a:blip r:embed="rId3"/>
                <a:srcRect/>
                <a:tile tx="0" ty="0" sx="100000" sy="100000" flip="none" algn="tl"/>
              </a:blipFill>
              <a:ln w="9525">
                <a:solidFill>
                  <a:schemeClr val="tx1"/>
                </a:solidFill>
                <a:round/>
                <a:headEnd/>
                <a:tailEnd/>
              </a:ln>
            </p:spPr>
            <p:txBody>
              <a:bodyPr/>
              <a:lstStyle/>
              <a:p>
                <a:endParaRPr lang="en-US"/>
              </a:p>
            </p:txBody>
          </p:sp>
          <p:sp>
            <p:nvSpPr>
              <p:cNvPr id="22658" name="Freeform 507" descr="Denim"/>
              <p:cNvSpPr>
                <a:spLocks/>
              </p:cNvSpPr>
              <p:nvPr/>
            </p:nvSpPr>
            <p:spPr bwMode="auto">
              <a:xfrm rot="10800000">
                <a:off x="1448" y="3440"/>
                <a:ext cx="96" cy="48"/>
              </a:xfrm>
              <a:custGeom>
                <a:avLst/>
                <a:gdLst>
                  <a:gd name="T0" fmla="*/ 0 w 96"/>
                  <a:gd name="T1" fmla="*/ 0 h 48"/>
                  <a:gd name="T2" fmla="*/ 48 w 96"/>
                  <a:gd name="T3" fmla="*/ 48 h 48"/>
                  <a:gd name="T4" fmla="*/ 96 w 96"/>
                  <a:gd name="T5" fmla="*/ 0 h 48"/>
                  <a:gd name="T6" fmla="*/ 0 60000 65536"/>
                  <a:gd name="T7" fmla="*/ 0 60000 65536"/>
                  <a:gd name="T8" fmla="*/ 0 60000 65536"/>
                  <a:gd name="T9" fmla="*/ 0 w 96"/>
                  <a:gd name="T10" fmla="*/ 0 h 48"/>
                  <a:gd name="T11" fmla="*/ 96 w 96"/>
                  <a:gd name="T12" fmla="*/ 48 h 48"/>
                </a:gdLst>
                <a:ahLst/>
                <a:cxnLst>
                  <a:cxn ang="T6">
                    <a:pos x="T0" y="T1"/>
                  </a:cxn>
                  <a:cxn ang="T7">
                    <a:pos x="T2" y="T3"/>
                  </a:cxn>
                  <a:cxn ang="T8">
                    <a:pos x="T4" y="T5"/>
                  </a:cxn>
                </a:cxnLst>
                <a:rect l="T9" t="T10" r="T11" b="T12"/>
                <a:pathLst>
                  <a:path w="96" h="48">
                    <a:moveTo>
                      <a:pt x="0" y="0"/>
                    </a:moveTo>
                    <a:cubicBezTo>
                      <a:pt x="16" y="24"/>
                      <a:pt x="32" y="48"/>
                      <a:pt x="48" y="48"/>
                    </a:cubicBezTo>
                    <a:cubicBezTo>
                      <a:pt x="64" y="48"/>
                      <a:pt x="72" y="16"/>
                      <a:pt x="96" y="0"/>
                    </a:cubicBezTo>
                  </a:path>
                </a:pathLst>
              </a:custGeom>
              <a:blipFill dpi="0" rotWithShape="1">
                <a:blip r:embed="rId3"/>
                <a:srcRect/>
                <a:tile tx="0" ty="0" sx="100000" sy="100000" flip="none" algn="tl"/>
              </a:blipFill>
              <a:ln w="9525">
                <a:solidFill>
                  <a:schemeClr val="tx1"/>
                </a:solidFill>
                <a:round/>
                <a:headEnd/>
                <a:tailEnd/>
              </a:ln>
            </p:spPr>
            <p:txBody>
              <a:bodyPr/>
              <a:lstStyle/>
              <a:p>
                <a:endParaRPr lang="en-US"/>
              </a:p>
            </p:txBody>
          </p:sp>
        </p:grpSp>
        <p:grpSp>
          <p:nvGrpSpPr>
            <p:cNvPr id="222411" name="Group 508"/>
            <p:cNvGrpSpPr>
              <a:grpSpLocks/>
            </p:cNvGrpSpPr>
            <p:nvPr/>
          </p:nvGrpSpPr>
          <p:grpSpPr bwMode="auto">
            <a:xfrm>
              <a:off x="3495" y="1584"/>
              <a:ext cx="201" cy="856"/>
              <a:chOff x="1391" y="2632"/>
              <a:chExt cx="201" cy="856"/>
            </a:xfrm>
          </p:grpSpPr>
          <p:sp>
            <p:nvSpPr>
              <p:cNvPr id="22641" name="Rectangle 509" descr="Denim"/>
              <p:cNvSpPr>
                <a:spLocks noChangeArrowheads="1"/>
              </p:cNvSpPr>
              <p:nvPr/>
            </p:nvSpPr>
            <p:spPr bwMode="auto">
              <a:xfrm>
                <a:off x="1392" y="2704"/>
                <a:ext cx="96" cy="720"/>
              </a:xfrm>
              <a:prstGeom prst="rect">
                <a:avLst/>
              </a:prstGeom>
              <a:blipFill dpi="0" rotWithShape="1">
                <a:blip r:embed="rId3"/>
                <a:srcRect/>
                <a:tile tx="0" ty="0" sx="100000" sy="100000" flip="none" algn="tl"/>
              </a:blipFill>
              <a:ln w="28575" algn="ctr">
                <a:solidFill>
                  <a:srgbClr val="FF0066"/>
                </a:solidFill>
                <a:miter lim="800000"/>
                <a:headEnd/>
                <a:tailEnd/>
              </a:ln>
            </p:spPr>
            <p:txBody>
              <a:bodyPr wrap="none" anchor="ctr"/>
              <a:lstStyle/>
              <a:p>
                <a:endParaRPr lang="en-US"/>
              </a:p>
            </p:txBody>
          </p:sp>
          <p:sp>
            <p:nvSpPr>
              <p:cNvPr id="22642" name="Rectangle 510" descr="Denim"/>
              <p:cNvSpPr>
                <a:spLocks noChangeArrowheads="1"/>
              </p:cNvSpPr>
              <p:nvPr/>
            </p:nvSpPr>
            <p:spPr bwMode="auto">
              <a:xfrm>
                <a:off x="1488" y="2704"/>
                <a:ext cx="96" cy="720"/>
              </a:xfrm>
              <a:prstGeom prst="rect">
                <a:avLst/>
              </a:prstGeom>
              <a:blipFill dpi="0" rotWithShape="1">
                <a:blip r:embed="rId3"/>
                <a:srcRect/>
                <a:tile tx="0" ty="0" sx="100000" sy="100000" flip="none" algn="tl"/>
              </a:blipFill>
              <a:ln w="28575" algn="ctr">
                <a:solidFill>
                  <a:srgbClr val="FF0066"/>
                </a:solidFill>
                <a:miter lim="800000"/>
                <a:headEnd/>
                <a:tailEnd/>
              </a:ln>
            </p:spPr>
            <p:txBody>
              <a:bodyPr wrap="none" anchor="ctr"/>
              <a:lstStyle/>
              <a:p>
                <a:endParaRPr lang="en-US"/>
              </a:p>
            </p:txBody>
          </p:sp>
          <p:grpSp>
            <p:nvGrpSpPr>
              <p:cNvPr id="222412" name="Group 511"/>
              <p:cNvGrpSpPr>
                <a:grpSpLocks/>
              </p:cNvGrpSpPr>
              <p:nvPr/>
            </p:nvGrpSpPr>
            <p:grpSpPr bwMode="auto">
              <a:xfrm>
                <a:off x="1392" y="3432"/>
                <a:ext cx="200" cy="56"/>
                <a:chOff x="1392" y="3432"/>
                <a:chExt cx="200" cy="56"/>
              </a:xfrm>
            </p:grpSpPr>
            <p:sp>
              <p:nvSpPr>
                <p:cNvPr id="22653" name="Line 512"/>
                <p:cNvSpPr>
                  <a:spLocks noChangeShapeType="1"/>
                </p:cNvSpPr>
                <p:nvPr/>
              </p:nvSpPr>
              <p:spPr bwMode="auto">
                <a:xfrm>
                  <a:off x="1440" y="3480"/>
                  <a:ext cx="96" cy="0"/>
                </a:xfrm>
                <a:prstGeom prst="line">
                  <a:avLst/>
                </a:prstGeom>
                <a:noFill/>
                <a:ln w="28575">
                  <a:solidFill>
                    <a:srgbClr val="FF0066"/>
                  </a:solidFill>
                  <a:round/>
                  <a:headEnd/>
                  <a:tailEnd/>
                </a:ln>
              </p:spPr>
              <p:txBody>
                <a:bodyPr/>
                <a:lstStyle/>
                <a:p>
                  <a:endParaRPr lang="en-US"/>
                </a:p>
              </p:txBody>
            </p:sp>
            <p:sp>
              <p:nvSpPr>
                <p:cNvPr id="22654" name="Line 513"/>
                <p:cNvSpPr>
                  <a:spLocks noChangeShapeType="1"/>
                </p:cNvSpPr>
                <p:nvPr/>
              </p:nvSpPr>
              <p:spPr bwMode="auto">
                <a:xfrm>
                  <a:off x="1392" y="3440"/>
                  <a:ext cx="48" cy="48"/>
                </a:xfrm>
                <a:prstGeom prst="line">
                  <a:avLst/>
                </a:prstGeom>
                <a:noFill/>
                <a:ln w="28575">
                  <a:solidFill>
                    <a:srgbClr val="FF0066"/>
                  </a:solidFill>
                  <a:round/>
                  <a:headEnd/>
                  <a:tailEnd/>
                </a:ln>
              </p:spPr>
              <p:txBody>
                <a:bodyPr/>
                <a:lstStyle/>
                <a:p>
                  <a:endParaRPr lang="en-US"/>
                </a:p>
              </p:txBody>
            </p:sp>
            <p:sp>
              <p:nvSpPr>
                <p:cNvPr id="22655" name="Line 514"/>
                <p:cNvSpPr>
                  <a:spLocks noChangeShapeType="1"/>
                </p:cNvSpPr>
                <p:nvPr/>
              </p:nvSpPr>
              <p:spPr bwMode="auto">
                <a:xfrm flipH="1">
                  <a:off x="1544" y="3432"/>
                  <a:ext cx="48" cy="48"/>
                </a:xfrm>
                <a:prstGeom prst="line">
                  <a:avLst/>
                </a:prstGeom>
                <a:noFill/>
                <a:ln w="28575">
                  <a:solidFill>
                    <a:srgbClr val="FF0066"/>
                  </a:solidFill>
                  <a:round/>
                  <a:headEnd/>
                  <a:tailEnd/>
                </a:ln>
              </p:spPr>
              <p:txBody>
                <a:bodyPr/>
                <a:lstStyle/>
                <a:p>
                  <a:endParaRPr lang="en-US"/>
                </a:p>
              </p:txBody>
            </p:sp>
          </p:grpSp>
          <p:grpSp>
            <p:nvGrpSpPr>
              <p:cNvPr id="222413" name="Group 515"/>
              <p:cNvGrpSpPr>
                <a:grpSpLocks/>
              </p:cNvGrpSpPr>
              <p:nvPr/>
            </p:nvGrpSpPr>
            <p:grpSpPr bwMode="auto">
              <a:xfrm>
                <a:off x="1391" y="2632"/>
                <a:ext cx="200" cy="72"/>
                <a:chOff x="1391" y="2448"/>
                <a:chExt cx="200" cy="72"/>
              </a:xfrm>
            </p:grpSpPr>
            <p:grpSp>
              <p:nvGrpSpPr>
                <p:cNvPr id="222414" name="Group 516"/>
                <p:cNvGrpSpPr>
                  <a:grpSpLocks/>
                </p:cNvGrpSpPr>
                <p:nvPr/>
              </p:nvGrpSpPr>
              <p:grpSpPr bwMode="auto">
                <a:xfrm rot="10800000">
                  <a:off x="1391" y="2456"/>
                  <a:ext cx="192" cy="64"/>
                  <a:chOff x="1400" y="3424"/>
                  <a:chExt cx="192" cy="64"/>
                </a:xfrm>
              </p:grpSpPr>
              <p:sp>
                <p:nvSpPr>
                  <p:cNvPr id="22650" name="Freeform 517" descr="Denim"/>
                  <p:cNvSpPr>
                    <a:spLocks/>
                  </p:cNvSpPr>
                  <p:nvPr/>
                </p:nvSpPr>
                <p:spPr bwMode="auto">
                  <a:xfrm>
                    <a:off x="1400" y="3432"/>
                    <a:ext cx="96" cy="48"/>
                  </a:xfrm>
                  <a:custGeom>
                    <a:avLst/>
                    <a:gdLst>
                      <a:gd name="T0" fmla="*/ 0 w 96"/>
                      <a:gd name="T1" fmla="*/ 0 h 48"/>
                      <a:gd name="T2" fmla="*/ 48 w 96"/>
                      <a:gd name="T3" fmla="*/ 48 h 48"/>
                      <a:gd name="T4" fmla="*/ 96 w 96"/>
                      <a:gd name="T5" fmla="*/ 0 h 48"/>
                      <a:gd name="T6" fmla="*/ 0 60000 65536"/>
                      <a:gd name="T7" fmla="*/ 0 60000 65536"/>
                      <a:gd name="T8" fmla="*/ 0 60000 65536"/>
                      <a:gd name="T9" fmla="*/ 0 w 96"/>
                      <a:gd name="T10" fmla="*/ 0 h 48"/>
                      <a:gd name="T11" fmla="*/ 96 w 96"/>
                      <a:gd name="T12" fmla="*/ 48 h 48"/>
                    </a:gdLst>
                    <a:ahLst/>
                    <a:cxnLst>
                      <a:cxn ang="T6">
                        <a:pos x="T0" y="T1"/>
                      </a:cxn>
                      <a:cxn ang="T7">
                        <a:pos x="T2" y="T3"/>
                      </a:cxn>
                      <a:cxn ang="T8">
                        <a:pos x="T4" y="T5"/>
                      </a:cxn>
                    </a:cxnLst>
                    <a:rect l="T9" t="T10" r="T11" b="T12"/>
                    <a:pathLst>
                      <a:path w="96" h="48">
                        <a:moveTo>
                          <a:pt x="0" y="0"/>
                        </a:moveTo>
                        <a:cubicBezTo>
                          <a:pt x="16" y="24"/>
                          <a:pt x="32" y="48"/>
                          <a:pt x="48" y="48"/>
                        </a:cubicBezTo>
                        <a:cubicBezTo>
                          <a:pt x="64" y="48"/>
                          <a:pt x="72" y="16"/>
                          <a:pt x="96" y="0"/>
                        </a:cubicBezTo>
                      </a:path>
                    </a:pathLst>
                  </a:custGeom>
                  <a:blipFill dpi="0" rotWithShape="1">
                    <a:blip r:embed="rId3"/>
                    <a:srcRect/>
                    <a:tile tx="0" ty="0" sx="100000" sy="100000" flip="none" algn="tl"/>
                  </a:blipFill>
                  <a:ln w="9525">
                    <a:solidFill>
                      <a:schemeClr val="tx1"/>
                    </a:solidFill>
                    <a:round/>
                    <a:headEnd/>
                    <a:tailEnd/>
                  </a:ln>
                </p:spPr>
                <p:txBody>
                  <a:bodyPr/>
                  <a:lstStyle/>
                  <a:p>
                    <a:endParaRPr lang="en-US"/>
                  </a:p>
                </p:txBody>
              </p:sp>
              <p:sp>
                <p:nvSpPr>
                  <p:cNvPr id="22651" name="Freeform 518" descr="Denim"/>
                  <p:cNvSpPr>
                    <a:spLocks/>
                  </p:cNvSpPr>
                  <p:nvPr/>
                </p:nvSpPr>
                <p:spPr bwMode="auto">
                  <a:xfrm>
                    <a:off x="1496" y="3424"/>
                    <a:ext cx="96" cy="48"/>
                  </a:xfrm>
                  <a:custGeom>
                    <a:avLst/>
                    <a:gdLst>
                      <a:gd name="T0" fmla="*/ 0 w 96"/>
                      <a:gd name="T1" fmla="*/ 0 h 48"/>
                      <a:gd name="T2" fmla="*/ 48 w 96"/>
                      <a:gd name="T3" fmla="*/ 48 h 48"/>
                      <a:gd name="T4" fmla="*/ 96 w 96"/>
                      <a:gd name="T5" fmla="*/ 0 h 48"/>
                      <a:gd name="T6" fmla="*/ 0 60000 65536"/>
                      <a:gd name="T7" fmla="*/ 0 60000 65536"/>
                      <a:gd name="T8" fmla="*/ 0 60000 65536"/>
                      <a:gd name="T9" fmla="*/ 0 w 96"/>
                      <a:gd name="T10" fmla="*/ 0 h 48"/>
                      <a:gd name="T11" fmla="*/ 96 w 96"/>
                      <a:gd name="T12" fmla="*/ 48 h 48"/>
                    </a:gdLst>
                    <a:ahLst/>
                    <a:cxnLst>
                      <a:cxn ang="T6">
                        <a:pos x="T0" y="T1"/>
                      </a:cxn>
                      <a:cxn ang="T7">
                        <a:pos x="T2" y="T3"/>
                      </a:cxn>
                      <a:cxn ang="T8">
                        <a:pos x="T4" y="T5"/>
                      </a:cxn>
                    </a:cxnLst>
                    <a:rect l="T9" t="T10" r="T11" b="T12"/>
                    <a:pathLst>
                      <a:path w="96" h="48">
                        <a:moveTo>
                          <a:pt x="0" y="0"/>
                        </a:moveTo>
                        <a:cubicBezTo>
                          <a:pt x="16" y="24"/>
                          <a:pt x="32" y="48"/>
                          <a:pt x="48" y="48"/>
                        </a:cubicBezTo>
                        <a:cubicBezTo>
                          <a:pt x="64" y="48"/>
                          <a:pt x="72" y="16"/>
                          <a:pt x="96" y="0"/>
                        </a:cubicBezTo>
                      </a:path>
                    </a:pathLst>
                  </a:custGeom>
                  <a:blipFill dpi="0" rotWithShape="1">
                    <a:blip r:embed="rId3"/>
                    <a:srcRect/>
                    <a:tile tx="0" ty="0" sx="100000" sy="100000" flip="none" algn="tl"/>
                  </a:blipFill>
                  <a:ln w="9525">
                    <a:solidFill>
                      <a:schemeClr val="tx1"/>
                    </a:solidFill>
                    <a:round/>
                    <a:headEnd/>
                    <a:tailEnd/>
                  </a:ln>
                </p:spPr>
                <p:txBody>
                  <a:bodyPr/>
                  <a:lstStyle/>
                  <a:p>
                    <a:endParaRPr lang="en-US"/>
                  </a:p>
                </p:txBody>
              </p:sp>
              <p:sp>
                <p:nvSpPr>
                  <p:cNvPr id="22652" name="Freeform 519" descr="Denim"/>
                  <p:cNvSpPr>
                    <a:spLocks/>
                  </p:cNvSpPr>
                  <p:nvPr/>
                </p:nvSpPr>
                <p:spPr bwMode="auto">
                  <a:xfrm rot="10800000">
                    <a:off x="1448" y="3440"/>
                    <a:ext cx="96" cy="48"/>
                  </a:xfrm>
                  <a:custGeom>
                    <a:avLst/>
                    <a:gdLst>
                      <a:gd name="T0" fmla="*/ 0 w 96"/>
                      <a:gd name="T1" fmla="*/ 0 h 48"/>
                      <a:gd name="T2" fmla="*/ 48 w 96"/>
                      <a:gd name="T3" fmla="*/ 48 h 48"/>
                      <a:gd name="T4" fmla="*/ 96 w 96"/>
                      <a:gd name="T5" fmla="*/ 0 h 48"/>
                      <a:gd name="T6" fmla="*/ 0 60000 65536"/>
                      <a:gd name="T7" fmla="*/ 0 60000 65536"/>
                      <a:gd name="T8" fmla="*/ 0 60000 65536"/>
                      <a:gd name="T9" fmla="*/ 0 w 96"/>
                      <a:gd name="T10" fmla="*/ 0 h 48"/>
                      <a:gd name="T11" fmla="*/ 96 w 96"/>
                      <a:gd name="T12" fmla="*/ 48 h 48"/>
                    </a:gdLst>
                    <a:ahLst/>
                    <a:cxnLst>
                      <a:cxn ang="T6">
                        <a:pos x="T0" y="T1"/>
                      </a:cxn>
                      <a:cxn ang="T7">
                        <a:pos x="T2" y="T3"/>
                      </a:cxn>
                      <a:cxn ang="T8">
                        <a:pos x="T4" y="T5"/>
                      </a:cxn>
                    </a:cxnLst>
                    <a:rect l="T9" t="T10" r="T11" b="T12"/>
                    <a:pathLst>
                      <a:path w="96" h="48">
                        <a:moveTo>
                          <a:pt x="0" y="0"/>
                        </a:moveTo>
                        <a:cubicBezTo>
                          <a:pt x="16" y="24"/>
                          <a:pt x="32" y="48"/>
                          <a:pt x="48" y="48"/>
                        </a:cubicBezTo>
                        <a:cubicBezTo>
                          <a:pt x="64" y="48"/>
                          <a:pt x="72" y="16"/>
                          <a:pt x="96" y="0"/>
                        </a:cubicBezTo>
                      </a:path>
                    </a:pathLst>
                  </a:custGeom>
                  <a:blipFill dpi="0" rotWithShape="1">
                    <a:blip r:embed="rId3"/>
                    <a:srcRect/>
                    <a:tile tx="0" ty="0" sx="100000" sy="100000" flip="none" algn="tl"/>
                  </a:blipFill>
                  <a:ln w="9525">
                    <a:solidFill>
                      <a:schemeClr val="tx1"/>
                    </a:solidFill>
                    <a:round/>
                    <a:headEnd/>
                    <a:tailEnd/>
                  </a:ln>
                </p:spPr>
                <p:txBody>
                  <a:bodyPr/>
                  <a:lstStyle/>
                  <a:p>
                    <a:endParaRPr lang="en-US"/>
                  </a:p>
                </p:txBody>
              </p:sp>
            </p:grpSp>
            <p:grpSp>
              <p:nvGrpSpPr>
                <p:cNvPr id="222415" name="Group 520"/>
                <p:cNvGrpSpPr>
                  <a:grpSpLocks/>
                </p:cNvGrpSpPr>
                <p:nvPr/>
              </p:nvGrpSpPr>
              <p:grpSpPr bwMode="auto">
                <a:xfrm rot="10800000">
                  <a:off x="1391" y="2448"/>
                  <a:ext cx="200" cy="56"/>
                  <a:chOff x="1392" y="3432"/>
                  <a:chExt cx="200" cy="56"/>
                </a:xfrm>
              </p:grpSpPr>
              <p:sp>
                <p:nvSpPr>
                  <p:cNvPr id="22647" name="Line 521"/>
                  <p:cNvSpPr>
                    <a:spLocks noChangeShapeType="1"/>
                  </p:cNvSpPr>
                  <p:nvPr/>
                </p:nvSpPr>
                <p:spPr bwMode="auto">
                  <a:xfrm>
                    <a:off x="1440" y="3480"/>
                    <a:ext cx="96" cy="0"/>
                  </a:xfrm>
                  <a:prstGeom prst="line">
                    <a:avLst/>
                  </a:prstGeom>
                  <a:noFill/>
                  <a:ln w="28575">
                    <a:solidFill>
                      <a:srgbClr val="FF0066"/>
                    </a:solidFill>
                    <a:round/>
                    <a:headEnd/>
                    <a:tailEnd/>
                  </a:ln>
                </p:spPr>
                <p:txBody>
                  <a:bodyPr/>
                  <a:lstStyle/>
                  <a:p>
                    <a:endParaRPr lang="en-US"/>
                  </a:p>
                </p:txBody>
              </p:sp>
              <p:sp>
                <p:nvSpPr>
                  <p:cNvPr id="22648" name="Line 522"/>
                  <p:cNvSpPr>
                    <a:spLocks noChangeShapeType="1"/>
                  </p:cNvSpPr>
                  <p:nvPr/>
                </p:nvSpPr>
                <p:spPr bwMode="auto">
                  <a:xfrm>
                    <a:off x="1392" y="3440"/>
                    <a:ext cx="48" cy="48"/>
                  </a:xfrm>
                  <a:prstGeom prst="line">
                    <a:avLst/>
                  </a:prstGeom>
                  <a:noFill/>
                  <a:ln w="28575">
                    <a:solidFill>
                      <a:srgbClr val="FF0066"/>
                    </a:solidFill>
                    <a:round/>
                    <a:headEnd/>
                    <a:tailEnd/>
                  </a:ln>
                </p:spPr>
                <p:txBody>
                  <a:bodyPr/>
                  <a:lstStyle/>
                  <a:p>
                    <a:endParaRPr lang="en-US"/>
                  </a:p>
                </p:txBody>
              </p:sp>
              <p:sp>
                <p:nvSpPr>
                  <p:cNvPr id="22649" name="Line 523"/>
                  <p:cNvSpPr>
                    <a:spLocks noChangeShapeType="1"/>
                  </p:cNvSpPr>
                  <p:nvPr/>
                </p:nvSpPr>
                <p:spPr bwMode="auto">
                  <a:xfrm flipH="1">
                    <a:off x="1544" y="3432"/>
                    <a:ext cx="48" cy="48"/>
                  </a:xfrm>
                  <a:prstGeom prst="line">
                    <a:avLst/>
                  </a:prstGeom>
                  <a:noFill/>
                  <a:ln w="28575">
                    <a:solidFill>
                      <a:srgbClr val="FF0066"/>
                    </a:solidFill>
                    <a:round/>
                    <a:headEnd/>
                    <a:tailEnd/>
                  </a:ln>
                </p:spPr>
                <p:txBody>
                  <a:bodyPr/>
                  <a:lstStyle/>
                  <a:p>
                    <a:endParaRPr lang="en-US"/>
                  </a:p>
                </p:txBody>
              </p:sp>
            </p:grpSp>
          </p:grpSp>
        </p:grpSp>
      </p:grpSp>
      <p:sp>
        <p:nvSpPr>
          <p:cNvPr id="222732" name="Rectangle 524" descr="Large confetti"/>
          <p:cNvSpPr>
            <a:spLocks noChangeArrowheads="1"/>
          </p:cNvSpPr>
          <p:nvPr/>
        </p:nvSpPr>
        <p:spPr bwMode="auto">
          <a:xfrm rot="10800000">
            <a:off x="9105900" y="3848100"/>
            <a:ext cx="304800" cy="292100"/>
          </a:xfrm>
          <a:prstGeom prst="rect">
            <a:avLst/>
          </a:prstGeom>
          <a:pattFill prst="lgConfetti">
            <a:fgClr>
              <a:srgbClr val="996633"/>
            </a:fgClr>
            <a:bgClr>
              <a:schemeClr val="bg1"/>
            </a:bgClr>
          </a:pattFill>
          <a:ln w="9525">
            <a:noFill/>
            <a:miter lim="800000"/>
            <a:headEnd/>
            <a:tailEnd/>
          </a:ln>
        </p:spPr>
        <p:txBody>
          <a:bodyPr rot="10800000" wrap="none" anchor="ctr"/>
          <a:lstStyle/>
          <a:p>
            <a:pPr algn="l"/>
            <a:endParaRPr lang="en-US">
              <a:solidFill>
                <a:srgbClr val="996633"/>
              </a:solidFill>
            </a:endParaRPr>
          </a:p>
        </p:txBody>
      </p:sp>
      <p:grpSp>
        <p:nvGrpSpPr>
          <p:cNvPr id="222416" name="Group 525"/>
          <p:cNvGrpSpPr>
            <a:grpSpLocks/>
          </p:cNvGrpSpPr>
          <p:nvPr/>
        </p:nvGrpSpPr>
        <p:grpSpPr bwMode="auto">
          <a:xfrm>
            <a:off x="7467600" y="4597400"/>
            <a:ext cx="609600" cy="736600"/>
            <a:chOff x="1488" y="2448"/>
            <a:chExt cx="384" cy="464"/>
          </a:xfrm>
        </p:grpSpPr>
        <p:sp>
          <p:nvSpPr>
            <p:cNvPr id="22637" name="Rectangle 526"/>
            <p:cNvSpPr>
              <a:spLocks noChangeArrowheads="1"/>
            </p:cNvSpPr>
            <p:nvPr/>
          </p:nvSpPr>
          <p:spPr bwMode="auto">
            <a:xfrm>
              <a:off x="1488" y="2768"/>
              <a:ext cx="336" cy="144"/>
            </a:xfrm>
            <a:prstGeom prst="rect">
              <a:avLst/>
            </a:prstGeom>
            <a:solidFill>
              <a:schemeClr val="bg1"/>
            </a:solidFill>
            <a:ln w="9525">
              <a:noFill/>
              <a:miter lim="800000"/>
              <a:headEnd/>
              <a:tailEnd/>
            </a:ln>
          </p:spPr>
          <p:txBody>
            <a:bodyPr wrap="none" anchor="ctr"/>
            <a:lstStyle/>
            <a:p>
              <a:pPr algn="l"/>
              <a:r>
                <a:rPr lang="en-US" sz="2800" b="1" dirty="0">
                  <a:solidFill>
                    <a:srgbClr val="C00000"/>
                  </a:solidFill>
                </a:rPr>
                <a:t>Core</a:t>
              </a:r>
            </a:p>
          </p:txBody>
        </p:sp>
        <p:sp>
          <p:nvSpPr>
            <p:cNvPr id="22638" name="Line 527"/>
            <p:cNvSpPr>
              <a:spLocks noChangeShapeType="1"/>
            </p:cNvSpPr>
            <p:nvPr/>
          </p:nvSpPr>
          <p:spPr bwMode="auto">
            <a:xfrm flipV="1">
              <a:off x="1680" y="2448"/>
              <a:ext cx="192" cy="336"/>
            </a:xfrm>
            <a:prstGeom prst="line">
              <a:avLst/>
            </a:prstGeom>
            <a:noFill/>
            <a:ln w="9525">
              <a:solidFill>
                <a:schemeClr val="tx1"/>
              </a:solidFill>
              <a:round/>
              <a:headEnd/>
              <a:tailEnd type="triangle" w="med" len="med"/>
            </a:ln>
          </p:spPr>
          <p:txBody>
            <a:bodyPr/>
            <a:lstStyle/>
            <a:p>
              <a:endParaRPr lang="en-US"/>
            </a:p>
          </p:txBody>
        </p:sp>
      </p:grpSp>
      <p:sp>
        <p:nvSpPr>
          <p:cNvPr id="222736" name="Rectangle 528"/>
          <p:cNvSpPr>
            <a:spLocks noChangeArrowheads="1"/>
          </p:cNvSpPr>
          <p:nvPr/>
        </p:nvSpPr>
        <p:spPr bwMode="auto">
          <a:xfrm>
            <a:off x="8991600" y="3835400"/>
            <a:ext cx="228600" cy="76200"/>
          </a:xfrm>
          <a:prstGeom prst="rect">
            <a:avLst/>
          </a:prstGeom>
          <a:solidFill>
            <a:schemeClr val="bg1"/>
          </a:solidFill>
          <a:ln w="9525" algn="ctr">
            <a:noFill/>
            <a:miter lim="800000"/>
            <a:headEnd/>
            <a:tailEnd/>
          </a:ln>
        </p:spPr>
        <p:txBody>
          <a:bodyPr wrap="none" anchor="ctr"/>
          <a:lstStyle/>
          <a:p>
            <a:endParaRPr lang="en-US"/>
          </a:p>
        </p:txBody>
      </p:sp>
      <p:grpSp>
        <p:nvGrpSpPr>
          <p:cNvPr id="222417" name="Group 529"/>
          <p:cNvGrpSpPr>
            <a:grpSpLocks/>
          </p:cNvGrpSpPr>
          <p:nvPr/>
        </p:nvGrpSpPr>
        <p:grpSpPr bwMode="auto">
          <a:xfrm>
            <a:off x="6692900" y="2667000"/>
            <a:ext cx="2895600" cy="165100"/>
            <a:chOff x="1000" y="1232"/>
            <a:chExt cx="1824" cy="104"/>
          </a:xfrm>
        </p:grpSpPr>
        <p:sp>
          <p:nvSpPr>
            <p:cNvPr id="22635" name="Rectangle 530"/>
            <p:cNvSpPr>
              <a:spLocks noChangeArrowheads="1"/>
            </p:cNvSpPr>
            <p:nvPr/>
          </p:nvSpPr>
          <p:spPr bwMode="auto">
            <a:xfrm rot="10800000">
              <a:off x="1000" y="1232"/>
              <a:ext cx="1824" cy="96"/>
            </a:xfrm>
            <a:prstGeom prst="rect">
              <a:avLst/>
            </a:prstGeom>
            <a:noFill/>
            <a:ln w="28575">
              <a:solidFill>
                <a:schemeClr val="tx1"/>
              </a:solidFill>
              <a:miter lim="800000"/>
              <a:headEnd/>
              <a:tailEnd/>
            </a:ln>
          </p:spPr>
          <p:txBody>
            <a:bodyPr wrap="none" anchor="ctr"/>
            <a:lstStyle/>
            <a:p>
              <a:endParaRPr lang="en-US" dirty="0"/>
            </a:p>
          </p:txBody>
        </p:sp>
        <p:sp>
          <p:nvSpPr>
            <p:cNvPr id="22636" name="Rectangle 531" descr="Wide downward diagonal"/>
            <p:cNvSpPr>
              <a:spLocks noChangeArrowheads="1"/>
            </p:cNvSpPr>
            <p:nvPr/>
          </p:nvSpPr>
          <p:spPr bwMode="auto">
            <a:xfrm>
              <a:off x="1552" y="1240"/>
              <a:ext cx="768" cy="96"/>
            </a:xfrm>
            <a:prstGeom prst="rect">
              <a:avLst/>
            </a:prstGeom>
            <a:pattFill prst="wdDnDiag">
              <a:fgClr>
                <a:schemeClr val="accent2"/>
              </a:fgClr>
              <a:bgClr>
                <a:schemeClr val="bg1"/>
              </a:bgClr>
            </a:pattFill>
            <a:ln w="19050" algn="ctr">
              <a:solidFill>
                <a:schemeClr val="tx1"/>
              </a:solidFill>
              <a:miter lim="800000"/>
              <a:headEnd/>
              <a:tailEnd/>
            </a:ln>
          </p:spPr>
          <p:txBody>
            <a:bodyPr wrap="none" anchor="ctr"/>
            <a:lstStyle/>
            <a:p>
              <a:endParaRPr lang="en-US"/>
            </a:p>
          </p:txBody>
        </p:sp>
      </p:grpSp>
      <p:grpSp>
        <p:nvGrpSpPr>
          <p:cNvPr id="222418" name="Group 532"/>
          <p:cNvGrpSpPr>
            <a:grpSpLocks/>
          </p:cNvGrpSpPr>
          <p:nvPr/>
        </p:nvGrpSpPr>
        <p:grpSpPr bwMode="auto">
          <a:xfrm>
            <a:off x="8509000" y="2819400"/>
            <a:ext cx="266700" cy="558800"/>
            <a:chOff x="2144" y="1328"/>
            <a:chExt cx="168" cy="352"/>
          </a:xfrm>
        </p:grpSpPr>
        <p:grpSp>
          <p:nvGrpSpPr>
            <p:cNvPr id="222419" name="Group 533"/>
            <p:cNvGrpSpPr>
              <a:grpSpLocks/>
            </p:cNvGrpSpPr>
            <p:nvPr/>
          </p:nvGrpSpPr>
          <p:grpSpPr bwMode="auto">
            <a:xfrm rot="10800000" flipV="1">
              <a:off x="2144" y="1440"/>
              <a:ext cx="144" cy="240"/>
              <a:chOff x="2016" y="952"/>
              <a:chExt cx="160" cy="232"/>
            </a:xfrm>
          </p:grpSpPr>
          <p:sp>
            <p:nvSpPr>
              <p:cNvPr id="22628" name="Line 534"/>
              <p:cNvSpPr>
                <a:spLocks noChangeShapeType="1"/>
              </p:cNvSpPr>
              <p:nvPr/>
            </p:nvSpPr>
            <p:spPr bwMode="auto">
              <a:xfrm>
                <a:off x="2016" y="960"/>
                <a:ext cx="48" cy="0"/>
              </a:xfrm>
              <a:prstGeom prst="line">
                <a:avLst/>
              </a:prstGeom>
              <a:noFill/>
              <a:ln w="19050">
                <a:solidFill>
                  <a:srgbClr val="009900"/>
                </a:solidFill>
                <a:round/>
                <a:headEnd/>
                <a:tailEnd/>
              </a:ln>
            </p:spPr>
            <p:txBody>
              <a:bodyPr/>
              <a:lstStyle/>
              <a:p>
                <a:endParaRPr lang="en-US"/>
              </a:p>
            </p:txBody>
          </p:sp>
          <p:grpSp>
            <p:nvGrpSpPr>
              <p:cNvPr id="222420" name="Group 535"/>
              <p:cNvGrpSpPr>
                <a:grpSpLocks/>
              </p:cNvGrpSpPr>
              <p:nvPr/>
            </p:nvGrpSpPr>
            <p:grpSpPr bwMode="auto">
              <a:xfrm>
                <a:off x="2032" y="952"/>
                <a:ext cx="144" cy="232"/>
                <a:chOff x="2032" y="952"/>
                <a:chExt cx="144" cy="232"/>
              </a:xfrm>
            </p:grpSpPr>
            <p:sp>
              <p:nvSpPr>
                <p:cNvPr id="22630" name="Line 536"/>
                <p:cNvSpPr>
                  <a:spLocks noChangeShapeType="1"/>
                </p:cNvSpPr>
                <p:nvPr/>
              </p:nvSpPr>
              <p:spPr bwMode="auto">
                <a:xfrm>
                  <a:off x="2032" y="952"/>
                  <a:ext cx="0" cy="224"/>
                </a:xfrm>
                <a:prstGeom prst="line">
                  <a:avLst/>
                </a:prstGeom>
                <a:noFill/>
                <a:ln w="19050">
                  <a:solidFill>
                    <a:srgbClr val="009900"/>
                  </a:solidFill>
                  <a:round/>
                  <a:headEnd/>
                  <a:tailEnd/>
                </a:ln>
              </p:spPr>
              <p:txBody>
                <a:bodyPr/>
                <a:lstStyle/>
                <a:p>
                  <a:endParaRPr lang="en-US"/>
                </a:p>
              </p:txBody>
            </p:sp>
            <p:sp>
              <p:nvSpPr>
                <p:cNvPr id="22631" name="Line 537"/>
                <p:cNvSpPr>
                  <a:spLocks noChangeShapeType="1"/>
                </p:cNvSpPr>
                <p:nvPr/>
              </p:nvSpPr>
              <p:spPr bwMode="auto">
                <a:xfrm>
                  <a:off x="2056" y="960"/>
                  <a:ext cx="0" cy="192"/>
                </a:xfrm>
                <a:prstGeom prst="line">
                  <a:avLst/>
                </a:prstGeom>
                <a:noFill/>
                <a:ln w="19050">
                  <a:solidFill>
                    <a:srgbClr val="009900"/>
                  </a:solidFill>
                  <a:round/>
                  <a:headEnd/>
                  <a:tailEnd/>
                </a:ln>
              </p:spPr>
              <p:txBody>
                <a:bodyPr/>
                <a:lstStyle/>
                <a:p>
                  <a:endParaRPr lang="en-US"/>
                </a:p>
              </p:txBody>
            </p:sp>
            <p:sp>
              <p:nvSpPr>
                <p:cNvPr id="22632" name="Line 538"/>
                <p:cNvSpPr>
                  <a:spLocks noChangeShapeType="1"/>
                </p:cNvSpPr>
                <p:nvPr/>
              </p:nvSpPr>
              <p:spPr bwMode="auto">
                <a:xfrm>
                  <a:off x="2064" y="1152"/>
                  <a:ext cx="96" cy="0"/>
                </a:xfrm>
                <a:prstGeom prst="line">
                  <a:avLst/>
                </a:prstGeom>
                <a:noFill/>
                <a:ln w="19050">
                  <a:solidFill>
                    <a:srgbClr val="009900"/>
                  </a:solidFill>
                  <a:round/>
                  <a:headEnd/>
                  <a:tailEnd/>
                </a:ln>
              </p:spPr>
              <p:txBody>
                <a:bodyPr/>
                <a:lstStyle/>
                <a:p>
                  <a:endParaRPr lang="en-US"/>
                </a:p>
              </p:txBody>
            </p:sp>
            <p:sp>
              <p:nvSpPr>
                <p:cNvPr id="22633" name="Line 539"/>
                <p:cNvSpPr>
                  <a:spLocks noChangeShapeType="1"/>
                </p:cNvSpPr>
                <p:nvPr/>
              </p:nvSpPr>
              <p:spPr bwMode="auto">
                <a:xfrm>
                  <a:off x="2032" y="1176"/>
                  <a:ext cx="144" cy="0"/>
                </a:xfrm>
                <a:prstGeom prst="line">
                  <a:avLst/>
                </a:prstGeom>
                <a:noFill/>
                <a:ln w="19050">
                  <a:solidFill>
                    <a:srgbClr val="009900"/>
                  </a:solidFill>
                  <a:round/>
                  <a:headEnd/>
                  <a:tailEnd/>
                </a:ln>
              </p:spPr>
              <p:txBody>
                <a:bodyPr/>
                <a:lstStyle/>
                <a:p>
                  <a:endParaRPr lang="en-US"/>
                </a:p>
              </p:txBody>
            </p:sp>
            <p:sp>
              <p:nvSpPr>
                <p:cNvPr id="22634" name="Line 540"/>
                <p:cNvSpPr>
                  <a:spLocks noChangeShapeType="1"/>
                </p:cNvSpPr>
                <p:nvPr/>
              </p:nvSpPr>
              <p:spPr bwMode="auto">
                <a:xfrm rot="5400000">
                  <a:off x="2144" y="1160"/>
                  <a:ext cx="48" cy="0"/>
                </a:xfrm>
                <a:prstGeom prst="line">
                  <a:avLst/>
                </a:prstGeom>
                <a:noFill/>
                <a:ln w="19050">
                  <a:solidFill>
                    <a:srgbClr val="009900"/>
                  </a:solidFill>
                  <a:round/>
                  <a:headEnd/>
                  <a:tailEnd/>
                </a:ln>
              </p:spPr>
              <p:txBody>
                <a:bodyPr/>
                <a:lstStyle/>
                <a:p>
                  <a:endParaRPr lang="en-US"/>
                </a:p>
              </p:txBody>
            </p:sp>
          </p:grpSp>
        </p:grpSp>
        <p:sp>
          <p:nvSpPr>
            <p:cNvPr id="22627" name="Rectangle 541"/>
            <p:cNvSpPr>
              <a:spLocks noChangeArrowheads="1"/>
            </p:cNvSpPr>
            <p:nvPr/>
          </p:nvSpPr>
          <p:spPr bwMode="auto">
            <a:xfrm>
              <a:off x="2277" y="1328"/>
              <a:ext cx="35" cy="288"/>
            </a:xfrm>
            <a:prstGeom prst="rect">
              <a:avLst/>
            </a:prstGeom>
            <a:pattFill prst="dkDnDiag">
              <a:fgClr>
                <a:schemeClr val="accent1"/>
              </a:fgClr>
              <a:bgClr>
                <a:schemeClr val="bg1"/>
              </a:bgClr>
            </a:pattFill>
            <a:ln w="15875" algn="ctr">
              <a:solidFill>
                <a:schemeClr val="tx1"/>
              </a:solidFill>
              <a:miter lim="800000"/>
              <a:headEnd/>
              <a:tailEnd/>
            </a:ln>
          </p:spPr>
          <p:txBody>
            <a:bodyPr wrap="none" anchor="ctr"/>
            <a:lstStyle/>
            <a:p>
              <a:endParaRPr lang="en-US"/>
            </a:p>
          </p:txBody>
        </p:sp>
      </p:grpSp>
      <p:sp>
        <p:nvSpPr>
          <p:cNvPr id="222750" name="Line 542"/>
          <p:cNvSpPr>
            <a:spLocks noChangeShapeType="1"/>
          </p:cNvSpPr>
          <p:nvPr/>
        </p:nvSpPr>
        <p:spPr bwMode="auto">
          <a:xfrm>
            <a:off x="8826500" y="2819400"/>
            <a:ext cx="0" cy="457200"/>
          </a:xfrm>
          <a:prstGeom prst="line">
            <a:avLst/>
          </a:prstGeom>
          <a:noFill/>
          <a:ln w="19050">
            <a:solidFill>
              <a:schemeClr val="tx1"/>
            </a:solidFill>
            <a:round/>
            <a:headEnd/>
            <a:tailEnd/>
          </a:ln>
        </p:spPr>
        <p:txBody>
          <a:bodyPr/>
          <a:lstStyle/>
          <a:p>
            <a:endParaRPr lang="en-US"/>
          </a:p>
        </p:txBody>
      </p:sp>
      <p:sp>
        <p:nvSpPr>
          <p:cNvPr id="222751" name="Rectangle 543" descr="Large confetti"/>
          <p:cNvSpPr>
            <a:spLocks noChangeArrowheads="1"/>
          </p:cNvSpPr>
          <p:nvPr/>
        </p:nvSpPr>
        <p:spPr bwMode="auto">
          <a:xfrm rot="10800000">
            <a:off x="8953500" y="2844800"/>
            <a:ext cx="342900" cy="152400"/>
          </a:xfrm>
          <a:prstGeom prst="rect">
            <a:avLst/>
          </a:prstGeom>
          <a:pattFill prst="lgConfetti">
            <a:fgClr>
              <a:srgbClr val="996633"/>
            </a:fgClr>
            <a:bgClr>
              <a:schemeClr val="bg1"/>
            </a:bgClr>
          </a:pattFill>
          <a:ln w="9525">
            <a:noFill/>
            <a:miter lim="800000"/>
            <a:headEnd/>
            <a:tailEnd/>
          </a:ln>
        </p:spPr>
        <p:txBody>
          <a:bodyPr rot="10800000" wrap="none" anchor="ctr"/>
          <a:lstStyle/>
          <a:p>
            <a:pPr algn="l"/>
            <a:endParaRPr lang="en-US">
              <a:solidFill>
                <a:srgbClr val="996633"/>
              </a:solidFill>
            </a:endParaRPr>
          </a:p>
        </p:txBody>
      </p:sp>
      <p:sp>
        <p:nvSpPr>
          <p:cNvPr id="222752" name="Freeform 544"/>
          <p:cNvSpPr>
            <a:spLocks/>
          </p:cNvSpPr>
          <p:nvPr/>
        </p:nvSpPr>
        <p:spPr bwMode="auto">
          <a:xfrm>
            <a:off x="8991600" y="3822700"/>
            <a:ext cx="228600" cy="152400"/>
          </a:xfrm>
          <a:custGeom>
            <a:avLst/>
            <a:gdLst>
              <a:gd name="T0" fmla="*/ 228600 w 144"/>
              <a:gd name="T1" fmla="*/ 0 h 76"/>
              <a:gd name="T2" fmla="*/ 190500 w 144"/>
              <a:gd name="T3" fmla="*/ 144379 h 76"/>
              <a:gd name="T4" fmla="*/ 0 w 144"/>
              <a:gd name="T5" fmla="*/ 48126 h 76"/>
              <a:gd name="T6" fmla="*/ 0 60000 65536"/>
              <a:gd name="T7" fmla="*/ 0 60000 65536"/>
              <a:gd name="T8" fmla="*/ 0 60000 65536"/>
              <a:gd name="T9" fmla="*/ 0 w 144"/>
              <a:gd name="T10" fmla="*/ 0 h 76"/>
              <a:gd name="T11" fmla="*/ 144 w 144"/>
              <a:gd name="T12" fmla="*/ 76 h 76"/>
            </a:gdLst>
            <a:ahLst/>
            <a:cxnLst>
              <a:cxn ang="T6">
                <a:pos x="T0" y="T1"/>
              </a:cxn>
              <a:cxn ang="T7">
                <a:pos x="T2" y="T3"/>
              </a:cxn>
              <a:cxn ang="T8">
                <a:pos x="T4" y="T5"/>
              </a:cxn>
            </a:cxnLst>
            <a:rect l="T9" t="T10" r="T11" b="T12"/>
            <a:pathLst>
              <a:path w="144" h="76">
                <a:moveTo>
                  <a:pt x="144" y="0"/>
                </a:moveTo>
                <a:cubicBezTo>
                  <a:pt x="140" y="12"/>
                  <a:pt x="144" y="68"/>
                  <a:pt x="120" y="72"/>
                </a:cubicBezTo>
                <a:cubicBezTo>
                  <a:pt x="96" y="76"/>
                  <a:pt x="25" y="34"/>
                  <a:pt x="0" y="24"/>
                </a:cubicBezTo>
              </a:path>
            </a:pathLst>
          </a:custGeom>
          <a:noFill/>
          <a:ln w="28575">
            <a:solidFill>
              <a:srgbClr val="FF0066"/>
            </a:solidFill>
            <a:round/>
            <a:headEnd/>
            <a:tailEnd/>
          </a:ln>
        </p:spPr>
        <p:txBody>
          <a:bodyPr/>
          <a:lstStyle/>
          <a:p>
            <a:endParaRPr lang="en-US"/>
          </a:p>
        </p:txBody>
      </p:sp>
      <p:sp>
        <p:nvSpPr>
          <p:cNvPr id="222753" name="Rectangle 545"/>
          <p:cNvSpPr>
            <a:spLocks noChangeArrowheads="1"/>
          </p:cNvSpPr>
          <p:nvPr/>
        </p:nvSpPr>
        <p:spPr bwMode="auto">
          <a:xfrm>
            <a:off x="9080500" y="2819400"/>
            <a:ext cx="266700" cy="177800"/>
          </a:xfrm>
          <a:prstGeom prst="rect">
            <a:avLst/>
          </a:prstGeom>
          <a:solidFill>
            <a:schemeClr val="bg1"/>
          </a:solidFill>
          <a:ln w="9525" algn="ctr">
            <a:noFill/>
            <a:miter lim="800000"/>
            <a:headEnd/>
            <a:tailEnd/>
          </a:ln>
        </p:spPr>
        <p:txBody>
          <a:bodyPr wrap="none" anchor="ctr"/>
          <a:lstStyle/>
          <a:p>
            <a:endParaRPr lang="en-US"/>
          </a:p>
        </p:txBody>
      </p:sp>
      <p:grpSp>
        <p:nvGrpSpPr>
          <p:cNvPr id="222421" name="Group 546"/>
          <p:cNvGrpSpPr>
            <a:grpSpLocks/>
          </p:cNvGrpSpPr>
          <p:nvPr/>
        </p:nvGrpSpPr>
        <p:grpSpPr bwMode="auto">
          <a:xfrm>
            <a:off x="9004300" y="2790826"/>
            <a:ext cx="368300" cy="130175"/>
            <a:chOff x="3888" y="1400"/>
            <a:chExt cx="264" cy="82"/>
          </a:xfrm>
        </p:grpSpPr>
        <p:sp>
          <p:nvSpPr>
            <p:cNvPr id="22624" name="Freeform 547"/>
            <p:cNvSpPr>
              <a:spLocks/>
            </p:cNvSpPr>
            <p:nvPr/>
          </p:nvSpPr>
          <p:spPr bwMode="auto">
            <a:xfrm>
              <a:off x="4080" y="1416"/>
              <a:ext cx="72" cy="48"/>
            </a:xfrm>
            <a:custGeom>
              <a:avLst/>
              <a:gdLst>
                <a:gd name="T0" fmla="*/ 0 w 72"/>
                <a:gd name="T1" fmla="*/ 48 h 48"/>
                <a:gd name="T2" fmla="*/ 64 w 72"/>
                <a:gd name="T3" fmla="*/ 40 h 48"/>
                <a:gd name="T4" fmla="*/ 48 w 72"/>
                <a:gd name="T5" fmla="*/ 0 h 48"/>
                <a:gd name="T6" fmla="*/ 0 60000 65536"/>
                <a:gd name="T7" fmla="*/ 0 60000 65536"/>
                <a:gd name="T8" fmla="*/ 0 60000 65536"/>
                <a:gd name="T9" fmla="*/ 0 w 72"/>
                <a:gd name="T10" fmla="*/ 0 h 48"/>
                <a:gd name="T11" fmla="*/ 72 w 72"/>
                <a:gd name="T12" fmla="*/ 48 h 48"/>
              </a:gdLst>
              <a:ahLst/>
              <a:cxnLst>
                <a:cxn ang="T6">
                  <a:pos x="T0" y="T1"/>
                </a:cxn>
                <a:cxn ang="T7">
                  <a:pos x="T2" y="T3"/>
                </a:cxn>
                <a:cxn ang="T8">
                  <a:pos x="T4" y="T5"/>
                </a:cxn>
              </a:cxnLst>
              <a:rect l="T9" t="T10" r="T11" b="T12"/>
              <a:pathLst>
                <a:path w="72" h="48">
                  <a:moveTo>
                    <a:pt x="0" y="48"/>
                  </a:moveTo>
                  <a:cubicBezTo>
                    <a:pt x="11" y="47"/>
                    <a:pt x="56" y="48"/>
                    <a:pt x="64" y="40"/>
                  </a:cubicBezTo>
                  <a:cubicBezTo>
                    <a:pt x="72" y="32"/>
                    <a:pt x="51" y="8"/>
                    <a:pt x="48" y="0"/>
                  </a:cubicBezTo>
                </a:path>
              </a:pathLst>
            </a:custGeom>
            <a:noFill/>
            <a:ln w="28575">
              <a:solidFill>
                <a:srgbClr val="FF0066"/>
              </a:solidFill>
              <a:round/>
              <a:headEnd/>
              <a:tailEnd/>
            </a:ln>
          </p:spPr>
          <p:txBody>
            <a:bodyPr/>
            <a:lstStyle/>
            <a:p>
              <a:endParaRPr lang="en-US"/>
            </a:p>
          </p:txBody>
        </p:sp>
        <p:sp>
          <p:nvSpPr>
            <p:cNvPr id="22625" name="Freeform 548"/>
            <p:cNvSpPr>
              <a:spLocks/>
            </p:cNvSpPr>
            <p:nvPr/>
          </p:nvSpPr>
          <p:spPr bwMode="auto">
            <a:xfrm>
              <a:off x="3888" y="1400"/>
              <a:ext cx="72" cy="82"/>
            </a:xfrm>
            <a:custGeom>
              <a:avLst/>
              <a:gdLst>
                <a:gd name="T0" fmla="*/ 24 w 72"/>
                <a:gd name="T1" fmla="*/ 0 h 82"/>
                <a:gd name="T2" fmla="*/ 8 w 72"/>
                <a:gd name="T3" fmla="*/ 48 h 82"/>
                <a:gd name="T4" fmla="*/ 72 w 72"/>
                <a:gd name="T5" fmla="*/ 82 h 82"/>
                <a:gd name="T6" fmla="*/ 0 60000 65536"/>
                <a:gd name="T7" fmla="*/ 0 60000 65536"/>
                <a:gd name="T8" fmla="*/ 0 60000 65536"/>
                <a:gd name="T9" fmla="*/ 0 w 72"/>
                <a:gd name="T10" fmla="*/ 0 h 82"/>
                <a:gd name="T11" fmla="*/ 72 w 72"/>
                <a:gd name="T12" fmla="*/ 82 h 82"/>
              </a:gdLst>
              <a:ahLst/>
              <a:cxnLst>
                <a:cxn ang="T6">
                  <a:pos x="T0" y="T1"/>
                </a:cxn>
                <a:cxn ang="T7">
                  <a:pos x="T2" y="T3"/>
                </a:cxn>
                <a:cxn ang="T8">
                  <a:pos x="T4" y="T5"/>
                </a:cxn>
              </a:cxnLst>
              <a:rect l="T9" t="T10" r="T11" b="T12"/>
              <a:pathLst>
                <a:path w="72" h="82">
                  <a:moveTo>
                    <a:pt x="24" y="0"/>
                  </a:moveTo>
                  <a:cubicBezTo>
                    <a:pt x="21" y="8"/>
                    <a:pt x="0" y="34"/>
                    <a:pt x="8" y="48"/>
                  </a:cubicBezTo>
                  <a:cubicBezTo>
                    <a:pt x="16" y="62"/>
                    <a:pt x="59" y="75"/>
                    <a:pt x="72" y="82"/>
                  </a:cubicBezTo>
                </a:path>
              </a:pathLst>
            </a:custGeom>
            <a:noFill/>
            <a:ln w="28575">
              <a:solidFill>
                <a:srgbClr val="FF0066"/>
              </a:solidFill>
              <a:round/>
              <a:headEnd/>
              <a:tailEnd/>
            </a:ln>
          </p:spPr>
          <p:txBody>
            <a:bodyPr/>
            <a:lstStyle/>
            <a:p>
              <a:endParaRPr lang="en-US"/>
            </a:p>
          </p:txBody>
        </p:sp>
      </p:grpSp>
      <p:grpSp>
        <p:nvGrpSpPr>
          <p:cNvPr id="222422" name="Group 549"/>
          <p:cNvGrpSpPr>
            <a:grpSpLocks/>
          </p:cNvGrpSpPr>
          <p:nvPr/>
        </p:nvGrpSpPr>
        <p:grpSpPr bwMode="auto">
          <a:xfrm>
            <a:off x="9117014" y="2844801"/>
            <a:ext cx="179387" cy="982663"/>
            <a:chOff x="3519" y="1327"/>
            <a:chExt cx="113" cy="619"/>
          </a:xfrm>
        </p:grpSpPr>
        <p:sp>
          <p:nvSpPr>
            <p:cNvPr id="22622" name="Line 550"/>
            <p:cNvSpPr>
              <a:spLocks noChangeShapeType="1"/>
            </p:cNvSpPr>
            <p:nvPr/>
          </p:nvSpPr>
          <p:spPr bwMode="auto">
            <a:xfrm flipH="1">
              <a:off x="3584" y="1352"/>
              <a:ext cx="48" cy="587"/>
            </a:xfrm>
            <a:prstGeom prst="line">
              <a:avLst/>
            </a:prstGeom>
            <a:noFill/>
            <a:ln w="28575">
              <a:solidFill>
                <a:srgbClr val="FF0066"/>
              </a:solidFill>
              <a:round/>
              <a:headEnd/>
              <a:tailEnd/>
            </a:ln>
          </p:spPr>
          <p:txBody>
            <a:bodyPr/>
            <a:lstStyle/>
            <a:p>
              <a:endParaRPr lang="en-US"/>
            </a:p>
          </p:txBody>
        </p:sp>
        <p:sp>
          <p:nvSpPr>
            <p:cNvPr id="22623" name="Freeform 551"/>
            <p:cNvSpPr>
              <a:spLocks/>
            </p:cNvSpPr>
            <p:nvPr/>
          </p:nvSpPr>
          <p:spPr bwMode="auto">
            <a:xfrm>
              <a:off x="3519" y="1327"/>
              <a:ext cx="9" cy="619"/>
            </a:xfrm>
            <a:custGeom>
              <a:avLst/>
              <a:gdLst>
                <a:gd name="T0" fmla="*/ 1 w 9"/>
                <a:gd name="T1" fmla="*/ 65 h 619"/>
                <a:gd name="T2" fmla="*/ 1 w 9"/>
                <a:gd name="T3" fmla="*/ 65 h 619"/>
                <a:gd name="T4" fmla="*/ 9 w 9"/>
                <a:gd name="T5" fmla="*/ 72 h 619"/>
                <a:gd name="T6" fmla="*/ 9 w 9"/>
                <a:gd name="T7" fmla="*/ 496 h 619"/>
                <a:gd name="T8" fmla="*/ 9 w 9"/>
                <a:gd name="T9" fmla="*/ 602 h 619"/>
                <a:gd name="T10" fmla="*/ 9 w 9"/>
                <a:gd name="T11" fmla="*/ 601 h 619"/>
                <a:gd name="T12" fmla="*/ 0 60000 65536"/>
                <a:gd name="T13" fmla="*/ 0 60000 65536"/>
                <a:gd name="T14" fmla="*/ 0 60000 65536"/>
                <a:gd name="T15" fmla="*/ 0 60000 65536"/>
                <a:gd name="T16" fmla="*/ 0 60000 65536"/>
                <a:gd name="T17" fmla="*/ 0 60000 65536"/>
                <a:gd name="T18" fmla="*/ 0 w 9"/>
                <a:gd name="T19" fmla="*/ 0 h 619"/>
                <a:gd name="T20" fmla="*/ 9 w 9"/>
                <a:gd name="T21" fmla="*/ 619 h 619"/>
              </a:gdLst>
              <a:ahLst/>
              <a:cxnLst>
                <a:cxn ang="T12">
                  <a:pos x="T0" y="T1"/>
                </a:cxn>
                <a:cxn ang="T13">
                  <a:pos x="T2" y="T3"/>
                </a:cxn>
                <a:cxn ang="T14">
                  <a:pos x="T4" y="T5"/>
                </a:cxn>
                <a:cxn ang="T15">
                  <a:pos x="T6" y="T7"/>
                </a:cxn>
                <a:cxn ang="T16">
                  <a:pos x="T8" y="T9"/>
                </a:cxn>
                <a:cxn ang="T17">
                  <a:pos x="T10" y="T11"/>
                </a:cxn>
              </a:cxnLst>
              <a:rect l="T18" t="T19" r="T20" b="T21"/>
              <a:pathLst>
                <a:path w="9" h="619">
                  <a:moveTo>
                    <a:pt x="1" y="65"/>
                  </a:moveTo>
                  <a:cubicBezTo>
                    <a:pt x="1" y="65"/>
                    <a:pt x="0" y="64"/>
                    <a:pt x="1" y="65"/>
                  </a:cubicBezTo>
                  <a:cubicBezTo>
                    <a:pt x="2" y="66"/>
                    <a:pt x="8" y="0"/>
                    <a:pt x="9" y="72"/>
                  </a:cubicBezTo>
                  <a:lnTo>
                    <a:pt x="9" y="496"/>
                  </a:lnTo>
                  <a:lnTo>
                    <a:pt x="9" y="602"/>
                  </a:lnTo>
                  <a:cubicBezTo>
                    <a:pt x="9" y="619"/>
                    <a:pt x="9" y="601"/>
                    <a:pt x="9" y="601"/>
                  </a:cubicBezTo>
                </a:path>
              </a:pathLst>
            </a:custGeom>
            <a:noFill/>
            <a:ln w="28575">
              <a:solidFill>
                <a:srgbClr val="FF0066"/>
              </a:solidFill>
              <a:round/>
              <a:headEnd/>
              <a:tailEnd/>
            </a:ln>
          </p:spPr>
          <p:txBody>
            <a:bodyPr/>
            <a:lstStyle/>
            <a:p>
              <a:endParaRPr lang="en-US"/>
            </a:p>
          </p:txBody>
        </p:sp>
      </p:grpSp>
      <p:grpSp>
        <p:nvGrpSpPr>
          <p:cNvPr id="222423" name="Group 552"/>
          <p:cNvGrpSpPr>
            <a:grpSpLocks/>
          </p:cNvGrpSpPr>
          <p:nvPr/>
        </p:nvGrpSpPr>
        <p:grpSpPr bwMode="auto">
          <a:xfrm>
            <a:off x="9220200" y="3898900"/>
            <a:ext cx="1371600" cy="685800"/>
            <a:chOff x="2592" y="2016"/>
            <a:chExt cx="864" cy="432"/>
          </a:xfrm>
        </p:grpSpPr>
        <p:sp>
          <p:nvSpPr>
            <p:cNvPr id="22620" name="Rectangle 553"/>
            <p:cNvSpPr>
              <a:spLocks noChangeArrowheads="1"/>
            </p:cNvSpPr>
            <p:nvPr/>
          </p:nvSpPr>
          <p:spPr bwMode="auto">
            <a:xfrm>
              <a:off x="2928" y="2304"/>
              <a:ext cx="528" cy="144"/>
            </a:xfrm>
            <a:prstGeom prst="rect">
              <a:avLst/>
            </a:prstGeom>
            <a:solidFill>
              <a:schemeClr val="bg1"/>
            </a:solidFill>
            <a:ln w="9525">
              <a:noFill/>
              <a:miter lim="800000"/>
              <a:headEnd/>
              <a:tailEnd/>
            </a:ln>
          </p:spPr>
          <p:txBody>
            <a:bodyPr wrap="none" anchor="ctr"/>
            <a:lstStyle/>
            <a:p>
              <a:pPr algn="l"/>
              <a:r>
                <a:rPr lang="en-US"/>
                <a:t>Runner</a:t>
              </a:r>
            </a:p>
          </p:txBody>
        </p:sp>
        <p:sp>
          <p:nvSpPr>
            <p:cNvPr id="22621" name="Line 554"/>
            <p:cNvSpPr>
              <a:spLocks noChangeShapeType="1"/>
            </p:cNvSpPr>
            <p:nvPr/>
          </p:nvSpPr>
          <p:spPr bwMode="auto">
            <a:xfrm flipH="1" flipV="1">
              <a:off x="2592" y="2016"/>
              <a:ext cx="336" cy="336"/>
            </a:xfrm>
            <a:prstGeom prst="line">
              <a:avLst/>
            </a:prstGeom>
            <a:noFill/>
            <a:ln w="9525">
              <a:solidFill>
                <a:schemeClr val="tx1"/>
              </a:solidFill>
              <a:round/>
              <a:headEnd/>
              <a:tailEnd type="triangle" w="med" len="med"/>
            </a:ln>
          </p:spPr>
          <p:txBody>
            <a:bodyPr/>
            <a:lstStyle/>
            <a:p>
              <a:endParaRPr lang="en-US"/>
            </a:p>
          </p:txBody>
        </p:sp>
      </p:grpSp>
      <p:grpSp>
        <p:nvGrpSpPr>
          <p:cNvPr id="222424" name="Group 555"/>
          <p:cNvGrpSpPr>
            <a:grpSpLocks/>
          </p:cNvGrpSpPr>
          <p:nvPr/>
        </p:nvGrpSpPr>
        <p:grpSpPr bwMode="auto">
          <a:xfrm>
            <a:off x="9067800" y="3911600"/>
            <a:ext cx="1219200" cy="1219200"/>
            <a:chOff x="2496" y="2016"/>
            <a:chExt cx="768" cy="768"/>
          </a:xfrm>
        </p:grpSpPr>
        <p:sp>
          <p:nvSpPr>
            <p:cNvPr id="22618" name="Rectangle 556"/>
            <p:cNvSpPr>
              <a:spLocks noChangeArrowheads="1"/>
            </p:cNvSpPr>
            <p:nvPr/>
          </p:nvSpPr>
          <p:spPr bwMode="auto">
            <a:xfrm>
              <a:off x="2928" y="2640"/>
              <a:ext cx="336" cy="144"/>
            </a:xfrm>
            <a:prstGeom prst="rect">
              <a:avLst/>
            </a:prstGeom>
            <a:solidFill>
              <a:schemeClr val="bg1"/>
            </a:solidFill>
            <a:ln w="9525">
              <a:noFill/>
              <a:miter lim="800000"/>
              <a:headEnd/>
              <a:tailEnd/>
            </a:ln>
          </p:spPr>
          <p:txBody>
            <a:bodyPr wrap="none" anchor="ctr"/>
            <a:lstStyle/>
            <a:p>
              <a:pPr algn="l"/>
              <a:r>
                <a:rPr lang="en-US"/>
                <a:t>Gate</a:t>
              </a:r>
            </a:p>
          </p:txBody>
        </p:sp>
        <p:sp>
          <p:nvSpPr>
            <p:cNvPr id="22619" name="Line 557"/>
            <p:cNvSpPr>
              <a:spLocks noChangeShapeType="1"/>
            </p:cNvSpPr>
            <p:nvPr/>
          </p:nvSpPr>
          <p:spPr bwMode="auto">
            <a:xfrm flipH="1" flipV="1">
              <a:off x="2496" y="2016"/>
              <a:ext cx="528" cy="624"/>
            </a:xfrm>
            <a:prstGeom prst="line">
              <a:avLst/>
            </a:prstGeom>
            <a:noFill/>
            <a:ln w="9525">
              <a:solidFill>
                <a:schemeClr val="tx1"/>
              </a:solidFill>
              <a:round/>
              <a:headEnd/>
              <a:tailEnd type="triangle" w="med" len="med"/>
            </a:ln>
          </p:spPr>
          <p:txBody>
            <a:bodyPr/>
            <a:lstStyle/>
            <a:p>
              <a:endParaRPr lang="en-US"/>
            </a:p>
          </p:txBody>
        </p:sp>
      </p:grpSp>
      <p:sp>
        <p:nvSpPr>
          <p:cNvPr id="34" name="Rectangle 374">
            <a:extLst>
              <a:ext uri="{FF2B5EF4-FFF2-40B4-BE49-F238E27FC236}">
                <a16:creationId xmlns:a16="http://schemas.microsoft.com/office/drawing/2014/main" id="{0AFCC76A-049F-A19F-AC53-F2F7CFF97754}"/>
              </a:ext>
            </a:extLst>
          </p:cNvPr>
          <p:cNvSpPr>
            <a:spLocks noChangeArrowheads="1"/>
          </p:cNvSpPr>
          <p:nvPr/>
        </p:nvSpPr>
        <p:spPr bwMode="auto">
          <a:xfrm>
            <a:off x="7043544" y="5638800"/>
            <a:ext cx="2362200" cy="228600"/>
          </a:xfrm>
          <a:prstGeom prst="rect">
            <a:avLst/>
          </a:prstGeom>
          <a:solidFill>
            <a:schemeClr val="bg1"/>
          </a:solidFill>
          <a:ln w="9525">
            <a:noFill/>
            <a:miter lim="800000"/>
            <a:headEnd/>
            <a:tailEnd/>
          </a:ln>
        </p:spPr>
        <p:txBody>
          <a:bodyPr wrap="none" anchor="ctr"/>
          <a:lstStyle/>
          <a:p>
            <a:r>
              <a:rPr lang="en-US" sz="2400" dirty="0">
                <a:latin typeface="Times New Roman" panose="02020603050405020304" pitchFamily="18" charset="0"/>
                <a:cs typeface="Times New Roman" panose="02020603050405020304" pitchFamily="18" charset="0"/>
              </a:rPr>
              <a:t>Mold with core</a:t>
            </a:r>
          </a:p>
        </p:txBody>
      </p:sp>
      <p:sp>
        <p:nvSpPr>
          <p:cNvPr id="35" name="Rectangle 2">
            <a:extLst>
              <a:ext uri="{FF2B5EF4-FFF2-40B4-BE49-F238E27FC236}">
                <a16:creationId xmlns:a16="http://schemas.microsoft.com/office/drawing/2014/main" id="{CE9FC114-F9BB-47B2-747A-BCDB7CE8E820}"/>
              </a:ext>
            </a:extLst>
          </p:cNvPr>
          <p:cNvSpPr txBox="1">
            <a:spLocks noChangeArrowheads="1"/>
          </p:cNvSpPr>
          <p:nvPr/>
        </p:nvSpPr>
        <p:spPr>
          <a:xfrm>
            <a:off x="3962400" y="351670"/>
            <a:ext cx="3657600" cy="533400"/>
          </a:xfrm>
          <a:prstGeom prst="rect">
            <a:avLst/>
          </a:prstGeom>
          <a:noFill/>
        </p:spPr>
        <p:txBody>
          <a:bodyPr wrap="square" lIns="0" tIns="0" rIns="0" bIns="0">
            <a:noAutofit/>
          </a:bodyPr>
          <a:lstStyle>
            <a:lvl1pPr>
              <a:defRPr sz="4800" b="0" i="0">
                <a:solidFill>
                  <a:srgbClr val="2E5496"/>
                </a:solidFill>
                <a:latin typeface="Times New Roman"/>
                <a:ea typeface="+mj-ea"/>
                <a:cs typeface="Times New Roman"/>
              </a:defRPr>
            </a:lvl1pPr>
          </a:lstStyle>
          <a:p>
            <a:pPr algn="l"/>
            <a:r>
              <a:rPr lang="en-US" sz="4000" b="1" kern="0" dirty="0">
                <a:solidFill>
                  <a:schemeClr val="accent1">
                    <a:lumMod val="50000"/>
                  </a:schemeClr>
                </a:solidFill>
              </a:rPr>
              <a:t>Assembled Core</a:t>
            </a:r>
          </a:p>
        </p:txBody>
      </p:sp>
    </p:spTree>
    <p:extLst>
      <p:ext uri="{BB962C8B-B14F-4D97-AF65-F5344CB8AC3E}">
        <p14:creationId xmlns:p14="http://schemas.microsoft.com/office/powerpoint/2010/main" val="36091436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222582">
                                            <p:txEl>
                                              <p:pRg st="0" end="0"/>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3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40 Perfect thank you messages (Appreciation sms)">
            <a:extLst>
              <a:ext uri="{FF2B5EF4-FFF2-40B4-BE49-F238E27FC236}">
                <a16:creationId xmlns:a16="http://schemas.microsoft.com/office/drawing/2014/main" id="{0EF917C7-33B0-4584-96EC-D99575EC62A2}"/>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tretch/>
        </p:blipFill>
        <p:spPr bwMode="auto">
          <a:xfrm>
            <a:off x="5183188" y="1944520"/>
            <a:ext cx="6172200" cy="3381469"/>
          </a:xfrm>
          <a:prstGeom prst="rect">
            <a:avLst/>
          </a:prstGeom>
          <a:solidFill>
            <a:srgbClr val="FFFFFF"/>
          </a:solidFill>
          <a:effectLst/>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33D0FC1B-8562-4575-9EEC-3FE101CA93E5}"/>
              </a:ext>
            </a:extLst>
          </p:cNvPr>
          <p:cNvSpPr>
            <a:spLocks noGrp="1"/>
          </p:cNvSpPr>
          <p:nvPr>
            <p:ph type="sldNum" sz="quarter" idx="12"/>
          </p:nvPr>
        </p:nvSpPr>
        <p:spPr>
          <a:xfrm>
            <a:off x="8610600" y="6485337"/>
            <a:ext cx="2743200" cy="365125"/>
          </a:xfrm>
        </p:spPr>
        <p:txBody>
          <a:bodyPr vert="horz" lIns="91440" tIns="45720" rIns="91440" bIns="45720" rtlCol="0" anchor="ctr">
            <a:normAutofit/>
          </a:bodyPr>
          <a:lstStyle/>
          <a:p>
            <a:pPr>
              <a:spcAft>
                <a:spcPts val="600"/>
              </a:spcAft>
              <a:defRPr/>
            </a:pPr>
            <a:fld id="{B0224EE6-E032-0A4B-A8B2-3B3E72DB7979}" type="slidenum">
              <a:rPr lang="en-US" smtClean="0">
                <a:solidFill>
                  <a:prstClr val="black">
                    <a:tint val="75000"/>
                  </a:prstClr>
                </a:solidFill>
              </a:rPr>
              <a:pPr>
                <a:spcAft>
                  <a:spcPts val="600"/>
                </a:spcAft>
                <a:defRPr/>
              </a:pPr>
              <a:t>14</a:t>
            </a:fld>
            <a:endParaRPr lang="en-US">
              <a:solidFill>
                <a:prstClr val="black">
                  <a:tint val="75000"/>
                </a:prstClr>
              </a:solidFill>
            </a:endParaRPr>
          </a:p>
        </p:txBody>
      </p:sp>
    </p:spTree>
    <p:extLst>
      <p:ext uri="{BB962C8B-B14F-4D97-AF65-F5344CB8AC3E}">
        <p14:creationId xmlns:p14="http://schemas.microsoft.com/office/powerpoint/2010/main" val="22461728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149</TotalTime>
  <Words>946</Words>
  <Application>Microsoft Office PowerPoint</Application>
  <PresentationFormat>Widescreen</PresentationFormat>
  <Paragraphs>73</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Aptos</vt:lpstr>
      <vt:lpstr>Arial</vt:lpstr>
      <vt:lpstr>Calibri</vt:lpstr>
      <vt:lpstr>Symbol</vt:lpstr>
      <vt:lpstr>Times New Roman</vt:lpstr>
      <vt:lpstr>Office Theme</vt:lpstr>
      <vt:lpstr>Molding and core making</vt:lpstr>
      <vt:lpstr>Conventional Molding Process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Gas Metal Arc Welding  (GMAW / MIG) Submerged Welding</dc:title>
  <dc:creator>Dr. Ashok Kumar Sharma [MU - Jaipur]</dc:creator>
  <cp:lastModifiedBy>Dr. Ashok Kumar Sharma [MU - Jaipur]</cp:lastModifiedBy>
  <cp:revision>29</cp:revision>
  <dcterms:created xsi:type="dcterms:W3CDTF">2020-04-30T11:37:54Z</dcterms:created>
  <dcterms:modified xsi:type="dcterms:W3CDTF">2025-07-31T11:09:34Z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2020-04-24T00:00:00Z</vt:filetime>
  </property>
  <property fmtid="{D5CDD505-2E9C-101B-9397-08002B2CF9AE}" pid="3" name="Creator">
    <vt:lpwstr>Microsoft® PowerPoint® 2016</vt:lpwstr>
  </property>
  <property fmtid="{D5CDD505-2E9C-101B-9397-08002B2CF9AE}" pid="4" name="LastSaved">
    <vt:filetime>2020-04-30T00:00:00Z</vt:filetime>
  </property>
</Properties>
</file>