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6"/>
  </p:notesMasterIdLst>
  <p:sldIdLst>
    <p:sldId id="256" r:id="rId3"/>
    <p:sldId id="306" r:id="rId4"/>
    <p:sldId id="307" r:id="rId5"/>
    <p:sldId id="315" r:id="rId6"/>
    <p:sldId id="293" r:id="rId7"/>
    <p:sldId id="294" r:id="rId8"/>
    <p:sldId id="362" r:id="rId9"/>
    <p:sldId id="297" r:id="rId10"/>
    <p:sldId id="363" r:id="rId11"/>
    <p:sldId id="364" r:id="rId12"/>
    <p:sldId id="304" r:id="rId13"/>
    <p:sldId id="305" r:id="rId14"/>
    <p:sldId id="361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4B595-7FDF-4609-AB4D-C1FB05BF012F}" v="38" dt="2025-08-30T14:56:11.03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20" autoAdjust="0"/>
  </p:normalViewPr>
  <p:slideViewPr>
    <p:cSldViewPr>
      <p:cViewPr varScale="1">
        <p:scale>
          <a:sx n="59" d="100"/>
          <a:sy n="59" d="100"/>
        </p:scale>
        <p:origin x="9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haneshwar Mishra [MU - Jaipur]" userId="b99d4817-95ca-4a42-841e-f8a8d5ffa339" providerId="ADAL" clId="{92C4B595-7FDF-4609-AB4D-C1FB05BF012F}"/>
    <pc:docChg chg="undo custSel addSld delSld modSld">
      <pc:chgData name="Dr. Dhaneshwar Mishra [MU - Jaipur]" userId="b99d4817-95ca-4a42-841e-f8a8d5ffa339" providerId="ADAL" clId="{92C4B595-7FDF-4609-AB4D-C1FB05BF012F}" dt="2025-08-30T15:00:04.920" v="1041" actId="14100"/>
      <pc:docMkLst>
        <pc:docMk/>
      </pc:docMkLst>
      <pc:sldChg chg="modSp mod">
        <pc:chgData name="Dr. Dhaneshwar Mishra [MU - Jaipur]" userId="b99d4817-95ca-4a42-841e-f8a8d5ffa339" providerId="ADAL" clId="{92C4B595-7FDF-4609-AB4D-C1FB05BF012F}" dt="2025-08-30T15:00:04.920" v="1041" actId="14100"/>
        <pc:sldMkLst>
          <pc:docMk/>
          <pc:sldMk cId="0" sldId="256"/>
        </pc:sldMkLst>
        <pc:spChg chg="mod">
          <ac:chgData name="Dr. Dhaneshwar Mishra [MU - Jaipur]" userId="b99d4817-95ca-4a42-841e-f8a8d5ffa339" providerId="ADAL" clId="{92C4B595-7FDF-4609-AB4D-C1FB05BF012F}" dt="2025-08-30T15:00:04.920" v="1041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16:32.552" v="28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16:23.286" v="27" actId="20577"/>
          <ac:spMkLst>
            <pc:docMk/>
            <pc:sldMk cId="0" sldId="256"/>
            <ac:spMk id="6" creationId="{DD0A4B27-CA26-7C2F-BB7E-F1E69664A6D2}"/>
          </ac:spMkLst>
        </pc:spChg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261"/>
        </pc:sldMkLst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263"/>
        </pc:sldMkLst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266"/>
        </pc:sldMkLst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269"/>
        </pc:sldMkLst>
      </pc:sldChg>
      <pc:sldChg chg="delSp modSp add mod">
        <pc:chgData name="Dr. Dhaneshwar Mishra [MU - Jaipur]" userId="b99d4817-95ca-4a42-841e-f8a8d5ffa339" providerId="ADAL" clId="{92C4B595-7FDF-4609-AB4D-C1FB05BF012F}" dt="2025-08-30T06:36:59.821" v="542" actId="403"/>
        <pc:sldMkLst>
          <pc:docMk/>
          <pc:sldMk cId="0" sldId="293"/>
        </pc:sldMkLst>
        <pc:spChg chg="del">
          <ac:chgData name="Dr. Dhaneshwar Mishra [MU - Jaipur]" userId="b99d4817-95ca-4a42-841e-f8a8d5ffa339" providerId="ADAL" clId="{92C4B595-7FDF-4609-AB4D-C1FB05BF012F}" dt="2025-08-29T09:43:57.552" v="377" actId="478"/>
          <ac:spMkLst>
            <pc:docMk/>
            <pc:sldMk cId="0" sldId="293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44:44.175" v="397" actId="403"/>
          <ac:spMkLst>
            <pc:docMk/>
            <pc:sldMk cId="0" sldId="293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06:36:59.821" v="542" actId="403"/>
          <ac:spMkLst>
            <pc:docMk/>
            <pc:sldMk cId="0" sldId="293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46:50.033" v="430" actId="1076"/>
          <ac:spMkLst>
            <pc:docMk/>
            <pc:sldMk cId="0" sldId="293"/>
            <ac:spMk id="6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45:57.189" v="417" actId="1076"/>
          <ac:spMkLst>
            <pc:docMk/>
            <pc:sldMk cId="0" sldId="293"/>
            <ac:spMk id="7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29T09:46:43.591" v="429" actId="14100"/>
          <ac:spMkLst>
            <pc:docMk/>
            <pc:sldMk cId="0" sldId="293"/>
            <ac:spMk id="9" creationId="{00000000-0000-0000-0000-000000000000}"/>
          </ac:spMkLst>
        </pc:spChg>
        <pc:picChg chg="mod">
          <ac:chgData name="Dr. Dhaneshwar Mishra [MU - Jaipur]" userId="b99d4817-95ca-4a42-841e-f8a8d5ffa339" providerId="ADAL" clId="{92C4B595-7FDF-4609-AB4D-C1FB05BF012F}" dt="2025-08-29T09:46:12.297" v="423" actId="14100"/>
          <ac:picMkLst>
            <pc:docMk/>
            <pc:sldMk cId="0" sldId="293"/>
            <ac:picMk id="5" creationId="{00000000-0000-0000-0000-000000000000}"/>
          </ac:picMkLst>
        </pc:picChg>
        <pc:picChg chg="mod">
          <ac:chgData name="Dr. Dhaneshwar Mishra [MU - Jaipur]" userId="b99d4817-95ca-4a42-841e-f8a8d5ffa339" providerId="ADAL" clId="{92C4B595-7FDF-4609-AB4D-C1FB05BF012F}" dt="2025-08-29T09:46:16.367" v="424" actId="14100"/>
          <ac:picMkLst>
            <pc:docMk/>
            <pc:sldMk cId="0" sldId="293"/>
            <ac:picMk id="8" creationId="{00000000-0000-0000-0000-000000000000}"/>
          </ac:picMkLst>
        </pc:picChg>
      </pc:sldChg>
      <pc:sldChg chg="addSp delSp modSp add mod">
        <pc:chgData name="Dr. Dhaneshwar Mishra [MU - Jaipur]" userId="b99d4817-95ca-4a42-841e-f8a8d5ffa339" providerId="ADAL" clId="{92C4B595-7FDF-4609-AB4D-C1FB05BF012F}" dt="2025-08-30T06:39:55.936" v="571" actId="21"/>
        <pc:sldMkLst>
          <pc:docMk/>
          <pc:sldMk cId="0" sldId="294"/>
        </pc:sldMkLst>
        <pc:spChg chg="del">
          <ac:chgData name="Dr. Dhaneshwar Mishra [MU - Jaipur]" userId="b99d4817-95ca-4a42-841e-f8a8d5ffa339" providerId="ADAL" clId="{92C4B595-7FDF-4609-AB4D-C1FB05BF012F}" dt="2025-08-29T09:47:30.253" v="439" actId="478"/>
          <ac:spMkLst>
            <pc:docMk/>
            <pc:sldMk cId="0" sldId="294"/>
            <ac:spMk id="2" creationId="{00000000-0000-0000-0000-000000000000}"/>
          </ac:spMkLst>
        </pc:spChg>
        <pc:spChg chg="del mod">
          <ac:chgData name="Dr. Dhaneshwar Mishra [MU - Jaipur]" userId="b99d4817-95ca-4a42-841e-f8a8d5ffa339" providerId="ADAL" clId="{92C4B595-7FDF-4609-AB4D-C1FB05BF012F}" dt="2025-08-30T06:38:07.262" v="549" actId="478"/>
          <ac:spMkLst>
            <pc:docMk/>
            <pc:sldMk cId="0" sldId="294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06:39:10.364" v="561" actId="20577"/>
          <ac:spMkLst>
            <pc:docMk/>
            <pc:sldMk cId="0" sldId="294"/>
            <ac:spMk id="4" creationId="{00000000-0000-0000-0000-000000000000}"/>
          </ac:spMkLst>
        </pc:spChg>
        <pc:spChg chg="del mod">
          <ac:chgData name="Dr. Dhaneshwar Mishra [MU - Jaipur]" userId="b99d4817-95ca-4a42-841e-f8a8d5ffa339" providerId="ADAL" clId="{92C4B595-7FDF-4609-AB4D-C1FB05BF012F}" dt="2025-08-30T06:39:55.936" v="571" actId="21"/>
          <ac:spMkLst>
            <pc:docMk/>
            <pc:sldMk cId="0" sldId="294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92C4B595-7FDF-4609-AB4D-C1FB05BF012F}" dt="2025-08-30T06:38:56.304" v="560" actId="2711"/>
          <ac:spMkLst>
            <pc:docMk/>
            <pc:sldMk cId="0" sldId="294"/>
            <ac:spMk id="7" creationId="{731B413B-AB76-42FA-B983-346CD639B931}"/>
          </ac:spMkLst>
        </pc:spChg>
        <pc:spChg chg="add del mod">
          <ac:chgData name="Dr. Dhaneshwar Mishra [MU - Jaipur]" userId="b99d4817-95ca-4a42-841e-f8a8d5ffa339" providerId="ADAL" clId="{92C4B595-7FDF-4609-AB4D-C1FB05BF012F}" dt="2025-08-30T06:39:28.103" v="563" actId="21"/>
          <ac:spMkLst>
            <pc:docMk/>
            <pc:sldMk cId="0" sldId="294"/>
            <ac:spMk id="8" creationId="{72FFAFB7-A498-3317-1089-AFECCF313972}"/>
          </ac:spMkLst>
        </pc:spChg>
        <pc:spChg chg="add mod">
          <ac:chgData name="Dr. Dhaneshwar Mishra [MU - Jaipur]" userId="b99d4817-95ca-4a42-841e-f8a8d5ffa339" providerId="ADAL" clId="{92C4B595-7FDF-4609-AB4D-C1FB05BF012F}" dt="2025-08-29T09:49:05.436" v="478" actId="1076"/>
          <ac:spMkLst>
            <pc:docMk/>
            <pc:sldMk cId="0" sldId="294"/>
            <ac:spMk id="10" creationId="{70A72812-4B3E-C636-FC93-386CF6ED7571}"/>
          </ac:spMkLst>
        </pc:spChg>
        <pc:picChg chg="del mod">
          <ac:chgData name="Dr. Dhaneshwar Mishra [MU - Jaipur]" userId="b99d4817-95ca-4a42-841e-f8a8d5ffa339" providerId="ADAL" clId="{92C4B595-7FDF-4609-AB4D-C1FB05BF012F}" dt="2025-08-30T06:39:55.936" v="571" actId="21"/>
          <ac:picMkLst>
            <pc:docMk/>
            <pc:sldMk cId="0" sldId="294"/>
            <ac:picMk id="5" creationId="{00000000-0000-0000-0000-000000000000}"/>
          </ac:picMkLst>
        </pc:picChg>
      </pc:sldChg>
      <pc:sldChg chg="addSp delSp modSp add mod">
        <pc:chgData name="Dr. Dhaneshwar Mishra [MU - Jaipur]" userId="b99d4817-95ca-4a42-841e-f8a8d5ffa339" providerId="ADAL" clId="{92C4B595-7FDF-4609-AB4D-C1FB05BF012F}" dt="2025-08-30T10:31:33.298" v="718" actId="20577"/>
        <pc:sldMkLst>
          <pc:docMk/>
          <pc:sldMk cId="0" sldId="297"/>
        </pc:sldMkLst>
        <pc:spChg chg="mod">
          <ac:chgData name="Dr. Dhaneshwar Mishra [MU - Jaipur]" userId="b99d4817-95ca-4a42-841e-f8a8d5ffa339" providerId="ADAL" clId="{92C4B595-7FDF-4609-AB4D-C1FB05BF012F}" dt="2025-08-30T10:27:47.875" v="654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28:41.746" v="688" actId="403"/>
          <ac:spMkLst>
            <pc:docMk/>
            <pc:sldMk cId="0" sldId="297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31:33.298" v="718" actId="20577"/>
          <ac:spMkLst>
            <pc:docMk/>
            <pc:sldMk cId="0" sldId="297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30:30.695" v="714" actId="1076"/>
          <ac:spMkLst>
            <pc:docMk/>
            <pc:sldMk cId="0" sldId="297"/>
            <ac:spMk id="8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30T10:30:05.578" v="710" actId="478"/>
          <ac:spMkLst>
            <pc:docMk/>
            <pc:sldMk cId="0" sldId="297"/>
            <ac:spMk id="9" creationId="{00000000-0000-0000-0000-000000000000}"/>
          </ac:spMkLst>
        </pc:spChg>
        <pc:spChg chg="add mod">
          <ac:chgData name="Dr. Dhaneshwar Mishra [MU - Jaipur]" userId="b99d4817-95ca-4a42-841e-f8a8d5ffa339" providerId="ADAL" clId="{92C4B595-7FDF-4609-AB4D-C1FB05BF012F}" dt="2025-08-30T10:30:25.384" v="713" actId="1076"/>
          <ac:spMkLst>
            <pc:docMk/>
            <pc:sldMk cId="0" sldId="297"/>
            <ac:spMk id="11" creationId="{E5BC117F-FE09-5090-3EB1-9024271FE1A6}"/>
          </ac:spMkLst>
        </pc:spChg>
        <pc:grpChg chg="mod">
          <ac:chgData name="Dr. Dhaneshwar Mishra [MU - Jaipur]" userId="b99d4817-95ca-4a42-841e-f8a8d5ffa339" providerId="ADAL" clId="{92C4B595-7FDF-4609-AB4D-C1FB05BF012F}" dt="2025-08-30T10:27:06.355" v="637" actId="1076"/>
          <ac:grpSpMkLst>
            <pc:docMk/>
            <pc:sldMk cId="0" sldId="297"/>
            <ac:grpSpMk id="5" creationId="{00000000-0000-0000-0000-000000000000}"/>
          </ac:grpSpMkLst>
        </pc:grpChg>
      </pc:sldChg>
      <pc:sldChg chg="delSp modSp add del mod">
        <pc:chgData name="Dr. Dhaneshwar Mishra [MU - Jaipur]" userId="b99d4817-95ca-4a42-841e-f8a8d5ffa339" providerId="ADAL" clId="{92C4B595-7FDF-4609-AB4D-C1FB05BF012F}" dt="2025-08-30T10:32:12.288" v="721" actId="47"/>
        <pc:sldMkLst>
          <pc:docMk/>
          <pc:sldMk cId="0" sldId="298"/>
        </pc:sldMkLst>
        <pc:spChg chg="del mod">
          <ac:chgData name="Dr. Dhaneshwar Mishra [MU - Jaipur]" userId="b99d4817-95ca-4a42-841e-f8a8d5ffa339" providerId="ADAL" clId="{92C4B595-7FDF-4609-AB4D-C1FB05BF012F}" dt="2025-08-30T10:32:08.717" v="720" actId="21"/>
          <ac:spMkLst>
            <pc:docMk/>
            <pc:sldMk cId="0" sldId="298"/>
            <ac:spMk id="2" creationId="{00000000-0000-0000-0000-000000000000}"/>
          </ac:spMkLst>
        </pc:spChg>
      </pc:sldChg>
      <pc:sldChg chg="addSp delSp modSp add mod">
        <pc:chgData name="Dr. Dhaneshwar Mishra [MU - Jaipur]" userId="b99d4817-95ca-4a42-841e-f8a8d5ffa339" providerId="ADAL" clId="{92C4B595-7FDF-4609-AB4D-C1FB05BF012F}" dt="2025-08-30T14:57:06.566" v="1025" actId="14100"/>
        <pc:sldMkLst>
          <pc:docMk/>
          <pc:sldMk cId="0" sldId="304"/>
        </pc:sldMkLst>
        <pc:spChg chg="mod">
          <ac:chgData name="Dr. Dhaneshwar Mishra [MU - Jaipur]" userId="b99d4817-95ca-4a42-841e-f8a8d5ffa339" providerId="ADAL" clId="{92C4B595-7FDF-4609-AB4D-C1FB05BF012F}" dt="2025-08-30T10:49:39.344" v="832" actId="1076"/>
          <ac:spMkLst>
            <pc:docMk/>
            <pc:sldMk cId="0" sldId="304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2:31.385" v="966" actId="14100"/>
          <ac:spMkLst>
            <pc:docMk/>
            <pc:sldMk cId="0" sldId="304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6:12.136" v="872" actId="1076"/>
          <ac:spMkLst>
            <pc:docMk/>
            <pc:sldMk cId="0" sldId="304"/>
            <ac:spMk id="2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1:00.568" v="841" actId="164"/>
          <ac:spMkLst>
            <pc:docMk/>
            <pc:sldMk cId="0" sldId="304"/>
            <ac:spMk id="30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1:26.695" v="843" actId="164"/>
          <ac:spMkLst>
            <pc:docMk/>
            <pc:sldMk cId="0" sldId="304"/>
            <ac:spMk id="31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30T10:56:16.518" v="873" actId="478"/>
          <ac:spMkLst>
            <pc:docMk/>
            <pc:sldMk cId="0" sldId="304"/>
            <ac:spMk id="3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1:00.568" v="841" actId="164"/>
          <ac:spMkLst>
            <pc:docMk/>
            <pc:sldMk cId="0" sldId="304"/>
            <ac:spMk id="3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6:33.446" v="874" actId="164"/>
          <ac:spMkLst>
            <pc:docMk/>
            <pc:sldMk cId="0" sldId="304"/>
            <ac:spMk id="3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1:26.695" v="843" actId="164"/>
          <ac:spMkLst>
            <pc:docMk/>
            <pc:sldMk cId="0" sldId="304"/>
            <ac:spMk id="35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2:17.023" v="848" actId="164"/>
          <ac:spMkLst>
            <pc:docMk/>
            <pc:sldMk cId="0" sldId="304"/>
            <ac:spMk id="45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2:17.023" v="848" actId="164"/>
          <ac:spMkLst>
            <pc:docMk/>
            <pc:sldMk cId="0" sldId="304"/>
            <ac:spMk id="46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2:17.023" v="848" actId="164"/>
          <ac:spMkLst>
            <pc:docMk/>
            <pc:sldMk cId="0" sldId="304"/>
            <ac:spMk id="5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3:14.142" v="855" actId="164"/>
          <ac:spMkLst>
            <pc:docMk/>
            <pc:sldMk cId="0" sldId="304"/>
            <ac:spMk id="6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3:14.142" v="855" actId="164"/>
          <ac:spMkLst>
            <pc:docMk/>
            <pc:sldMk cId="0" sldId="304"/>
            <ac:spMk id="6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3:14.142" v="855" actId="164"/>
          <ac:spMkLst>
            <pc:docMk/>
            <pc:sldMk cId="0" sldId="304"/>
            <ac:spMk id="70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3:14.142" v="855" actId="164"/>
          <ac:spMkLst>
            <pc:docMk/>
            <pc:sldMk cId="0" sldId="304"/>
            <ac:spMk id="76" creationId="{00000000-0000-0000-0000-000000000000}"/>
          </ac:spMkLst>
        </pc:spChg>
        <pc:spChg chg="del mod">
          <ac:chgData name="Dr. Dhaneshwar Mishra [MU - Jaipur]" userId="b99d4817-95ca-4a42-841e-f8a8d5ffa339" providerId="ADAL" clId="{92C4B595-7FDF-4609-AB4D-C1FB05BF012F}" dt="2025-08-30T10:55:15.428" v="866" actId="478"/>
          <ac:spMkLst>
            <pc:docMk/>
            <pc:sldMk cId="0" sldId="304"/>
            <ac:spMk id="77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55.227" v="1021" actId="14100"/>
          <ac:spMkLst>
            <pc:docMk/>
            <pc:sldMk cId="0" sldId="304"/>
            <ac:spMk id="78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1:26.695" v="843" actId="164"/>
          <ac:spMkLst>
            <pc:docMk/>
            <pc:sldMk cId="0" sldId="304"/>
            <ac:spMk id="7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2:17.023" v="848" actId="164"/>
          <ac:spMkLst>
            <pc:docMk/>
            <pc:sldMk cId="0" sldId="304"/>
            <ac:spMk id="80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0:53:14.142" v="855" actId="164"/>
          <ac:spMkLst>
            <pc:docMk/>
            <pc:sldMk cId="0" sldId="304"/>
            <ac:spMk id="81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30T10:52:58.689" v="854" actId="478"/>
          <ac:spMkLst>
            <pc:docMk/>
            <pc:sldMk cId="0" sldId="304"/>
            <ac:spMk id="82" creationId="{00000000-0000-0000-0000-000000000000}"/>
          </ac:spMkLst>
        </pc:spChg>
        <pc:spChg chg="add mod">
          <ac:chgData name="Dr. Dhaneshwar Mishra [MU - Jaipur]" userId="b99d4817-95ca-4a42-841e-f8a8d5ffa339" providerId="ADAL" clId="{92C4B595-7FDF-4609-AB4D-C1FB05BF012F}" dt="2025-08-30T14:57:06.566" v="1025" actId="14100"/>
          <ac:spMkLst>
            <pc:docMk/>
            <pc:sldMk cId="0" sldId="304"/>
            <ac:spMk id="92" creationId="{30E186C9-4B3B-C0C7-2D57-1A904A185B0F}"/>
          </ac:spMkLst>
        </pc:spChg>
        <pc:grpChg chg="mod">
          <ac:chgData name="Dr. Dhaneshwar Mishra [MU - Jaipur]" userId="b99d4817-95ca-4a42-841e-f8a8d5ffa339" providerId="ADAL" clId="{92C4B595-7FDF-4609-AB4D-C1FB05BF012F}" dt="2025-08-30T10:51:00.568" v="841" actId="164"/>
          <ac:grpSpMkLst>
            <pc:docMk/>
            <pc:sldMk cId="0" sldId="304"/>
            <ac:grpSpMk id="4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1:26.695" v="843" actId="164"/>
          <ac:grpSpMkLst>
            <pc:docMk/>
            <pc:sldMk cId="0" sldId="304"/>
            <ac:grpSpMk id="14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2:17.023" v="848" actId="164"/>
          <ac:grpSpMkLst>
            <pc:docMk/>
            <pc:sldMk cId="0" sldId="304"/>
            <ac:grpSpMk id="36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2:46.898" v="852" actId="164"/>
          <ac:grpSpMkLst>
            <pc:docMk/>
            <pc:sldMk cId="0" sldId="304"/>
            <ac:grpSpMk id="47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4:15.154" v="861" actId="164"/>
          <ac:grpSpMkLst>
            <pc:docMk/>
            <pc:sldMk cId="0" sldId="304"/>
            <ac:grpSpMk id="53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3:14.142" v="855" actId="164"/>
          <ac:grpSpMkLst>
            <pc:docMk/>
            <pc:sldMk cId="0" sldId="304"/>
            <ac:grpSpMk id="65" creationId="{00000000-0000-0000-0000-000000000000}"/>
          </ac:grpSpMkLst>
        </pc:grpChg>
        <pc:grpChg chg="mod">
          <ac:chgData name="Dr. Dhaneshwar Mishra [MU - Jaipur]" userId="b99d4817-95ca-4a42-841e-f8a8d5ffa339" providerId="ADAL" clId="{92C4B595-7FDF-4609-AB4D-C1FB05BF012F}" dt="2025-08-30T10:54:47.365" v="863" actId="164"/>
          <ac:grpSpMkLst>
            <pc:docMk/>
            <pc:sldMk cId="0" sldId="304"/>
            <ac:grpSpMk id="71" creationId="{00000000-0000-0000-0000-000000000000}"/>
          </ac:grpSpMkLst>
        </pc:grpChg>
        <pc:grpChg chg="add mod">
          <ac:chgData name="Dr. Dhaneshwar Mishra [MU - Jaipur]" userId="b99d4817-95ca-4a42-841e-f8a8d5ffa339" providerId="ADAL" clId="{92C4B595-7FDF-4609-AB4D-C1FB05BF012F}" dt="2025-08-30T14:56:41.633" v="1016" actId="1076"/>
          <ac:grpSpMkLst>
            <pc:docMk/>
            <pc:sldMk cId="0" sldId="304"/>
            <ac:grpSpMk id="83" creationId="{1BA47475-97D8-CBD0-345F-66BA48B01CEB}"/>
          </ac:grpSpMkLst>
        </pc:grpChg>
        <pc:grpChg chg="add mod">
          <ac:chgData name="Dr. Dhaneshwar Mishra [MU - Jaipur]" userId="b99d4817-95ca-4a42-841e-f8a8d5ffa339" providerId="ADAL" clId="{92C4B595-7FDF-4609-AB4D-C1FB05BF012F}" dt="2025-08-30T10:56:33.446" v="874" actId="164"/>
          <ac:grpSpMkLst>
            <pc:docMk/>
            <pc:sldMk cId="0" sldId="304"/>
            <ac:grpSpMk id="84" creationId="{62172682-B23B-25B6-0DA3-69E27A0C68AF}"/>
          </ac:grpSpMkLst>
        </pc:grpChg>
        <pc:grpChg chg="add mod">
          <ac:chgData name="Dr. Dhaneshwar Mishra [MU - Jaipur]" userId="b99d4817-95ca-4a42-841e-f8a8d5ffa339" providerId="ADAL" clId="{92C4B595-7FDF-4609-AB4D-C1FB05BF012F}" dt="2025-08-30T10:52:46.898" v="852" actId="164"/>
          <ac:grpSpMkLst>
            <pc:docMk/>
            <pc:sldMk cId="0" sldId="304"/>
            <ac:grpSpMk id="85" creationId="{85C2F325-1F0B-26FA-8F8E-FD5F30992CEB}"/>
          </ac:grpSpMkLst>
        </pc:grpChg>
        <pc:grpChg chg="add mod">
          <ac:chgData name="Dr. Dhaneshwar Mishra [MU - Jaipur]" userId="b99d4817-95ca-4a42-841e-f8a8d5ffa339" providerId="ADAL" clId="{92C4B595-7FDF-4609-AB4D-C1FB05BF012F}" dt="2025-08-30T14:56:38.348" v="1015" actId="1076"/>
          <ac:grpSpMkLst>
            <pc:docMk/>
            <pc:sldMk cId="0" sldId="304"/>
            <ac:grpSpMk id="86" creationId="{7BE60269-C49E-C5F4-14D1-A691F176B857}"/>
          </ac:grpSpMkLst>
        </pc:grpChg>
        <pc:grpChg chg="add mod">
          <ac:chgData name="Dr. Dhaneshwar Mishra [MU - Jaipur]" userId="b99d4817-95ca-4a42-841e-f8a8d5ffa339" providerId="ADAL" clId="{92C4B595-7FDF-4609-AB4D-C1FB05BF012F}" dt="2025-08-30T10:54:15.154" v="861" actId="164"/>
          <ac:grpSpMkLst>
            <pc:docMk/>
            <pc:sldMk cId="0" sldId="304"/>
            <ac:grpSpMk id="87" creationId="{57F79B67-4A41-787C-D1C8-B3D422DA8396}"/>
          </ac:grpSpMkLst>
        </pc:grpChg>
        <pc:grpChg chg="add mod">
          <ac:chgData name="Dr. Dhaneshwar Mishra [MU - Jaipur]" userId="b99d4817-95ca-4a42-841e-f8a8d5ffa339" providerId="ADAL" clId="{92C4B595-7FDF-4609-AB4D-C1FB05BF012F}" dt="2025-08-30T10:54:47.365" v="863" actId="164"/>
          <ac:grpSpMkLst>
            <pc:docMk/>
            <pc:sldMk cId="0" sldId="304"/>
            <ac:grpSpMk id="88" creationId="{8DA85A29-D044-1774-2FCE-A8B1A71E5461}"/>
          </ac:grpSpMkLst>
        </pc:grpChg>
        <pc:grpChg chg="add del mod">
          <ac:chgData name="Dr. Dhaneshwar Mishra [MU - Jaipur]" userId="b99d4817-95ca-4a42-841e-f8a8d5ffa339" providerId="ADAL" clId="{92C4B595-7FDF-4609-AB4D-C1FB05BF012F}" dt="2025-08-30T14:55:43.060" v="997" actId="21"/>
          <ac:grpSpMkLst>
            <pc:docMk/>
            <pc:sldMk cId="0" sldId="304"/>
            <ac:grpSpMk id="89" creationId="{19B61747-7B89-42B0-B149-49C9F028BA02}"/>
          </ac:grpSpMkLst>
        </pc:grpChg>
        <pc:grpChg chg="add del mod">
          <ac:chgData name="Dr. Dhaneshwar Mishra [MU - Jaipur]" userId="b99d4817-95ca-4a42-841e-f8a8d5ffa339" providerId="ADAL" clId="{92C4B595-7FDF-4609-AB4D-C1FB05BF012F}" dt="2025-08-30T14:56:06.815" v="1003" actId="21"/>
          <ac:grpSpMkLst>
            <pc:docMk/>
            <pc:sldMk cId="0" sldId="304"/>
            <ac:grpSpMk id="90" creationId="{ABAF9A58-71C1-A8CD-B330-2C9776F83BA0}"/>
          </ac:grpSpMkLst>
        </pc:grpChg>
      </pc:sldChg>
      <pc:sldChg chg="addSp delSp modSp add del mod">
        <pc:chgData name="Dr. Dhaneshwar Mishra [MU - Jaipur]" userId="b99d4817-95ca-4a42-841e-f8a8d5ffa339" providerId="ADAL" clId="{92C4B595-7FDF-4609-AB4D-C1FB05BF012F}" dt="2025-08-30T14:57:28.338" v="1027" actId="403"/>
        <pc:sldMkLst>
          <pc:docMk/>
          <pc:sldMk cId="0" sldId="305"/>
        </pc:sldMkLst>
        <pc:spChg chg="mod">
          <ac:chgData name="Dr. Dhaneshwar Mishra [MU - Jaipur]" userId="b99d4817-95ca-4a42-841e-f8a8d5ffa339" providerId="ADAL" clId="{92C4B595-7FDF-4609-AB4D-C1FB05BF012F}" dt="2025-08-30T14:55:33.116" v="996" actId="2710"/>
          <ac:spMkLst>
            <pc:docMk/>
            <pc:sldMk cId="0" sldId="305"/>
            <ac:spMk id="2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30T11:07:43.293" v="905" actId="478"/>
          <ac:spMkLst>
            <pc:docMk/>
            <pc:sldMk cId="0" sldId="305"/>
            <ac:spMk id="3" creationId="{00000000-0000-0000-0000-000000000000}"/>
          </ac:spMkLst>
        </pc:spChg>
        <pc:spChg chg="add mod">
          <ac:chgData name="Dr. Dhaneshwar Mishra [MU - Jaipur]" userId="b99d4817-95ca-4a42-841e-f8a8d5ffa339" providerId="ADAL" clId="{92C4B595-7FDF-4609-AB4D-C1FB05BF012F}" dt="2025-08-30T14:57:28.338" v="1027" actId="403"/>
          <ac:spMkLst>
            <pc:docMk/>
            <pc:sldMk cId="0" sldId="305"/>
            <ac:spMk id="4" creationId="{F6E3B9AF-23F2-D8AE-90D2-E1D45D1B544B}"/>
          </ac:spMkLst>
        </pc:spChg>
        <pc:spChg chg="add mod">
          <ac:chgData name="Dr. Dhaneshwar Mishra [MU - Jaipur]" userId="b99d4817-95ca-4a42-841e-f8a8d5ffa339" providerId="ADAL" clId="{92C4B595-7FDF-4609-AB4D-C1FB05BF012F}" dt="2025-08-30T14:55:13.510" v="994" actId="255"/>
          <ac:spMkLst>
            <pc:docMk/>
            <pc:sldMk cId="0" sldId="305"/>
            <ac:spMk id="6" creationId="{2B63E6D5-BAF3-B6F4-6905-A087736FDEC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17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1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1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5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8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2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11.031" v="1004"/>
          <ac:spMkLst>
            <pc:docMk/>
            <pc:sldMk cId="0" sldId="305"/>
            <ac:spMk id="3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5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57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5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60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0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2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3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4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5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5:47.298" v="998"/>
          <ac:spMkLst>
            <pc:docMk/>
            <pc:sldMk cId="0" sldId="305"/>
            <ac:spMk id="76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24.202" v="1011" actId="20577"/>
          <ac:spMkLst>
            <pc:docMk/>
            <pc:sldMk cId="0" sldId="305"/>
            <ac:spMk id="79" creationId="{00000000-0000-0000-0000-000000000000}"/>
          </ac:spMkLst>
        </pc:spChg>
        <pc:spChg chg="mod">
          <ac:chgData name="Dr. Dhaneshwar Mishra [MU - Jaipur]" userId="b99d4817-95ca-4a42-841e-f8a8d5ffa339" providerId="ADAL" clId="{92C4B595-7FDF-4609-AB4D-C1FB05BF012F}" dt="2025-08-30T14:56:28.180" v="1014" actId="20577"/>
          <ac:spMkLst>
            <pc:docMk/>
            <pc:sldMk cId="0" sldId="305"/>
            <ac:spMk id="81" creationId="{00000000-0000-0000-0000-000000000000}"/>
          </ac:spMkLst>
        </pc:spChg>
        <pc:grpChg chg="mod">
          <ac:chgData name="Dr. Dhaneshwar Mishra [MU - Jaipur]" userId="b99d4817-95ca-4a42-841e-f8a8d5ffa339" providerId="ADAL" clId="{92C4B595-7FDF-4609-AB4D-C1FB05BF012F}" dt="2025-08-30T14:55:58.653" v="1002" actId="14100"/>
          <ac:grpSpMkLst>
            <pc:docMk/>
            <pc:sldMk cId="0" sldId="305"/>
            <ac:grpSpMk id="89" creationId="{19B61747-7B89-42B0-B149-49C9F028BA02}"/>
          </ac:grpSpMkLst>
        </pc:grpChg>
        <pc:grpChg chg="mod">
          <ac:chgData name="Dr. Dhaneshwar Mishra [MU - Jaipur]" userId="b99d4817-95ca-4a42-841e-f8a8d5ffa339" providerId="ADAL" clId="{92C4B595-7FDF-4609-AB4D-C1FB05BF012F}" dt="2025-08-30T14:56:19.791" v="1007" actId="1076"/>
          <ac:grpSpMkLst>
            <pc:docMk/>
            <pc:sldMk cId="0" sldId="305"/>
            <ac:grpSpMk id="90" creationId="{ABAF9A58-71C1-A8CD-B330-2C9776F83BA0}"/>
          </ac:grpSpMkLst>
        </pc:grpChg>
      </pc:sldChg>
      <pc:sldChg chg="addSp delSp modSp mod">
        <pc:chgData name="Dr. Dhaneshwar Mishra [MU - Jaipur]" userId="b99d4817-95ca-4a42-841e-f8a8d5ffa339" providerId="ADAL" clId="{92C4B595-7FDF-4609-AB4D-C1FB05BF012F}" dt="2025-08-29T09:21:01.623" v="92" actId="403"/>
        <pc:sldMkLst>
          <pc:docMk/>
          <pc:sldMk cId="0" sldId="306"/>
        </pc:sldMkLst>
        <pc:spChg chg="add mod">
          <ac:chgData name="Dr. Dhaneshwar Mishra [MU - Jaipur]" userId="b99d4817-95ca-4a42-841e-f8a8d5ffa339" providerId="ADAL" clId="{92C4B595-7FDF-4609-AB4D-C1FB05BF012F}" dt="2025-08-29T09:18:28.054" v="58" actId="20577"/>
          <ac:spMkLst>
            <pc:docMk/>
            <pc:sldMk cId="0" sldId="306"/>
            <ac:spMk id="3" creationId="{F90C329E-BACD-5112-4E77-F0447E0C6BA2}"/>
          </ac:spMkLst>
        </pc:spChg>
        <pc:spChg chg="del mod">
          <ac:chgData name="Dr. Dhaneshwar Mishra [MU - Jaipur]" userId="b99d4817-95ca-4a42-841e-f8a8d5ffa339" providerId="ADAL" clId="{92C4B595-7FDF-4609-AB4D-C1FB05BF012F}" dt="2025-08-29T09:17:39.676" v="44"/>
          <ac:spMkLst>
            <pc:docMk/>
            <pc:sldMk cId="0" sldId="306"/>
            <ac:spMk id="4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29T09:17:17.485" v="41" actId="478"/>
          <ac:spMkLst>
            <pc:docMk/>
            <pc:sldMk cId="0" sldId="306"/>
            <ac:spMk id="7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29T09:17:12.926" v="40" actId="478"/>
          <ac:spMkLst>
            <pc:docMk/>
            <pc:sldMk cId="0" sldId="306"/>
            <ac:spMk id="9" creationId="{59D703D1-7B6F-33F3-DFFF-DE742D12F879}"/>
          </ac:spMkLst>
        </pc:spChg>
        <pc:spChg chg="mod">
          <ac:chgData name="Dr. Dhaneshwar Mishra [MU - Jaipur]" userId="b99d4817-95ca-4a42-841e-f8a8d5ffa339" providerId="ADAL" clId="{92C4B595-7FDF-4609-AB4D-C1FB05BF012F}" dt="2025-08-29T09:17:05.314" v="38" actId="20577"/>
          <ac:spMkLst>
            <pc:docMk/>
            <pc:sldMk cId="0" sldId="306"/>
            <ac:spMk id="10" creationId="{033D39E8-CBF1-FA93-1029-CAC807295A83}"/>
          </ac:spMkLst>
        </pc:spChg>
        <pc:spChg chg="add mod">
          <ac:chgData name="Dr. Dhaneshwar Mishra [MU - Jaipur]" userId="b99d4817-95ca-4a42-841e-f8a8d5ffa339" providerId="ADAL" clId="{92C4B595-7FDF-4609-AB4D-C1FB05BF012F}" dt="2025-08-29T09:21:01.623" v="92" actId="403"/>
          <ac:spMkLst>
            <pc:docMk/>
            <pc:sldMk cId="0" sldId="306"/>
            <ac:spMk id="11" creationId="{A5992033-99B3-BF9D-C87D-D283543C713B}"/>
          </ac:spMkLst>
        </pc:spChg>
        <pc:picChg chg="del">
          <ac:chgData name="Dr. Dhaneshwar Mishra [MU - Jaipur]" userId="b99d4817-95ca-4a42-841e-f8a8d5ffa339" providerId="ADAL" clId="{92C4B595-7FDF-4609-AB4D-C1FB05BF012F}" dt="2025-08-29T09:17:09.447" v="39" actId="478"/>
          <ac:picMkLst>
            <pc:docMk/>
            <pc:sldMk cId="0" sldId="306"/>
            <ac:picMk id="5" creationId="{00000000-0000-0000-0000-000000000000}"/>
          </ac:picMkLst>
        </pc:picChg>
        <pc:picChg chg="add mod">
          <ac:chgData name="Dr. Dhaneshwar Mishra [MU - Jaipur]" userId="b99d4817-95ca-4a42-841e-f8a8d5ffa339" providerId="ADAL" clId="{92C4B595-7FDF-4609-AB4D-C1FB05BF012F}" dt="2025-08-29T09:19:44.827" v="63" actId="1076"/>
          <ac:picMkLst>
            <pc:docMk/>
            <pc:sldMk cId="0" sldId="306"/>
            <ac:picMk id="6" creationId="{363D1618-250C-26E0-3EAC-F36F6B38ED4E}"/>
          </ac:picMkLst>
        </pc:picChg>
      </pc:sldChg>
      <pc:sldChg chg="addSp delSp modSp mod">
        <pc:chgData name="Dr. Dhaneshwar Mishra [MU - Jaipur]" userId="b99d4817-95ca-4a42-841e-f8a8d5ffa339" providerId="ADAL" clId="{92C4B595-7FDF-4609-AB4D-C1FB05BF012F}" dt="2025-08-29T09:34:53.518" v="302" actId="1076"/>
        <pc:sldMkLst>
          <pc:docMk/>
          <pc:sldMk cId="0" sldId="307"/>
        </pc:sldMkLst>
        <pc:spChg chg="mod">
          <ac:chgData name="Dr. Dhaneshwar Mishra [MU - Jaipur]" userId="b99d4817-95ca-4a42-841e-f8a8d5ffa339" providerId="ADAL" clId="{92C4B595-7FDF-4609-AB4D-C1FB05BF012F}" dt="2025-08-29T09:21:37.658" v="111" actId="20577"/>
          <ac:spMkLst>
            <pc:docMk/>
            <pc:sldMk cId="0" sldId="307"/>
            <ac:spMk id="2" creationId="{B14A9838-337B-BE0E-7419-1C84DC732273}"/>
          </ac:spMkLst>
        </pc:spChg>
        <pc:spChg chg="del">
          <ac:chgData name="Dr. Dhaneshwar Mishra [MU - Jaipur]" userId="b99d4817-95ca-4a42-841e-f8a8d5ffa339" providerId="ADAL" clId="{92C4B595-7FDF-4609-AB4D-C1FB05BF012F}" dt="2025-08-29T09:21:47.297" v="113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29T09:21:43.060" v="112" actId="478"/>
          <ac:spMkLst>
            <pc:docMk/>
            <pc:sldMk cId="0" sldId="307"/>
            <ac:spMk id="4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29T09:21:56.722" v="115" actId="478"/>
          <ac:spMkLst>
            <pc:docMk/>
            <pc:sldMk cId="0" sldId="307"/>
            <ac:spMk id="6" creationId="{BA37D617-4D74-8312-3277-73C0D508B7F9}"/>
          </ac:spMkLst>
        </pc:spChg>
        <pc:spChg chg="add del mod">
          <ac:chgData name="Dr. Dhaneshwar Mishra [MU - Jaipur]" userId="b99d4817-95ca-4a42-841e-f8a8d5ffa339" providerId="ADAL" clId="{92C4B595-7FDF-4609-AB4D-C1FB05BF012F}" dt="2025-08-29T09:21:52.317" v="114" actId="478"/>
          <ac:spMkLst>
            <pc:docMk/>
            <pc:sldMk cId="0" sldId="307"/>
            <ac:spMk id="8" creationId="{5208A9CC-CB64-7D7D-FF13-902486EB21AD}"/>
          </ac:spMkLst>
        </pc:spChg>
        <pc:spChg chg="add mod">
          <ac:chgData name="Dr. Dhaneshwar Mishra [MU - Jaipur]" userId="b99d4817-95ca-4a42-841e-f8a8d5ffa339" providerId="ADAL" clId="{92C4B595-7FDF-4609-AB4D-C1FB05BF012F}" dt="2025-08-29T09:34:49.644" v="301" actId="1076"/>
          <ac:spMkLst>
            <pc:docMk/>
            <pc:sldMk cId="0" sldId="307"/>
            <ac:spMk id="10" creationId="{87CACFB5-BD11-BD49-6629-2C262F81659B}"/>
          </ac:spMkLst>
        </pc:spChg>
        <pc:spChg chg="add mod">
          <ac:chgData name="Dr. Dhaneshwar Mishra [MU - Jaipur]" userId="b99d4817-95ca-4a42-841e-f8a8d5ffa339" providerId="ADAL" clId="{92C4B595-7FDF-4609-AB4D-C1FB05BF012F}" dt="2025-08-29T09:34:53.518" v="302" actId="1076"/>
          <ac:spMkLst>
            <pc:docMk/>
            <pc:sldMk cId="0" sldId="307"/>
            <ac:spMk id="12" creationId="{C7D390A9-260E-8579-5397-7F1A48C9F73E}"/>
          </ac:spMkLst>
        </pc:spChg>
        <pc:spChg chg="add mod">
          <ac:chgData name="Dr. Dhaneshwar Mishra [MU - Jaipur]" userId="b99d4817-95ca-4a42-841e-f8a8d5ffa339" providerId="ADAL" clId="{92C4B595-7FDF-4609-AB4D-C1FB05BF012F}" dt="2025-08-29T09:31:21.922" v="211" actId="1076"/>
          <ac:spMkLst>
            <pc:docMk/>
            <pc:sldMk cId="0" sldId="307"/>
            <ac:spMk id="15" creationId="{C127DF7D-E5DF-7A9A-541D-5CBA2BD9CF30}"/>
          </ac:spMkLst>
        </pc:spChg>
        <pc:spChg chg="add mod">
          <ac:chgData name="Dr. Dhaneshwar Mishra [MU - Jaipur]" userId="b99d4817-95ca-4a42-841e-f8a8d5ffa339" providerId="ADAL" clId="{92C4B595-7FDF-4609-AB4D-C1FB05BF012F}" dt="2025-08-29T09:34:20.548" v="296" actId="14100"/>
          <ac:spMkLst>
            <pc:docMk/>
            <pc:sldMk cId="0" sldId="307"/>
            <ac:spMk id="18" creationId="{453729F4-AD51-0280-0048-F2A829C75828}"/>
          </ac:spMkLst>
        </pc:spChg>
        <pc:picChg chg="del">
          <ac:chgData name="Dr. Dhaneshwar Mishra [MU - Jaipur]" userId="b99d4817-95ca-4a42-841e-f8a8d5ffa339" providerId="ADAL" clId="{92C4B595-7FDF-4609-AB4D-C1FB05BF012F}" dt="2025-08-29T09:21:58.792" v="116" actId="478"/>
          <ac:picMkLst>
            <pc:docMk/>
            <pc:sldMk cId="0" sldId="307"/>
            <ac:picMk id="5" creationId="{00000000-0000-0000-0000-000000000000}"/>
          </ac:picMkLst>
        </pc:picChg>
        <pc:picChg chg="add del mod">
          <ac:chgData name="Dr. Dhaneshwar Mishra [MU - Jaipur]" userId="b99d4817-95ca-4a42-841e-f8a8d5ffa339" providerId="ADAL" clId="{92C4B595-7FDF-4609-AB4D-C1FB05BF012F}" dt="2025-08-29T09:33:24.661" v="244" actId="478"/>
          <ac:picMkLst>
            <pc:docMk/>
            <pc:sldMk cId="0" sldId="307"/>
            <ac:picMk id="13" creationId="{BAFB790F-8FF3-3754-526E-F0EDE7BF78B6}"/>
          </ac:picMkLst>
        </pc:picChg>
        <pc:picChg chg="add mod">
          <ac:chgData name="Dr. Dhaneshwar Mishra [MU - Jaipur]" userId="b99d4817-95ca-4a42-841e-f8a8d5ffa339" providerId="ADAL" clId="{92C4B595-7FDF-4609-AB4D-C1FB05BF012F}" dt="2025-08-29T09:33:36.798" v="248" actId="1076"/>
          <ac:picMkLst>
            <pc:docMk/>
            <pc:sldMk cId="0" sldId="307"/>
            <ac:picMk id="16" creationId="{FDA4F1A1-EA70-681C-2593-5422F6F1C7E9}"/>
          </ac:picMkLst>
        </pc:picChg>
        <pc:picChg chg="add mod">
          <ac:chgData name="Dr. Dhaneshwar Mishra [MU - Jaipur]" userId="b99d4817-95ca-4a42-841e-f8a8d5ffa339" providerId="ADAL" clId="{92C4B595-7FDF-4609-AB4D-C1FB05BF012F}" dt="2025-08-29T09:33:32.762" v="247" actId="14100"/>
          <ac:picMkLst>
            <pc:docMk/>
            <pc:sldMk cId="0" sldId="307"/>
            <ac:picMk id="17" creationId="{AA122117-C585-429F-C2DB-44832ECA375A}"/>
          </ac:picMkLst>
        </pc:picChg>
      </pc:sldChg>
      <pc:sldChg chg="addSp delSp modSp mod">
        <pc:chgData name="Dr. Dhaneshwar Mishra [MU - Jaipur]" userId="b99d4817-95ca-4a42-841e-f8a8d5ffa339" providerId="ADAL" clId="{92C4B595-7FDF-4609-AB4D-C1FB05BF012F}" dt="2025-08-29T09:41:54.819" v="373" actId="1076"/>
        <pc:sldMkLst>
          <pc:docMk/>
          <pc:sldMk cId="0" sldId="315"/>
        </pc:sldMkLst>
        <pc:spChg chg="add mod">
          <ac:chgData name="Dr. Dhaneshwar Mishra [MU - Jaipur]" userId="b99d4817-95ca-4a42-841e-f8a8d5ffa339" providerId="ADAL" clId="{92C4B595-7FDF-4609-AB4D-C1FB05BF012F}" dt="2025-08-29T09:32:13.843" v="219" actId="1076"/>
          <ac:spMkLst>
            <pc:docMk/>
            <pc:sldMk cId="0" sldId="315"/>
            <ac:spMk id="2" creationId="{5E9E40B8-1FC1-4FE9-BAF4-559DD857A4D4}"/>
          </ac:spMkLst>
        </pc:spChg>
        <pc:spChg chg="del">
          <ac:chgData name="Dr. Dhaneshwar Mishra [MU - Jaipur]" userId="b99d4817-95ca-4a42-841e-f8a8d5ffa339" providerId="ADAL" clId="{92C4B595-7FDF-4609-AB4D-C1FB05BF012F}" dt="2025-08-29T09:32:08.500" v="218" actId="478"/>
          <ac:spMkLst>
            <pc:docMk/>
            <pc:sldMk cId="0" sldId="315"/>
            <ac:spMk id="3" creationId="{00000000-0000-0000-0000-000000000000}"/>
          </ac:spMkLst>
        </pc:spChg>
        <pc:spChg chg="del">
          <ac:chgData name="Dr. Dhaneshwar Mishra [MU - Jaipur]" userId="b99d4817-95ca-4a42-841e-f8a8d5ffa339" providerId="ADAL" clId="{92C4B595-7FDF-4609-AB4D-C1FB05BF012F}" dt="2025-08-29T09:32:32.443" v="240" actId="478"/>
          <ac:spMkLst>
            <pc:docMk/>
            <pc:sldMk cId="0" sldId="315"/>
            <ac:spMk id="4" creationId="{00000000-0000-0000-0000-000000000000}"/>
          </ac:spMkLst>
        </pc:spChg>
        <pc:spChg chg="add del mod">
          <ac:chgData name="Dr. Dhaneshwar Mishra [MU - Jaipur]" userId="b99d4817-95ca-4a42-841e-f8a8d5ffa339" providerId="ADAL" clId="{92C4B595-7FDF-4609-AB4D-C1FB05BF012F}" dt="2025-08-29T09:32:28.799" v="239" actId="478"/>
          <ac:spMkLst>
            <pc:docMk/>
            <pc:sldMk cId="0" sldId="315"/>
            <ac:spMk id="7" creationId="{F449E83D-D599-1D19-B340-15BB4CE947B1}"/>
          </ac:spMkLst>
        </pc:spChg>
        <pc:spChg chg="mod">
          <ac:chgData name="Dr. Dhaneshwar Mishra [MU - Jaipur]" userId="b99d4817-95ca-4a42-841e-f8a8d5ffa339" providerId="ADAL" clId="{92C4B595-7FDF-4609-AB4D-C1FB05BF012F}" dt="2025-08-29T09:32:24.674" v="238" actId="20577"/>
          <ac:spMkLst>
            <pc:docMk/>
            <pc:sldMk cId="0" sldId="315"/>
            <ac:spMk id="8" creationId="{810AD251-F23D-A65E-4743-2AC16386288A}"/>
          </ac:spMkLst>
        </pc:spChg>
        <pc:spChg chg="add mod">
          <ac:chgData name="Dr. Dhaneshwar Mishra [MU - Jaipur]" userId="b99d4817-95ca-4a42-841e-f8a8d5ffa339" providerId="ADAL" clId="{92C4B595-7FDF-4609-AB4D-C1FB05BF012F}" dt="2025-08-29T09:41:38.409" v="370" actId="255"/>
          <ac:spMkLst>
            <pc:docMk/>
            <pc:sldMk cId="0" sldId="315"/>
            <ac:spMk id="10" creationId="{BEFB51E3-0A74-B8AC-0D35-9848B59B9E7A}"/>
          </ac:spMkLst>
        </pc:spChg>
        <pc:spChg chg="add mod">
          <ac:chgData name="Dr. Dhaneshwar Mishra [MU - Jaipur]" userId="b99d4817-95ca-4a42-841e-f8a8d5ffa339" providerId="ADAL" clId="{92C4B595-7FDF-4609-AB4D-C1FB05BF012F}" dt="2025-08-29T09:41:48.452" v="371" actId="1076"/>
          <ac:spMkLst>
            <pc:docMk/>
            <pc:sldMk cId="0" sldId="315"/>
            <ac:spMk id="13" creationId="{52C34F59-F720-4ADB-5B28-2730E57AEE08}"/>
          </ac:spMkLst>
        </pc:spChg>
        <pc:spChg chg="add mod">
          <ac:chgData name="Dr. Dhaneshwar Mishra [MU - Jaipur]" userId="b99d4817-95ca-4a42-841e-f8a8d5ffa339" providerId="ADAL" clId="{92C4B595-7FDF-4609-AB4D-C1FB05BF012F}" dt="2025-08-29T09:41:52.295" v="372" actId="1076"/>
          <ac:spMkLst>
            <pc:docMk/>
            <pc:sldMk cId="0" sldId="315"/>
            <ac:spMk id="14" creationId="{24FFB986-224F-2211-BB09-B3F88DA9395B}"/>
          </ac:spMkLst>
        </pc:spChg>
        <pc:picChg chg="del">
          <ac:chgData name="Dr. Dhaneshwar Mishra [MU - Jaipur]" userId="b99d4817-95ca-4a42-841e-f8a8d5ffa339" providerId="ADAL" clId="{92C4B595-7FDF-4609-AB4D-C1FB05BF012F}" dt="2025-08-29T09:32:34.740" v="241" actId="478"/>
          <ac:picMkLst>
            <pc:docMk/>
            <pc:sldMk cId="0" sldId="315"/>
            <ac:picMk id="5" creationId="{00000000-0000-0000-0000-000000000000}"/>
          </ac:picMkLst>
        </pc:picChg>
        <pc:picChg chg="add mod">
          <ac:chgData name="Dr. Dhaneshwar Mishra [MU - Jaipur]" userId="b99d4817-95ca-4a42-841e-f8a8d5ffa339" providerId="ADAL" clId="{92C4B595-7FDF-4609-AB4D-C1FB05BF012F}" dt="2025-08-29T09:41:54.819" v="373" actId="1076"/>
          <ac:picMkLst>
            <pc:docMk/>
            <pc:sldMk cId="0" sldId="315"/>
            <ac:picMk id="11" creationId="{2B818561-F8D3-83E2-88E8-3DAA1CD5D657}"/>
          </ac:picMkLst>
        </pc:picChg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316"/>
        </pc:sldMkLst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0" sldId="317"/>
        </pc:sldMkLst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1539779296" sldId="362"/>
        </pc:sldMkLst>
      </pc:sldChg>
      <pc:sldChg chg="addSp delSp modSp new mod">
        <pc:chgData name="Dr. Dhaneshwar Mishra [MU - Jaipur]" userId="b99d4817-95ca-4a42-841e-f8a8d5ffa339" providerId="ADAL" clId="{92C4B595-7FDF-4609-AB4D-C1FB05BF012F}" dt="2025-08-30T14:59:24.797" v="1039" actId="403"/>
        <pc:sldMkLst>
          <pc:docMk/>
          <pc:sldMk cId="2542640371" sldId="362"/>
        </pc:sldMkLst>
        <pc:spChg chg="del">
          <ac:chgData name="Dr. Dhaneshwar Mishra [MU - Jaipur]" userId="b99d4817-95ca-4a42-841e-f8a8d5ffa339" providerId="ADAL" clId="{92C4B595-7FDF-4609-AB4D-C1FB05BF012F}" dt="2025-08-30T06:39:48.274" v="570" actId="478"/>
          <ac:spMkLst>
            <pc:docMk/>
            <pc:sldMk cId="2542640371" sldId="362"/>
            <ac:spMk id="2" creationId="{6962D49B-1332-4C8B-CD9D-301BA6F5EE32}"/>
          </ac:spMkLst>
        </pc:spChg>
        <pc:spChg chg="del">
          <ac:chgData name="Dr. Dhaneshwar Mishra [MU - Jaipur]" userId="b99d4817-95ca-4a42-841e-f8a8d5ffa339" providerId="ADAL" clId="{92C4B595-7FDF-4609-AB4D-C1FB05BF012F}" dt="2025-08-30T06:39:45.386" v="569" actId="478"/>
          <ac:spMkLst>
            <pc:docMk/>
            <pc:sldMk cId="2542640371" sldId="362"/>
            <ac:spMk id="3" creationId="{086F531A-014C-1307-0CF4-71D4A28DD1EF}"/>
          </ac:spMkLst>
        </pc:spChg>
        <pc:spChg chg="add mod">
          <ac:chgData name="Dr. Dhaneshwar Mishra [MU - Jaipur]" userId="b99d4817-95ca-4a42-841e-f8a8d5ffa339" providerId="ADAL" clId="{92C4B595-7FDF-4609-AB4D-C1FB05BF012F}" dt="2025-08-30T06:49:18.591" v="626" actId="21"/>
          <ac:spMkLst>
            <pc:docMk/>
            <pc:sldMk cId="2542640371" sldId="362"/>
            <ac:spMk id="4" creationId="{9C9B340C-DD39-06E5-CA33-4D26EDD8653E}"/>
          </ac:spMkLst>
        </pc:spChg>
        <pc:spChg chg="add mod">
          <ac:chgData name="Dr. Dhaneshwar Mishra [MU - Jaipur]" userId="b99d4817-95ca-4a42-841e-f8a8d5ffa339" providerId="ADAL" clId="{92C4B595-7FDF-4609-AB4D-C1FB05BF012F}" dt="2025-08-30T06:45:48.433" v="613" actId="1076"/>
          <ac:spMkLst>
            <pc:docMk/>
            <pc:sldMk cId="2542640371" sldId="362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92C4B595-7FDF-4609-AB4D-C1FB05BF012F}" dt="2025-08-30T14:59:24.797" v="1039" actId="403"/>
          <ac:spMkLst>
            <pc:docMk/>
            <pc:sldMk cId="2542640371" sldId="362"/>
            <ac:spMk id="8" creationId="{72FFAFB7-A498-3317-1089-AFECCF313972}"/>
          </ac:spMkLst>
        </pc:spChg>
        <pc:spChg chg="add mod">
          <ac:chgData name="Dr. Dhaneshwar Mishra [MU - Jaipur]" userId="b99d4817-95ca-4a42-841e-f8a8d5ffa339" providerId="ADAL" clId="{92C4B595-7FDF-4609-AB4D-C1FB05BF012F}" dt="2025-08-30T06:49:29.344" v="629" actId="1076"/>
          <ac:spMkLst>
            <pc:docMk/>
            <pc:sldMk cId="2542640371" sldId="362"/>
            <ac:spMk id="9" creationId="{5FDE7259-61A2-0345-5414-CEEF99DBFAEF}"/>
          </ac:spMkLst>
        </pc:spChg>
        <pc:picChg chg="add mod">
          <ac:chgData name="Dr. Dhaneshwar Mishra [MU - Jaipur]" userId="b99d4817-95ca-4a42-841e-f8a8d5ffa339" providerId="ADAL" clId="{92C4B595-7FDF-4609-AB4D-C1FB05BF012F}" dt="2025-08-30T06:49:40.657" v="631" actId="14100"/>
          <ac:picMkLst>
            <pc:docMk/>
            <pc:sldMk cId="2542640371" sldId="362"/>
            <ac:picMk id="5" creationId="{00000000-0000-0000-0000-000000000000}"/>
          </ac:picMkLst>
        </pc:picChg>
      </pc:sldChg>
      <pc:sldChg chg="addSp delSp modSp new mod">
        <pc:chgData name="Dr. Dhaneshwar Mishra [MU - Jaipur]" userId="b99d4817-95ca-4a42-841e-f8a8d5ffa339" providerId="ADAL" clId="{92C4B595-7FDF-4609-AB4D-C1FB05BF012F}" dt="2025-08-30T14:58:14.526" v="1034" actId="6549"/>
        <pc:sldMkLst>
          <pc:docMk/>
          <pc:sldMk cId="394770241" sldId="363"/>
        </pc:sldMkLst>
        <pc:spChg chg="del">
          <ac:chgData name="Dr. Dhaneshwar Mishra [MU - Jaipur]" userId="b99d4817-95ca-4a42-841e-f8a8d5ffa339" providerId="ADAL" clId="{92C4B595-7FDF-4609-AB4D-C1FB05BF012F}" dt="2025-08-30T10:32:19.618" v="723" actId="478"/>
          <ac:spMkLst>
            <pc:docMk/>
            <pc:sldMk cId="394770241" sldId="363"/>
            <ac:spMk id="2" creationId="{1ECB807D-6364-C2F8-288D-C3F4D786D06D}"/>
          </ac:spMkLst>
        </pc:spChg>
        <pc:spChg chg="del">
          <ac:chgData name="Dr. Dhaneshwar Mishra [MU - Jaipur]" userId="b99d4817-95ca-4a42-841e-f8a8d5ffa339" providerId="ADAL" clId="{92C4B595-7FDF-4609-AB4D-C1FB05BF012F}" dt="2025-08-30T10:32:25.678" v="724" actId="478"/>
          <ac:spMkLst>
            <pc:docMk/>
            <pc:sldMk cId="394770241" sldId="363"/>
            <ac:spMk id="3" creationId="{D0E913C3-A048-015F-9631-34043B100FE7}"/>
          </ac:spMkLst>
        </pc:spChg>
        <pc:spChg chg="add mod">
          <ac:chgData name="Dr. Dhaneshwar Mishra [MU - Jaipur]" userId="b99d4817-95ca-4a42-841e-f8a8d5ffa339" providerId="ADAL" clId="{92C4B595-7FDF-4609-AB4D-C1FB05BF012F}" dt="2025-08-30T14:57:49.226" v="1028" actId="403"/>
          <ac:spMkLst>
            <pc:docMk/>
            <pc:sldMk cId="394770241" sldId="363"/>
            <ac:spMk id="4" creationId="{00000000-0000-0000-0000-000000000000}"/>
          </ac:spMkLst>
        </pc:spChg>
        <pc:spChg chg="add del mod">
          <ac:chgData name="Dr. Dhaneshwar Mishra [MU - Jaipur]" userId="b99d4817-95ca-4a42-841e-f8a8d5ffa339" providerId="ADAL" clId="{92C4B595-7FDF-4609-AB4D-C1FB05BF012F}" dt="2025-08-30T11:24:19.803" v="909" actId="21"/>
          <ac:spMkLst>
            <pc:docMk/>
            <pc:sldMk cId="394770241" sldId="363"/>
            <ac:spMk id="6" creationId="{658ECCE7-F919-6C57-0866-B290BE5C2A0C}"/>
          </ac:spMkLst>
        </pc:spChg>
        <pc:spChg chg="add del mod">
          <ac:chgData name="Dr. Dhaneshwar Mishra [MU - Jaipur]" userId="b99d4817-95ca-4a42-841e-f8a8d5ffa339" providerId="ADAL" clId="{92C4B595-7FDF-4609-AB4D-C1FB05BF012F}" dt="2025-08-30T11:24:19.803" v="909" actId="21"/>
          <ac:spMkLst>
            <pc:docMk/>
            <pc:sldMk cId="394770241" sldId="363"/>
            <ac:spMk id="8" creationId="{BEED5A41-BD94-8D75-4281-899911784B17}"/>
          </ac:spMkLst>
        </pc:spChg>
        <pc:spChg chg="add mod">
          <ac:chgData name="Dr. Dhaneshwar Mishra [MU - Jaipur]" userId="b99d4817-95ca-4a42-841e-f8a8d5ffa339" providerId="ADAL" clId="{92C4B595-7FDF-4609-AB4D-C1FB05BF012F}" dt="2025-08-30T12:15:15.075" v="913" actId="1076"/>
          <ac:spMkLst>
            <pc:docMk/>
            <pc:sldMk cId="394770241" sldId="363"/>
            <ac:spMk id="10" creationId="{45EC5711-B5BF-07F1-A401-5BFBC9ACB0AE}"/>
          </ac:spMkLst>
        </pc:spChg>
        <pc:spChg chg="add mod">
          <ac:chgData name="Dr. Dhaneshwar Mishra [MU - Jaipur]" userId="b99d4817-95ca-4a42-841e-f8a8d5ffa339" providerId="ADAL" clId="{92C4B595-7FDF-4609-AB4D-C1FB05BF012F}" dt="2025-08-30T14:58:14.526" v="1034" actId="6549"/>
          <ac:spMkLst>
            <pc:docMk/>
            <pc:sldMk cId="394770241" sldId="363"/>
            <ac:spMk id="11" creationId="{382C7583-C6F2-F1B6-1D2E-23AF8FBC67D9}"/>
          </ac:spMkLst>
        </pc:spChg>
        <pc:spChg chg="add mod">
          <ac:chgData name="Dr. Dhaneshwar Mishra [MU - Jaipur]" userId="b99d4817-95ca-4a42-841e-f8a8d5ffa339" providerId="ADAL" clId="{92C4B595-7FDF-4609-AB4D-C1FB05BF012F}" dt="2025-08-30T12:19:02.073" v="953" actId="115"/>
          <ac:spMkLst>
            <pc:docMk/>
            <pc:sldMk cId="394770241" sldId="363"/>
            <ac:spMk id="13" creationId="{CC142C6E-AD3E-C11A-7CEB-8E29CEC65C16}"/>
          </ac:spMkLst>
        </pc:spChg>
        <pc:picChg chg="add mod">
          <ac:chgData name="Dr. Dhaneshwar Mishra [MU - Jaipur]" userId="b99d4817-95ca-4a42-841e-f8a8d5ffa339" providerId="ADAL" clId="{92C4B595-7FDF-4609-AB4D-C1FB05BF012F}" dt="2025-08-30T14:58:02.189" v="1030" actId="14100"/>
          <ac:picMkLst>
            <pc:docMk/>
            <pc:sldMk cId="394770241" sldId="363"/>
            <ac:picMk id="9" creationId="{40AE2D9F-32EB-9CAA-195C-AAAFF5155A1E}"/>
          </ac:picMkLst>
        </pc:picChg>
      </pc:sldChg>
      <pc:sldChg chg="del">
        <pc:chgData name="Dr. Dhaneshwar Mishra [MU - Jaipur]" userId="b99d4817-95ca-4a42-841e-f8a8d5ffa339" providerId="ADAL" clId="{92C4B595-7FDF-4609-AB4D-C1FB05BF012F}" dt="2025-08-29T09:43:46.490" v="375" actId="47"/>
        <pc:sldMkLst>
          <pc:docMk/>
          <pc:sldMk cId="1014376334" sldId="363"/>
        </pc:sldMkLst>
      </pc:sldChg>
      <pc:sldChg chg="addSp delSp modSp new mod">
        <pc:chgData name="Dr. Dhaneshwar Mishra [MU - Jaipur]" userId="b99d4817-95ca-4a42-841e-f8a8d5ffa339" providerId="ADAL" clId="{92C4B595-7FDF-4609-AB4D-C1FB05BF012F}" dt="2025-08-30T14:58:34.710" v="1036" actId="1076"/>
        <pc:sldMkLst>
          <pc:docMk/>
          <pc:sldMk cId="2257034389" sldId="364"/>
        </pc:sldMkLst>
        <pc:spChg chg="del">
          <ac:chgData name="Dr. Dhaneshwar Mishra [MU - Jaipur]" userId="b99d4817-95ca-4a42-841e-f8a8d5ffa339" providerId="ADAL" clId="{92C4B595-7FDF-4609-AB4D-C1FB05BF012F}" dt="2025-08-30T11:24:05.352" v="907" actId="478"/>
          <ac:spMkLst>
            <pc:docMk/>
            <pc:sldMk cId="2257034389" sldId="364"/>
            <ac:spMk id="2" creationId="{07520177-333F-D402-BD0D-9C3CCBF50D59}"/>
          </ac:spMkLst>
        </pc:spChg>
        <pc:spChg chg="del">
          <ac:chgData name="Dr. Dhaneshwar Mishra [MU - Jaipur]" userId="b99d4817-95ca-4a42-841e-f8a8d5ffa339" providerId="ADAL" clId="{92C4B595-7FDF-4609-AB4D-C1FB05BF012F}" dt="2025-08-30T11:24:08.456" v="908" actId="478"/>
          <ac:spMkLst>
            <pc:docMk/>
            <pc:sldMk cId="2257034389" sldId="364"/>
            <ac:spMk id="3" creationId="{1F550EC3-B68E-5E32-8C57-45F728623285}"/>
          </ac:spMkLst>
        </pc:spChg>
        <pc:spChg chg="add mod">
          <ac:chgData name="Dr. Dhaneshwar Mishra [MU - Jaipur]" userId="b99d4817-95ca-4a42-841e-f8a8d5ffa339" providerId="ADAL" clId="{92C4B595-7FDF-4609-AB4D-C1FB05BF012F}" dt="2025-08-30T12:16:09.001" v="921" actId="403"/>
          <ac:spMkLst>
            <pc:docMk/>
            <pc:sldMk cId="2257034389" sldId="364"/>
            <ac:spMk id="4" creationId="{BEED5A41-BD94-8D75-4281-899911784B17}"/>
          </ac:spMkLst>
        </pc:spChg>
        <pc:spChg chg="add mod">
          <ac:chgData name="Dr. Dhaneshwar Mishra [MU - Jaipur]" userId="b99d4817-95ca-4a42-841e-f8a8d5ffa339" providerId="ADAL" clId="{92C4B595-7FDF-4609-AB4D-C1FB05BF012F}" dt="2025-08-30T12:17:48.801" v="937" actId="1076"/>
          <ac:spMkLst>
            <pc:docMk/>
            <pc:sldMk cId="2257034389" sldId="364"/>
            <ac:spMk id="5" creationId="{A0E0BEE5-A6BC-CE9A-E43A-3F10668159B1}"/>
          </ac:spMkLst>
        </pc:spChg>
        <pc:spChg chg="add mod">
          <ac:chgData name="Dr. Dhaneshwar Mishra [MU - Jaipur]" userId="b99d4817-95ca-4a42-841e-f8a8d5ffa339" providerId="ADAL" clId="{92C4B595-7FDF-4609-AB4D-C1FB05BF012F}" dt="2025-08-30T14:58:26.431" v="1035" actId="14100"/>
          <ac:spMkLst>
            <pc:docMk/>
            <pc:sldMk cId="2257034389" sldId="364"/>
            <ac:spMk id="6" creationId="{658ECCE7-F919-6C57-0866-B290BE5C2A0C}"/>
          </ac:spMkLst>
        </pc:spChg>
        <pc:spChg chg="add del mod">
          <ac:chgData name="Dr. Dhaneshwar Mishra [MU - Jaipur]" userId="b99d4817-95ca-4a42-841e-f8a8d5ffa339" providerId="ADAL" clId="{92C4B595-7FDF-4609-AB4D-C1FB05BF012F}" dt="2025-08-30T12:16:00.291" v="915" actId="21"/>
          <ac:spMkLst>
            <pc:docMk/>
            <pc:sldMk cId="2257034389" sldId="364"/>
            <ac:spMk id="8" creationId="{BEED5A41-BD94-8D75-4281-899911784B17}"/>
          </ac:spMkLst>
        </pc:spChg>
        <pc:picChg chg="add mod">
          <ac:chgData name="Dr. Dhaneshwar Mishra [MU - Jaipur]" userId="b99d4817-95ca-4a42-841e-f8a8d5ffa339" providerId="ADAL" clId="{92C4B595-7FDF-4609-AB4D-C1FB05BF012F}" dt="2025-08-30T14:58:34.710" v="1036" actId="1076"/>
          <ac:picMkLst>
            <pc:docMk/>
            <pc:sldMk cId="2257034389" sldId="364"/>
            <ac:picMk id="7" creationId="{1E696AB5-3720-D280-59BC-D260401F07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56491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8442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68414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3/14/18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Manipal University Jaipur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52CCF-9C18-EE4F-AF97-937D2292C2BD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43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38" y="417461"/>
            <a:ext cx="9910796" cy="14640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31479" y="2084959"/>
            <a:ext cx="30649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27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866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76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05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240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1388" y="179323"/>
            <a:ext cx="1116922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8100" y="2829560"/>
            <a:ext cx="8026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0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153" y="253830"/>
            <a:ext cx="11783694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930" y="2677122"/>
            <a:ext cx="11023917" cy="137133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sz="3600" dirty="0">
                <a:solidFill>
                  <a:srgbClr val="3366CC"/>
                </a:solidFill>
              </a:rPr>
              <a:t>The Bulk Forming Processes: Extrusion and Deep Drawing</a:t>
            </a:r>
            <a:endParaRPr sz="3600"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15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33D39E8-CBF1-FA93-1029-CAC807295A83}"/>
              </a:ext>
            </a:extLst>
          </p:cNvPr>
          <p:cNvSpPr txBox="1"/>
          <p:nvPr/>
        </p:nvSpPr>
        <p:spPr>
          <a:xfrm>
            <a:off x="1143000" y="228600"/>
            <a:ext cx="541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C329E-BACD-5112-4E77-F0447E0C6BA2}"/>
              </a:ext>
            </a:extLst>
          </p:cNvPr>
          <p:cNvSpPr txBox="1"/>
          <p:nvPr/>
        </p:nvSpPr>
        <p:spPr>
          <a:xfrm>
            <a:off x="468086" y="1371600"/>
            <a:ext cx="114191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bulk forming process in which the work metal is forced or compressed to flow through a die hole to produce a desired cross-sectional shape.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squeezing toothpaste from a toothpaste tube.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63D1618-250C-26E0-3EAC-F36F6B38ED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200400"/>
            <a:ext cx="6934200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992033-99B3-BF9D-C87D-D283543C713B}"/>
              </a:ext>
            </a:extLst>
          </p:cNvPr>
          <p:cNvSpPr txBox="1"/>
          <p:nvPr/>
        </p:nvSpPr>
        <p:spPr>
          <a:xfrm>
            <a:off x="7881257" y="2438400"/>
            <a:ext cx="4038600" cy="428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sz="2400" b="1" dirty="0">
                <a:solidFill>
                  <a:srgbClr val="660033"/>
                </a:solidFill>
                <a:latin typeface="Microsoft Sans Serif"/>
                <a:cs typeface="Microsoft Sans Serif"/>
              </a:rPr>
              <a:t>Advantages</a:t>
            </a:r>
            <a:r>
              <a:rPr lang="en-US" sz="2400" b="1" spc="-10" dirty="0">
                <a:solidFill>
                  <a:srgbClr val="660033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b="1" spc="-50" dirty="0">
                <a:solidFill>
                  <a:srgbClr val="660033"/>
                </a:solidFill>
                <a:latin typeface="Microsoft Sans Serif"/>
                <a:cs typeface="Microsoft Sans Serif"/>
              </a:rPr>
              <a:t>:</a:t>
            </a:r>
            <a:endParaRPr lang="en-US" sz="2400" b="1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000" spc="-10" dirty="0">
                <a:latin typeface="Microsoft Sans Serif"/>
                <a:cs typeface="Microsoft Sans Serif"/>
              </a:rPr>
              <a:t>A variety</a:t>
            </a:r>
            <a:r>
              <a:rPr lang="en-US" sz="2000" spc="-3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of</a:t>
            </a:r>
            <a:r>
              <a:rPr lang="en-US" sz="2000" spc="-1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shapes</a:t>
            </a:r>
            <a:r>
              <a:rPr lang="en-US" sz="2000" spc="-1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are</a:t>
            </a:r>
            <a:r>
              <a:rPr lang="en-US" sz="2000" spc="-2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possible,</a:t>
            </a:r>
            <a:r>
              <a:rPr lang="en-US" sz="2000" spc="-3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especially</a:t>
            </a:r>
            <a:r>
              <a:rPr lang="en-US" sz="2000" spc="-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using</a:t>
            </a:r>
            <a:r>
              <a:rPr lang="en-US" sz="2000" spc="-2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hot</a:t>
            </a:r>
            <a:r>
              <a:rPr lang="en-US" sz="2000" spc="-15" dirty="0">
                <a:latin typeface="Microsoft Sans Serif"/>
                <a:cs typeface="Microsoft Sans Serif"/>
              </a:rPr>
              <a:t> </a:t>
            </a:r>
            <a:r>
              <a:rPr lang="en-US" sz="2000" spc="-10" dirty="0">
                <a:latin typeface="Microsoft Sans Serif"/>
                <a:cs typeface="Microsoft Sans Serif"/>
              </a:rPr>
              <a:t>extrusion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000" dirty="0">
                <a:latin typeface="Microsoft Sans Serif"/>
                <a:cs typeface="Microsoft Sans Serif"/>
              </a:rPr>
              <a:t>Grain</a:t>
            </a:r>
            <a:r>
              <a:rPr lang="en-US" sz="2000" spc="-2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structure</a:t>
            </a:r>
            <a:r>
              <a:rPr lang="en-US" sz="2000" spc="-3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and</a:t>
            </a:r>
            <a:r>
              <a:rPr lang="en-US" sz="2000" spc="-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strength</a:t>
            </a:r>
            <a:r>
              <a:rPr lang="en-US" sz="2000" spc="-3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properties</a:t>
            </a:r>
            <a:r>
              <a:rPr lang="en-US" sz="2000" spc="-4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are</a:t>
            </a:r>
            <a:r>
              <a:rPr lang="en-US" sz="2000" spc="-2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enhanced</a:t>
            </a:r>
            <a:r>
              <a:rPr lang="en-US" sz="2000" spc="-2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in</a:t>
            </a:r>
            <a:r>
              <a:rPr lang="en-US" sz="2000" spc="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cold</a:t>
            </a:r>
            <a:r>
              <a:rPr lang="en-US" sz="2000" spc="-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and</a:t>
            </a:r>
            <a:r>
              <a:rPr lang="en-US" sz="2000" spc="-5" dirty="0">
                <a:latin typeface="Microsoft Sans Serif"/>
                <a:cs typeface="Microsoft Sans Serif"/>
              </a:rPr>
              <a:t> </a:t>
            </a:r>
            <a:r>
              <a:rPr lang="en-US" sz="2000" spc="-20" dirty="0">
                <a:latin typeface="Microsoft Sans Serif"/>
                <a:cs typeface="Microsoft Sans Serif"/>
              </a:rPr>
              <a:t>warm </a:t>
            </a:r>
            <a:r>
              <a:rPr lang="en-US" sz="2000" spc="-10" dirty="0">
                <a:latin typeface="Microsoft Sans Serif"/>
                <a:cs typeface="Microsoft Sans Serif"/>
              </a:rPr>
              <a:t>extrusion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000" dirty="0">
                <a:latin typeface="Microsoft Sans Serif"/>
                <a:cs typeface="Microsoft Sans Serif"/>
              </a:rPr>
              <a:t>Close</a:t>
            </a:r>
            <a:r>
              <a:rPr lang="en-US" sz="2000" spc="-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tolerances</a:t>
            </a:r>
            <a:r>
              <a:rPr lang="en-US" sz="2000" spc="-3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are</a:t>
            </a:r>
            <a:r>
              <a:rPr lang="en-US" sz="2000" spc="-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possible,</a:t>
            </a:r>
            <a:r>
              <a:rPr lang="en-US" sz="2000" spc="-2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mainly in</a:t>
            </a:r>
            <a:r>
              <a:rPr lang="en-US" sz="2000" spc="1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cold</a:t>
            </a:r>
            <a:r>
              <a:rPr lang="en-US" sz="2000" spc="-5" dirty="0">
                <a:latin typeface="Microsoft Sans Serif"/>
                <a:cs typeface="Microsoft Sans Serif"/>
              </a:rPr>
              <a:t> </a:t>
            </a:r>
            <a:r>
              <a:rPr lang="en-US" sz="2000" spc="-10" dirty="0">
                <a:latin typeface="Microsoft Sans Serif"/>
                <a:cs typeface="Microsoft Sans Serif"/>
              </a:rPr>
              <a:t>extrusion</a:t>
            </a:r>
            <a:endParaRPr lang="en-US"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4A9838-337B-BE0E-7419-1C84DC732273}"/>
              </a:ext>
            </a:extLst>
          </p:cNvPr>
          <p:cNvSpPr txBox="1"/>
          <p:nvPr/>
        </p:nvSpPr>
        <p:spPr>
          <a:xfrm>
            <a:off x="1143000" y="2286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Extrusion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ACFB5-BD11-BD49-6629-2C262F81659B}"/>
              </a:ext>
            </a:extLst>
          </p:cNvPr>
          <p:cNvSpPr txBox="1"/>
          <p:nvPr/>
        </p:nvSpPr>
        <p:spPr>
          <a:xfrm>
            <a:off x="609600" y="1019812"/>
            <a:ext cx="5029200" cy="576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Direct</a:t>
            </a:r>
            <a:r>
              <a:rPr lang="en-US" sz="24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or forward</a:t>
            </a:r>
            <a:r>
              <a:rPr lang="en-US" sz="2400"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extrusion</a:t>
            </a:r>
            <a:endParaRPr lang="en-US" sz="1800" dirty="0">
              <a:latin typeface="Microsoft Sans Serif"/>
              <a:cs typeface="Microsoft Sans Serif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390A9-260E-8579-5397-7F1A48C9F73E}"/>
              </a:ext>
            </a:extLst>
          </p:cNvPr>
          <p:cNvSpPr txBox="1"/>
          <p:nvPr/>
        </p:nvSpPr>
        <p:spPr>
          <a:xfrm>
            <a:off x="250371" y="1596188"/>
            <a:ext cx="73478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holes.</a:t>
            </a:r>
            <a:r>
              <a:rPr lang="en-US"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508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material,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forcing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2400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portion</a:t>
            </a:r>
            <a:r>
              <a:rPr lang="en-US" sz="2400" spc="-2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2400" spc="-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400" spc="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400" spc="2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lang="en-US" sz="2400" spc="-3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400" spc="-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400" spc="-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spc="-3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2400" spc="-2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extruded</a:t>
            </a:r>
            <a:r>
              <a:rPr lang="en-US" sz="2400" spc="-1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called</a:t>
            </a:r>
            <a:r>
              <a:rPr lang="en-US" sz="2400" spc="1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i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</a:t>
            </a:r>
            <a:r>
              <a:rPr lang="en-US" sz="24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7DF7D-E5DF-7A9A-541D-5CBA2BD9CF30}"/>
              </a:ext>
            </a:extLst>
          </p:cNvPr>
          <p:cNvSpPr txBox="1"/>
          <p:nvPr/>
        </p:nvSpPr>
        <p:spPr>
          <a:xfrm>
            <a:off x="206829" y="4044132"/>
            <a:ext cx="11734800" cy="283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127635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separated from the product by cutting it just beyond the exit</a:t>
            </a:r>
          </a:p>
          <a:p>
            <a:pPr marL="298450" marR="127635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Hollow sections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tubes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spc="-6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98450" marR="127635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US" sz="2400" spc="-3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  <a:r>
              <a:rPr lang="en-US" sz="2400" spc="-4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its</a:t>
            </a:r>
            <a:r>
              <a:rPr lang="en-US"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axis.</a:t>
            </a:r>
            <a:r>
              <a:rPr lang="en-US" sz="2400" spc="-1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98450" marR="127635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compressed,</a:t>
            </a:r>
            <a:r>
              <a:rPr lang="en-US" sz="2400" spc="-5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en-US"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400" spc="-3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</a:t>
            </a:r>
            <a:r>
              <a:rPr lang="en-US"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FDA4F1A1-EA70-681C-2593-5422F6F1C7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759" y="4044132"/>
            <a:ext cx="1982952" cy="814799"/>
          </a:xfrm>
          <a:prstGeom prst="rect">
            <a:avLst/>
          </a:prstGeom>
        </p:spPr>
      </p:pic>
      <p:pic>
        <p:nvPicPr>
          <p:cNvPr id="17" name="object 5">
            <a:extLst>
              <a:ext uri="{FF2B5EF4-FFF2-40B4-BE49-F238E27FC236}">
                <a16:creationId xmlns:a16="http://schemas.microsoft.com/office/drawing/2014/main" id="{AA122117-C585-429F-C2DB-44832ECA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1468041"/>
            <a:ext cx="4245429" cy="23083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53729F4-AD51-0280-0048-F2A829C75828}"/>
              </a:ext>
            </a:extLst>
          </p:cNvPr>
          <p:cNvSpPr txBox="1"/>
          <p:nvPr/>
        </p:nvSpPr>
        <p:spPr>
          <a:xfrm>
            <a:off x="88392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hollow shapes using direct extrusion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0AD251-F23D-A65E-4743-2AC16386288A}"/>
              </a:ext>
            </a:extLst>
          </p:cNvPr>
          <p:cNvSpPr txBox="1"/>
          <p:nvPr/>
        </p:nvSpPr>
        <p:spPr>
          <a:xfrm>
            <a:off x="228600" y="97311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Extrusion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9E40B8-1FC1-4FE9-BAF4-559DD857A4D4}"/>
              </a:ext>
            </a:extLst>
          </p:cNvPr>
          <p:cNvSpPr txBox="1"/>
          <p:nvPr/>
        </p:nvSpPr>
        <p:spPr>
          <a:xfrm>
            <a:off x="609600" y="203675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Extrusion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B51E3-0A74-B8AC-0D35-9848B59B9E7A}"/>
              </a:ext>
            </a:extLst>
          </p:cNvPr>
          <p:cNvSpPr txBox="1"/>
          <p:nvPr/>
        </p:nvSpPr>
        <p:spPr>
          <a:xfrm>
            <a:off x="304800" y="1547005"/>
            <a:ext cx="5029200" cy="561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23685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type,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not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container.</a:t>
            </a:r>
            <a:r>
              <a:rPr lang="en-US" sz="20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23685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ram compresses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metal,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die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side,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ram.</a:t>
            </a:r>
          </a:p>
          <a:p>
            <a:pPr marL="355600" marR="23685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20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</a:t>
            </a:r>
            <a:r>
              <a:rPr lang="en-US" sz="20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en-US" sz="20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lang="en-US" sz="2000" spc="-3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0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container;</a:t>
            </a:r>
            <a:r>
              <a:rPr lang="en-US" sz="2000" spc="-5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20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friction</a:t>
            </a:r>
            <a:r>
              <a:rPr lang="en-US" sz="20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interface,</a:t>
            </a:r>
            <a:r>
              <a:rPr lang="en-US" sz="2000" spc="-3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</a:t>
            </a:r>
            <a:r>
              <a:rPr lang="en-US" sz="20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US" sz="20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20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extrusion.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3685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  <a:cs typeface="Microsoft Sans Serif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2B818561-F8D3-83E2-88E8-3DAA1CD5D6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0157" y="1424137"/>
            <a:ext cx="6261472" cy="17448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C34F59-F720-4ADB-5B28-2730E57AEE08}"/>
              </a:ext>
            </a:extLst>
          </p:cNvPr>
          <p:cNvSpPr txBox="1"/>
          <p:nvPr/>
        </p:nvSpPr>
        <p:spPr>
          <a:xfrm>
            <a:off x="5791200" y="4953000"/>
            <a:ext cx="6096000" cy="14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 algn="just">
              <a:lnSpc>
                <a:spcPct val="15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Microsoft Sans Serif"/>
                <a:cs typeface="Microsoft Sans Serif"/>
              </a:rPr>
              <a:t>Limitations:</a:t>
            </a:r>
            <a:r>
              <a:rPr lang="en-US" sz="2000" spc="-25" dirty="0">
                <a:solidFill>
                  <a:srgbClr val="000066"/>
                </a:solidFill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lower</a:t>
            </a:r>
            <a:r>
              <a:rPr lang="en-US" sz="2000" spc="-3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rigidity</a:t>
            </a:r>
            <a:r>
              <a:rPr lang="en-US" sz="2000" spc="-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of</a:t>
            </a:r>
            <a:r>
              <a:rPr lang="en-US" sz="2000" spc="-2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the</a:t>
            </a:r>
            <a:r>
              <a:rPr lang="en-US" sz="2000" spc="-2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hollow ram,</a:t>
            </a:r>
            <a:r>
              <a:rPr lang="en-US" sz="2000" spc="-3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difficulty</a:t>
            </a:r>
            <a:r>
              <a:rPr lang="en-US" sz="2000" spc="-15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in</a:t>
            </a:r>
            <a:r>
              <a:rPr lang="en-US" sz="2000" spc="-10" dirty="0">
                <a:latin typeface="Microsoft Sans Serif"/>
                <a:cs typeface="Microsoft Sans Serif"/>
              </a:rPr>
              <a:t> </a:t>
            </a:r>
            <a:r>
              <a:rPr lang="en-US" sz="2000" dirty="0">
                <a:latin typeface="Microsoft Sans Serif"/>
                <a:cs typeface="Microsoft Sans Serif"/>
              </a:rPr>
              <a:t>supporting</a:t>
            </a:r>
            <a:r>
              <a:rPr lang="en-US" sz="2000" spc="-50" dirty="0">
                <a:latin typeface="Microsoft Sans Serif"/>
                <a:cs typeface="Microsoft Sans Serif"/>
              </a:rPr>
              <a:t> </a:t>
            </a:r>
            <a:r>
              <a:rPr lang="en-US" sz="2000" spc="-25" dirty="0">
                <a:latin typeface="Microsoft Sans Serif"/>
                <a:cs typeface="Microsoft Sans Serif"/>
              </a:rPr>
              <a:t>the extruded product at the exit</a:t>
            </a:r>
            <a:endParaRPr lang="en-US" sz="2000" dirty="0">
              <a:latin typeface="Microsoft Sans Serif"/>
              <a:cs typeface="Microsoft Sans Serif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24FFB986-224F-2211-BB09-B3F88DA93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0" y="3775506"/>
            <a:ext cx="6096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</a:rPr>
              <a:t>Indirect</a:t>
            </a:r>
            <a:r>
              <a:rPr sz="2400" b="1" spc="-40" dirty="0">
                <a:solidFill>
                  <a:srgbClr val="001F5F"/>
                </a:solidFill>
              </a:rPr>
              <a:t> </a:t>
            </a:r>
            <a:r>
              <a:rPr sz="2400" b="1" dirty="0">
                <a:solidFill>
                  <a:srgbClr val="001F5F"/>
                </a:solidFill>
              </a:rPr>
              <a:t>extrusion:</a:t>
            </a:r>
            <a:r>
              <a:rPr sz="2400" b="1" spc="-20" dirty="0">
                <a:solidFill>
                  <a:srgbClr val="001F5F"/>
                </a:solidFill>
              </a:rPr>
              <a:t> </a:t>
            </a:r>
            <a:r>
              <a:rPr sz="2400" b="1" dirty="0">
                <a:solidFill>
                  <a:srgbClr val="001F5F"/>
                </a:solidFill>
              </a:rPr>
              <a:t>solid</a:t>
            </a:r>
            <a:r>
              <a:rPr sz="2400" b="1" spc="-40" dirty="0">
                <a:solidFill>
                  <a:srgbClr val="001F5F"/>
                </a:solidFill>
              </a:rPr>
              <a:t> </a:t>
            </a:r>
            <a:r>
              <a:rPr sz="2400" b="1" dirty="0">
                <a:solidFill>
                  <a:srgbClr val="001F5F"/>
                </a:solidFill>
              </a:rPr>
              <a:t>billet</a:t>
            </a:r>
            <a:r>
              <a:rPr sz="2400" b="1" spc="-30" dirty="0">
                <a:solidFill>
                  <a:srgbClr val="001F5F"/>
                </a:solidFill>
              </a:rPr>
              <a:t> </a:t>
            </a:r>
            <a:r>
              <a:rPr sz="2400" b="1" dirty="0">
                <a:solidFill>
                  <a:srgbClr val="001F5F"/>
                </a:solidFill>
              </a:rPr>
              <a:t>and</a:t>
            </a:r>
            <a:r>
              <a:rPr sz="2400" b="1" spc="-30" dirty="0">
                <a:solidFill>
                  <a:srgbClr val="001F5F"/>
                </a:solidFill>
              </a:rPr>
              <a:t> </a:t>
            </a:r>
            <a:r>
              <a:rPr sz="2400" b="1" dirty="0">
                <a:solidFill>
                  <a:srgbClr val="001F5F"/>
                </a:solidFill>
              </a:rPr>
              <a:t>hollow</a:t>
            </a:r>
            <a:r>
              <a:rPr sz="2400" b="1" spc="-40" dirty="0">
                <a:solidFill>
                  <a:srgbClr val="001F5F"/>
                </a:solidFill>
              </a:rPr>
              <a:t> </a:t>
            </a:r>
            <a:r>
              <a:rPr sz="2400" b="1" spc="-10" dirty="0">
                <a:solidFill>
                  <a:srgbClr val="001F5F"/>
                </a:solidFill>
              </a:rPr>
              <a:t>billet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498" y="387771"/>
            <a:ext cx="944803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0">
              <a:spcBef>
                <a:spcPts val="100"/>
              </a:spcBef>
            </a:pPr>
            <a:r>
              <a:rPr sz="4400" dirty="0"/>
              <a:t>Other</a:t>
            </a:r>
            <a:r>
              <a:rPr sz="4400" spc="-45" dirty="0"/>
              <a:t> </a:t>
            </a:r>
            <a:r>
              <a:rPr lang="en-US" sz="4400" spc="-45" dirty="0"/>
              <a:t>E</a:t>
            </a:r>
            <a:r>
              <a:rPr sz="4400" dirty="0"/>
              <a:t>xtrusion</a:t>
            </a:r>
            <a:r>
              <a:rPr sz="4400" spc="-30" dirty="0"/>
              <a:t> </a:t>
            </a:r>
            <a:r>
              <a:rPr lang="en-US" sz="4400" spc="-10" dirty="0"/>
              <a:t>P</a:t>
            </a:r>
            <a:r>
              <a:rPr sz="4400" spc="-10" dirty="0"/>
              <a:t>rocesses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374498" y="1380761"/>
            <a:ext cx="11512702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32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xtrusion: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9220" indent="-342900" algn="just"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strokes.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billet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extruded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impact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by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mpacting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429001"/>
            <a:ext cx="7086600" cy="25198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36902" y="6063709"/>
            <a:ext cx="1577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dirty="0">
                <a:solidFill>
                  <a:srgbClr val="660033"/>
                </a:solidFill>
                <a:latin typeface="Microsoft Sans Serif"/>
                <a:cs typeface="Microsoft Sans Serif"/>
              </a:rPr>
              <a:t>F</a:t>
            </a:r>
            <a:r>
              <a:rPr sz="1400" dirty="0">
                <a:solidFill>
                  <a:srgbClr val="660033"/>
                </a:solidFill>
                <a:latin typeface="Microsoft Sans Serif"/>
                <a:cs typeface="Microsoft Sans Serif"/>
              </a:rPr>
              <a:t>orward</a:t>
            </a:r>
            <a:r>
              <a:rPr sz="1400" spc="-45" dirty="0">
                <a:solidFill>
                  <a:srgbClr val="660033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0033"/>
                </a:solidFill>
                <a:latin typeface="Microsoft Sans Serif"/>
                <a:cs typeface="Microsoft Sans Serif"/>
              </a:rPr>
              <a:t>extrusion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8516" y="6088606"/>
            <a:ext cx="1577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660033"/>
                </a:solidFill>
                <a:latin typeface="Microsoft Sans Serif"/>
                <a:cs typeface="Microsoft Sans Serif"/>
              </a:rPr>
              <a:t>Backward</a:t>
            </a:r>
            <a:r>
              <a:rPr sz="1400" spc="-30" dirty="0">
                <a:solidFill>
                  <a:srgbClr val="660033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0033"/>
                </a:solidFill>
                <a:latin typeface="Microsoft Sans Serif"/>
                <a:cs typeface="Microsoft Sans Serif"/>
              </a:rPr>
              <a:t>extrusion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3617115"/>
            <a:ext cx="4253317" cy="20149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48800" y="6063709"/>
            <a:ext cx="18694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dirty="0">
                <a:solidFill>
                  <a:srgbClr val="660033"/>
                </a:solidFill>
                <a:latin typeface="Microsoft Sans Serif"/>
                <a:cs typeface="Microsoft Sans Serif"/>
              </a:rPr>
              <a:t>C</a:t>
            </a:r>
            <a:r>
              <a:rPr sz="1400" dirty="0">
                <a:solidFill>
                  <a:srgbClr val="660033"/>
                </a:solidFill>
                <a:latin typeface="Microsoft Sans Serif"/>
                <a:cs typeface="Microsoft Sans Serif"/>
              </a:rPr>
              <a:t>ombined</a:t>
            </a:r>
            <a:r>
              <a:rPr sz="1400" spc="-60" dirty="0">
                <a:solidFill>
                  <a:srgbClr val="660033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0033"/>
                </a:solidFill>
                <a:latin typeface="Microsoft Sans Serif"/>
                <a:cs typeface="Microsoft Sans Serif"/>
              </a:rPr>
              <a:t>extrusion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8601" y="2982440"/>
            <a:ext cx="6738256" cy="17011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sz="28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mpact Extrusion</a:t>
            </a:r>
            <a:r>
              <a:rPr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solidFill>
                <a:srgbClr val="660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</a:pPr>
            <a:r>
              <a:rPr sz="28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10" dirty="0">
              <a:solidFill>
                <a:srgbClr val="660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72812-4B3E-C636-FC93-386CF6ED7571}"/>
              </a:ext>
            </a:extLst>
          </p:cNvPr>
          <p:cNvSpPr txBox="1"/>
          <p:nvPr/>
        </p:nvSpPr>
        <p:spPr>
          <a:xfrm>
            <a:off x="2749835" y="25408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44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Extrusion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B413B-AB76-42FA-B983-346CD639B931}"/>
              </a:ext>
            </a:extLst>
          </p:cNvPr>
          <p:cNvSpPr txBox="1"/>
          <p:nvPr/>
        </p:nvSpPr>
        <p:spPr>
          <a:xfrm>
            <a:off x="533400" y="1167444"/>
            <a:ext cx="937260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extrusion is carried out as cold forming.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thin walls are possible by the backward impact extrusion method.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making toothpaste tubes, battery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FFAFB7-A498-3317-1089-AFECCF313972}"/>
              </a:ext>
            </a:extLst>
          </p:cNvPr>
          <p:cNvSpPr txBox="1"/>
          <p:nvPr/>
        </p:nvSpPr>
        <p:spPr>
          <a:xfrm>
            <a:off x="1159709" y="152400"/>
            <a:ext cx="51050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5"/>
              </a:spcBef>
            </a:pPr>
            <a:r>
              <a:rPr lang="en-US" sz="4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Hydrostatic</a:t>
            </a:r>
            <a:r>
              <a:rPr lang="en-US" sz="4400" spc="-3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8621" y="3714144"/>
            <a:ext cx="5152697" cy="2686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10600" y="6477000"/>
            <a:ext cx="19208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660033"/>
                </a:solidFill>
                <a:latin typeface="Microsoft Sans Serif"/>
                <a:cs typeface="Microsoft Sans Serif"/>
              </a:rPr>
              <a:t>Hydrostatic</a:t>
            </a:r>
            <a:r>
              <a:rPr sz="1600" spc="-45" dirty="0">
                <a:solidFill>
                  <a:srgbClr val="660033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660033"/>
                </a:solidFill>
                <a:latin typeface="Microsoft Sans Serif"/>
                <a:cs typeface="Microsoft Sans Serif"/>
              </a:rPr>
              <a:t>extrusion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C9B340C-DD39-06E5-CA33-4D26EDD8653E}"/>
              </a:ext>
            </a:extLst>
          </p:cNvPr>
          <p:cNvSpPr txBox="1"/>
          <p:nvPr/>
        </p:nvSpPr>
        <p:spPr>
          <a:xfrm>
            <a:off x="289288" y="1053275"/>
            <a:ext cx="11717655" cy="3098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hydrostatic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extrusion,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surrounded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forward motion of the ram pressurizes the fluid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friction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fluid, and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minimized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opening.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high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temperatures,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4033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absence of friction, hydrostatic pressure on the work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material’s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ductility.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4033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E7259-61A2-0345-5414-CEEF99DBFAEF}"/>
              </a:ext>
            </a:extLst>
          </p:cNvPr>
          <p:cNvSpPr txBox="1"/>
          <p:nvPr/>
        </p:nvSpPr>
        <p:spPr>
          <a:xfrm>
            <a:off x="251568" y="3714145"/>
            <a:ext cx="6101442" cy="281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2540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metals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  <a:r>
              <a:rPr lang="en-US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540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540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ductile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metals,</a:t>
            </a:r>
            <a:r>
              <a:rPr lang="en-US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ratios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9525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 must</a:t>
            </a:r>
            <a:r>
              <a:rPr lang="en-US" sz="22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formed</a:t>
            </a:r>
            <a:r>
              <a:rPr lang="en-US" sz="22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taper</a:t>
            </a:r>
            <a:r>
              <a:rPr lang="en-US" sz="22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end to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 tightly</a:t>
            </a:r>
            <a:r>
              <a:rPr lang="en-US" sz="2200" spc="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2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sz="22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angle.</a:t>
            </a:r>
          </a:p>
        </p:txBody>
      </p:sp>
    </p:spTree>
    <p:extLst>
      <p:ext uri="{BB962C8B-B14F-4D97-AF65-F5344CB8AC3E}">
        <p14:creationId xmlns:p14="http://schemas.microsoft.com/office/powerpoint/2010/main" val="254264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18101"/>
            <a:ext cx="944803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>
              <a:spcBef>
                <a:spcPts val="100"/>
              </a:spcBef>
            </a:pPr>
            <a:r>
              <a:rPr sz="4400" dirty="0"/>
              <a:t>Wire,</a:t>
            </a:r>
            <a:r>
              <a:rPr sz="4400" spc="-10" dirty="0"/>
              <a:t> </a:t>
            </a:r>
            <a:r>
              <a:rPr lang="en-US" sz="4400" spc="-10" dirty="0"/>
              <a:t>R</a:t>
            </a:r>
            <a:r>
              <a:rPr sz="4400" dirty="0"/>
              <a:t>od,</a:t>
            </a:r>
            <a:r>
              <a:rPr sz="4400" spc="5" dirty="0"/>
              <a:t> </a:t>
            </a:r>
            <a:r>
              <a:rPr lang="en-US" sz="4400" spc="5" dirty="0"/>
              <a:t>B</a:t>
            </a:r>
            <a:r>
              <a:rPr sz="4400" dirty="0"/>
              <a:t>ar </a:t>
            </a:r>
            <a:r>
              <a:rPr lang="en-US" sz="4400" spc="-10" dirty="0"/>
              <a:t>D</a:t>
            </a:r>
            <a:r>
              <a:rPr sz="4400" spc="-10" dirty="0"/>
              <a:t>rawing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400907"/>
            <a:ext cx="640080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bulk forming process,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pulled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cross-sectional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3742723"/>
            <a:ext cx="11658600" cy="284436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spcBef>
                <a:spcPts val="1200"/>
              </a:spcBef>
            </a:pPr>
            <a:r>
              <a:rPr sz="24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stock</a:t>
            </a:r>
            <a:r>
              <a:rPr sz="2400" u="sng" spc="-20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size: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z="2400" spc="-3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forming.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1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400" spc="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meant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rod,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meant</a:t>
            </a:r>
            <a:r>
              <a:rPr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spc="-4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40" dirty="0">
              <a:solidFill>
                <a:srgbClr val="66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sizes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0.03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sz="2400" spc="-3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02460" y="1687504"/>
            <a:ext cx="4286250" cy="2114550"/>
            <a:chOff x="1666811" y="1590611"/>
            <a:chExt cx="4286250" cy="21145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0699" y="1756580"/>
              <a:ext cx="4114800" cy="17618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71573" y="1595374"/>
              <a:ext cx="4276725" cy="2105025"/>
            </a:xfrm>
            <a:custGeom>
              <a:avLst/>
              <a:gdLst/>
              <a:ahLst/>
              <a:cxnLst/>
              <a:rect l="l" t="t" r="r" b="b"/>
              <a:pathLst>
                <a:path w="4276725" h="2105025">
                  <a:moveTo>
                    <a:pt x="0" y="2105025"/>
                  </a:moveTo>
                  <a:lnTo>
                    <a:pt x="4276725" y="2105025"/>
                  </a:lnTo>
                  <a:lnTo>
                    <a:pt x="4276725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61346" y="3864794"/>
            <a:ext cx="17684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dirty="0">
                <a:solidFill>
                  <a:srgbClr val="660066"/>
                </a:solidFill>
                <a:latin typeface="Microsoft Sans Serif"/>
                <a:cs typeface="Microsoft Sans Serif"/>
              </a:rPr>
              <a:t>Wire,</a:t>
            </a:r>
            <a:r>
              <a:rPr sz="1400" spc="-20" dirty="0">
                <a:solidFill>
                  <a:srgbClr val="6600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0066"/>
                </a:solidFill>
                <a:latin typeface="Microsoft Sans Serif"/>
                <a:cs typeface="Microsoft Sans Serif"/>
              </a:rPr>
              <a:t>rod,</a:t>
            </a:r>
            <a:r>
              <a:rPr sz="1400" spc="-5" dirty="0">
                <a:solidFill>
                  <a:srgbClr val="6600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0066"/>
                </a:solidFill>
                <a:latin typeface="Microsoft Sans Serif"/>
                <a:cs typeface="Microsoft Sans Serif"/>
              </a:rPr>
              <a:t>bar</a:t>
            </a:r>
            <a:r>
              <a:rPr sz="1400" spc="5" dirty="0">
                <a:solidFill>
                  <a:srgbClr val="6600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0066"/>
                </a:solidFill>
                <a:latin typeface="Microsoft Sans Serif"/>
                <a:cs typeface="Microsoft Sans Serif"/>
              </a:rPr>
              <a:t>drawing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117F-FE09-5090-3EB1-9024271FE1A6}"/>
              </a:ext>
            </a:extLst>
          </p:cNvPr>
          <p:cNvSpPr txBox="1"/>
          <p:nvPr/>
        </p:nvSpPr>
        <p:spPr>
          <a:xfrm>
            <a:off x="135636" y="3182778"/>
            <a:ext cx="70120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spcBef>
                <a:spcPts val="1300"/>
              </a:spcBef>
            </a:pP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US" sz="2600" u="sng" spc="-45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600" u="sng" spc="-35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2600" u="sng" spc="-20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lang="en-US" sz="2600" u="sng" spc="-20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600" u="sng" spc="-20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rod</a:t>
            </a:r>
            <a:r>
              <a:rPr lang="en-US" sz="2600" u="sng" spc="-35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spc="-10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571500" y="1143000"/>
            <a:ext cx="11468100" cy="26116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800" spc="-10" dirty="0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Bar Drawing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355600" marR="5080" indent="-342900"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-3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single-stage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operation,</a:t>
            </a:r>
            <a:r>
              <a:rPr sz="2400" spc="-4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which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pulled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opening.</a:t>
            </a:r>
            <a:r>
              <a:rPr sz="2400" spc="-5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50" dirty="0">
              <a:solidFill>
                <a:srgbClr val="660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buFont typeface="Arial" panose="020B0604020202020204" pitchFamily="34" charset="0"/>
              <a:buChar char="•"/>
              <a:tabLst>
                <a:tab pos="166370" algn="l"/>
              </a:tabLst>
            </a:pPr>
            <a:endParaRPr lang="en-US" sz="2400" spc="-50" dirty="0">
              <a:solidFill>
                <a:srgbClr val="660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inlet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bars</a:t>
            </a:r>
            <a:r>
              <a:rPr sz="24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sz="2400" spc="-3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-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coil,</a:t>
            </a:r>
            <a:r>
              <a:rPr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limits</a:t>
            </a:r>
            <a:r>
              <a:rPr sz="2400" spc="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drawn.</a:t>
            </a:r>
            <a:r>
              <a:rPr sz="2400" spc="-5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40AE2D9F-32EB-9CAA-195C-AAAFF5155A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9561" y="3732841"/>
            <a:ext cx="4790439" cy="2820359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45EC5711-B5BF-07F1-A401-5BFBC9ACB0AE}"/>
              </a:ext>
            </a:extLst>
          </p:cNvPr>
          <p:cNvSpPr txBox="1"/>
          <p:nvPr/>
        </p:nvSpPr>
        <p:spPr>
          <a:xfrm>
            <a:off x="1602740" y="3799294"/>
            <a:ext cx="1991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Drawing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equipment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82C7583-C6F2-F1B6-1D2E-23AF8FBC67D9}"/>
              </a:ext>
            </a:extLst>
          </p:cNvPr>
          <p:cNvSpPr txBox="1"/>
          <p:nvPr/>
        </p:nvSpPr>
        <p:spPr>
          <a:xfrm>
            <a:off x="4953000" y="6057115"/>
            <a:ext cx="3048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Drawing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20" dirty="0">
                <a:latin typeface="Microsoft Sans Serif"/>
                <a:cs typeface="Microsoft Sans Serif"/>
              </a:rPr>
              <a:t> draw</a:t>
            </a:r>
            <a:r>
              <a:rPr lang="en-US"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bench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42C6E-AD3E-C11A-7CEB-8E29CEC65C16}"/>
              </a:ext>
            </a:extLst>
          </p:cNvPr>
          <p:cNvSpPr txBox="1"/>
          <p:nvPr/>
        </p:nvSpPr>
        <p:spPr>
          <a:xfrm>
            <a:off x="2057400" y="5079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4000" dirty="0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sz="4000" spc="-35" dirty="0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 dirty="0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39477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8ECCE7-F919-6C57-0866-B290BE5C2A0C}"/>
              </a:ext>
            </a:extLst>
          </p:cNvPr>
          <p:cNvSpPr txBox="1"/>
          <p:nvPr/>
        </p:nvSpPr>
        <p:spPr>
          <a:xfrm>
            <a:off x="228600" y="1143000"/>
            <a:ext cx="11811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drawn</a:t>
            </a:r>
            <a:r>
              <a:rPr lang="en-US" sz="22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2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coils consisting</a:t>
            </a:r>
            <a:r>
              <a:rPr lang="en-US" sz="22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several</a:t>
            </a:r>
            <a:r>
              <a:rPr lang="en-US" sz="22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hundred</a:t>
            </a:r>
            <a:r>
              <a:rPr lang="en-US" sz="22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meters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and is</a:t>
            </a:r>
            <a:r>
              <a:rPr lang="en-US" sz="2200" spc="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drawn</a:t>
            </a:r>
            <a:r>
              <a:rPr lang="en-US" sz="22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 of dies.</a:t>
            </a:r>
            <a:r>
              <a:rPr lang="en-US" sz="2200" spc="-4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dies 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varies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2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spc="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lang="en-US" sz="2200" spc="-3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endParaRPr lang="en-US" sz="2200" spc="-35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2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called</a:t>
            </a:r>
            <a:r>
              <a:rPr lang="en-US" sz="22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2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200" u="sng" spc="-5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200" spc="-8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sz="22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200" spc="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n-US" sz="2200" spc="-3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22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200" spc="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coils.</a:t>
            </a:r>
            <a:r>
              <a:rPr lang="en-US" sz="2200" spc="-4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endParaRPr lang="en-US" sz="2200" spc="-4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302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66370" algn="l"/>
              </a:tabLst>
            </a:pP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segments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</a:t>
            </a:r>
            <a:r>
              <a:rPr lang="en-US" sz="22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butt-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welded</a:t>
            </a:r>
            <a:r>
              <a:rPr lang="en-US" sz="22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spc="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</a:t>
            </a:r>
            <a:r>
              <a:rPr lang="en-US" sz="22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the operation</a:t>
            </a:r>
            <a:r>
              <a:rPr lang="en-US" sz="22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truly</a:t>
            </a:r>
            <a:r>
              <a:rPr lang="en-US" sz="2200" spc="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D5A41-BD94-8D75-4281-899911784B17}"/>
              </a:ext>
            </a:extLst>
          </p:cNvPr>
          <p:cNvSpPr txBox="1"/>
          <p:nvPr/>
        </p:nvSpPr>
        <p:spPr>
          <a:xfrm>
            <a:off x="1905000" y="22860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4400" spc="-10" dirty="0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Wire Drawing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0E0BEE5-A6BC-CE9A-E43A-3F10668159B1}"/>
              </a:ext>
            </a:extLst>
          </p:cNvPr>
          <p:cNvSpPr txBox="1"/>
          <p:nvPr/>
        </p:nvSpPr>
        <p:spPr>
          <a:xfrm>
            <a:off x="1676400" y="6579063"/>
            <a:ext cx="2832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Continuous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drawing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 </a:t>
            </a:r>
            <a:r>
              <a:rPr sz="1800" spc="-20" dirty="0">
                <a:latin typeface="Microsoft Sans Serif"/>
                <a:cs typeface="Microsoft Sans Serif"/>
              </a:rPr>
              <a:t>wire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E696AB5-3720-D280-59BC-D260401F07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218" y="4027538"/>
            <a:ext cx="5505564" cy="262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3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580" y="234151"/>
            <a:ext cx="944803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0">
              <a:spcBef>
                <a:spcPts val="100"/>
              </a:spcBef>
            </a:pPr>
            <a:r>
              <a:rPr sz="4000" dirty="0"/>
              <a:t>Tube</a:t>
            </a:r>
            <a:r>
              <a:rPr sz="4000" spc="-90" dirty="0"/>
              <a:t> </a:t>
            </a:r>
            <a:r>
              <a:rPr lang="en-US" sz="4000" spc="-10" dirty="0"/>
              <a:t>D</a:t>
            </a:r>
            <a:r>
              <a:rPr sz="4000" spc="-10" dirty="0"/>
              <a:t>rawing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208157" y="1202881"/>
            <a:ext cx="11983843" cy="10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sz="24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</a:t>
            </a:r>
            <a:r>
              <a:rPr sz="2400" spc="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</a:t>
            </a:r>
            <a:r>
              <a:rPr sz="2400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tubes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pipes.</a:t>
            </a:r>
            <a:r>
              <a:rPr sz="2400" spc="-4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4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</a:t>
            </a:r>
            <a:r>
              <a:rPr sz="2400" spc="-3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sz="2400" spc="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3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mandrel.</a:t>
            </a:r>
            <a:r>
              <a:rPr sz="2400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BA47475-97D8-CBD0-345F-66BA48B01CEB}"/>
              </a:ext>
            </a:extLst>
          </p:cNvPr>
          <p:cNvGrpSpPr/>
          <p:nvPr/>
        </p:nvGrpSpPr>
        <p:grpSpPr>
          <a:xfrm>
            <a:off x="533712" y="2478973"/>
            <a:ext cx="3286716" cy="1816224"/>
            <a:chOff x="594203" y="2684586"/>
            <a:chExt cx="2969944" cy="1549621"/>
          </a:xfrm>
        </p:grpSpPr>
        <p:grpSp>
          <p:nvGrpSpPr>
            <p:cNvPr id="4" name="object 4"/>
            <p:cNvGrpSpPr/>
            <p:nvPr/>
          </p:nvGrpSpPr>
          <p:grpSpPr>
            <a:xfrm>
              <a:off x="766972" y="2684586"/>
              <a:ext cx="2797175" cy="1532890"/>
              <a:chOff x="1844755" y="2034257"/>
              <a:chExt cx="2797175" cy="153289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844755" y="2817011"/>
                <a:ext cx="26504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50490">
                    <a:moveTo>
                      <a:pt x="0" y="0"/>
                    </a:moveTo>
                    <a:lnTo>
                      <a:pt x="2649959" y="0"/>
                    </a:lnTo>
                  </a:path>
                </a:pathLst>
              </a:custGeom>
              <a:ln w="11838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4006449" y="2780014"/>
                <a:ext cx="533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259080">
                    <a:moveTo>
                      <a:pt x="9814" y="0"/>
                    </a:moveTo>
                    <a:lnTo>
                      <a:pt x="0" y="0"/>
                    </a:lnTo>
                    <a:lnTo>
                      <a:pt x="0" y="258977"/>
                    </a:lnTo>
                    <a:lnTo>
                      <a:pt x="37621" y="233079"/>
                    </a:lnTo>
                    <a:lnTo>
                      <a:pt x="49836" y="185601"/>
                    </a:lnTo>
                    <a:lnTo>
                      <a:pt x="53013" y="137285"/>
                    </a:lnTo>
                    <a:lnTo>
                      <a:pt x="47302" y="89400"/>
                    </a:lnTo>
                    <a:lnTo>
                      <a:pt x="32853" y="43215"/>
                    </a:lnTo>
                    <a:lnTo>
                      <a:pt x="981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3132889" y="2521037"/>
                <a:ext cx="927100" cy="518159"/>
              </a:xfrm>
              <a:custGeom>
                <a:avLst/>
                <a:gdLst/>
                <a:ahLst/>
                <a:cxnLst/>
                <a:rect l="l" t="t" r="r" b="b"/>
                <a:pathLst>
                  <a:path w="927100" h="518160">
                    <a:moveTo>
                      <a:pt x="883374" y="258977"/>
                    </a:moveTo>
                    <a:lnTo>
                      <a:pt x="860255" y="215761"/>
                    </a:lnTo>
                    <a:lnTo>
                      <a:pt x="845757" y="169576"/>
                    </a:lnTo>
                    <a:lnTo>
                      <a:pt x="840022" y="121691"/>
                    </a:lnTo>
                    <a:lnTo>
                      <a:pt x="843190" y="73375"/>
                    </a:lnTo>
                    <a:lnTo>
                      <a:pt x="855403" y="25897"/>
                    </a:lnTo>
                    <a:lnTo>
                      <a:pt x="883374" y="0"/>
                    </a:lnTo>
                    <a:lnTo>
                      <a:pt x="892457" y="3762"/>
                    </a:lnTo>
                    <a:lnTo>
                      <a:pt x="923395" y="73375"/>
                    </a:lnTo>
                    <a:lnTo>
                      <a:pt x="926573" y="121691"/>
                    </a:lnTo>
                    <a:lnTo>
                      <a:pt x="920862" y="169576"/>
                    </a:lnTo>
                    <a:lnTo>
                      <a:pt x="906413" y="215761"/>
                    </a:lnTo>
                    <a:lnTo>
                      <a:pt x="883374" y="258977"/>
                    </a:lnTo>
                    <a:close/>
                  </a:path>
                  <a:path w="927100" h="518160">
                    <a:moveTo>
                      <a:pt x="883374" y="517954"/>
                    </a:moveTo>
                    <a:lnTo>
                      <a:pt x="923395" y="444579"/>
                    </a:lnTo>
                    <a:lnTo>
                      <a:pt x="926573" y="396263"/>
                    </a:lnTo>
                    <a:lnTo>
                      <a:pt x="920862" y="348378"/>
                    </a:lnTo>
                    <a:lnTo>
                      <a:pt x="906413" y="302193"/>
                    </a:lnTo>
                    <a:lnTo>
                      <a:pt x="883374" y="258977"/>
                    </a:lnTo>
                  </a:path>
                  <a:path w="927100" h="518160">
                    <a:moveTo>
                      <a:pt x="883374" y="517954"/>
                    </a:moveTo>
                    <a:lnTo>
                      <a:pt x="0" y="517954"/>
                    </a:lnTo>
                  </a:path>
                  <a:path w="927100" h="518160">
                    <a:moveTo>
                      <a:pt x="883374" y="0"/>
                    </a:moveTo>
                    <a:lnTo>
                      <a:pt x="0" y="0"/>
                    </a:lnTo>
                  </a:path>
                </a:pathLst>
              </a:custGeom>
              <a:ln w="1968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096115" y="2798513"/>
                <a:ext cx="86360" cy="35179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351789">
                    <a:moveTo>
                      <a:pt x="43071" y="0"/>
                    </a:moveTo>
                    <a:lnTo>
                      <a:pt x="25600" y="43124"/>
                    </a:lnTo>
                    <a:lnTo>
                      <a:pt x="12578" y="87509"/>
                    </a:lnTo>
                    <a:lnTo>
                      <a:pt x="4034" y="132811"/>
                    </a:lnTo>
                    <a:lnTo>
                      <a:pt x="0" y="178687"/>
                    </a:lnTo>
                    <a:lnTo>
                      <a:pt x="503" y="224794"/>
                    </a:lnTo>
                    <a:lnTo>
                      <a:pt x="5576" y="270789"/>
                    </a:lnTo>
                    <a:lnTo>
                      <a:pt x="15247" y="316330"/>
                    </a:lnTo>
                    <a:lnTo>
                      <a:pt x="43071" y="351469"/>
                    </a:lnTo>
                    <a:lnTo>
                      <a:pt x="52633" y="345005"/>
                    </a:lnTo>
                    <a:lnTo>
                      <a:pt x="80565" y="270779"/>
                    </a:lnTo>
                    <a:lnTo>
                      <a:pt x="85638" y="224788"/>
                    </a:lnTo>
                    <a:lnTo>
                      <a:pt x="86142" y="178683"/>
                    </a:lnTo>
                    <a:lnTo>
                      <a:pt x="82107" y="132809"/>
                    </a:lnTo>
                    <a:lnTo>
                      <a:pt x="73563" y="87509"/>
                    </a:lnTo>
                    <a:lnTo>
                      <a:pt x="60541" y="43124"/>
                    </a:lnTo>
                    <a:lnTo>
                      <a:pt x="4307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096115" y="2077158"/>
                <a:ext cx="1662430" cy="1480185"/>
              </a:xfrm>
              <a:custGeom>
                <a:avLst/>
                <a:gdLst/>
                <a:ahLst/>
                <a:cxnLst/>
                <a:rect l="l" t="t" r="r" b="b"/>
                <a:pathLst>
                  <a:path w="1662429" h="1480185">
                    <a:moveTo>
                      <a:pt x="43071" y="721354"/>
                    </a:moveTo>
                    <a:lnTo>
                      <a:pt x="60541" y="764479"/>
                    </a:lnTo>
                    <a:lnTo>
                      <a:pt x="73563" y="808863"/>
                    </a:lnTo>
                    <a:lnTo>
                      <a:pt x="82107" y="854164"/>
                    </a:lnTo>
                    <a:lnTo>
                      <a:pt x="86142" y="900038"/>
                    </a:lnTo>
                    <a:lnTo>
                      <a:pt x="85638" y="946142"/>
                    </a:lnTo>
                    <a:lnTo>
                      <a:pt x="80565" y="992133"/>
                    </a:lnTo>
                    <a:lnTo>
                      <a:pt x="70894" y="1037668"/>
                    </a:lnTo>
                    <a:lnTo>
                      <a:pt x="43071" y="1072823"/>
                    </a:lnTo>
                    <a:lnTo>
                      <a:pt x="33508" y="1066359"/>
                    </a:lnTo>
                    <a:lnTo>
                      <a:pt x="5576" y="992144"/>
                    </a:lnTo>
                    <a:lnTo>
                      <a:pt x="503" y="946148"/>
                    </a:lnTo>
                    <a:lnTo>
                      <a:pt x="0" y="900041"/>
                    </a:lnTo>
                    <a:lnTo>
                      <a:pt x="4034" y="854165"/>
                    </a:lnTo>
                    <a:lnTo>
                      <a:pt x="12578" y="808864"/>
                    </a:lnTo>
                    <a:lnTo>
                      <a:pt x="25600" y="764479"/>
                    </a:lnTo>
                    <a:lnTo>
                      <a:pt x="43071" y="721354"/>
                    </a:lnTo>
                    <a:close/>
                  </a:path>
                  <a:path w="1662429" h="1480185">
                    <a:moveTo>
                      <a:pt x="43071" y="369885"/>
                    </a:moveTo>
                    <a:lnTo>
                      <a:pt x="15247" y="405040"/>
                    </a:lnTo>
                    <a:lnTo>
                      <a:pt x="5576" y="450575"/>
                    </a:lnTo>
                    <a:lnTo>
                      <a:pt x="503" y="496566"/>
                    </a:lnTo>
                    <a:lnTo>
                      <a:pt x="0" y="542670"/>
                    </a:lnTo>
                    <a:lnTo>
                      <a:pt x="4034" y="588544"/>
                    </a:lnTo>
                    <a:lnTo>
                      <a:pt x="12578" y="633845"/>
                    </a:lnTo>
                    <a:lnTo>
                      <a:pt x="25600" y="678229"/>
                    </a:lnTo>
                    <a:lnTo>
                      <a:pt x="43071" y="721354"/>
                    </a:lnTo>
                  </a:path>
                  <a:path w="1662429" h="1480185">
                    <a:moveTo>
                      <a:pt x="43071" y="369885"/>
                    </a:moveTo>
                    <a:lnTo>
                      <a:pt x="779148" y="369885"/>
                    </a:lnTo>
                  </a:path>
                  <a:path w="1662429" h="1480185">
                    <a:moveTo>
                      <a:pt x="43071" y="1072823"/>
                    </a:moveTo>
                    <a:lnTo>
                      <a:pt x="779148" y="1072823"/>
                    </a:lnTo>
                  </a:path>
                  <a:path w="1662429" h="1480185">
                    <a:moveTo>
                      <a:pt x="779148" y="369885"/>
                    </a:moveTo>
                    <a:lnTo>
                      <a:pt x="779148" y="1035826"/>
                    </a:lnTo>
                  </a:path>
                  <a:path w="1662429" h="1480185">
                    <a:moveTo>
                      <a:pt x="1036774" y="443878"/>
                    </a:moveTo>
                    <a:lnTo>
                      <a:pt x="1036774" y="961833"/>
                    </a:lnTo>
                  </a:path>
                  <a:path w="1662429" h="1480185">
                    <a:moveTo>
                      <a:pt x="779148" y="1091322"/>
                    </a:moveTo>
                    <a:lnTo>
                      <a:pt x="779148" y="1054325"/>
                    </a:lnTo>
                    <a:lnTo>
                      <a:pt x="1036774" y="980331"/>
                    </a:lnTo>
                  </a:path>
                  <a:path w="1662429" h="1480185">
                    <a:moveTo>
                      <a:pt x="779148" y="369885"/>
                    </a:moveTo>
                    <a:lnTo>
                      <a:pt x="1036774" y="443878"/>
                    </a:lnTo>
                    <a:lnTo>
                      <a:pt x="337501" y="221898"/>
                    </a:lnTo>
                  </a:path>
                  <a:path w="1662429" h="1480185">
                    <a:moveTo>
                      <a:pt x="1662358" y="443878"/>
                    </a:moveTo>
                    <a:lnTo>
                      <a:pt x="1662358" y="0"/>
                    </a:lnTo>
                    <a:lnTo>
                      <a:pt x="337501" y="0"/>
                    </a:lnTo>
                    <a:lnTo>
                      <a:pt x="337501" y="369885"/>
                    </a:lnTo>
                  </a:path>
                  <a:path w="1662429" h="1480185">
                    <a:moveTo>
                      <a:pt x="1036774" y="961833"/>
                    </a:moveTo>
                    <a:lnTo>
                      <a:pt x="337501" y="1239309"/>
                    </a:lnTo>
                  </a:path>
                  <a:path w="1662429" h="1480185">
                    <a:moveTo>
                      <a:pt x="337501" y="1072823"/>
                    </a:moveTo>
                    <a:lnTo>
                      <a:pt x="337501" y="1479787"/>
                    </a:lnTo>
                    <a:lnTo>
                      <a:pt x="1662358" y="1479787"/>
                    </a:lnTo>
                  </a:path>
                </a:pathLst>
              </a:custGeom>
              <a:ln w="1968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3758473" y="3038992"/>
                <a:ext cx="0" cy="518159"/>
              </a:xfrm>
              <a:custGeom>
                <a:avLst/>
                <a:gdLst/>
                <a:ahLst/>
                <a:cxnLst/>
                <a:rect l="l" t="t" r="r" b="b"/>
                <a:pathLst>
                  <a:path h="518160">
                    <a:moveTo>
                      <a:pt x="0" y="0"/>
                    </a:moveTo>
                    <a:lnTo>
                      <a:pt x="0" y="517954"/>
                    </a:lnTo>
                  </a:path>
                </a:pathLst>
              </a:custGeom>
              <a:ln w="1177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464042" y="2373050"/>
                <a:ext cx="294640" cy="888365"/>
              </a:xfrm>
              <a:custGeom>
                <a:avLst/>
                <a:gdLst/>
                <a:ahLst/>
                <a:cxnLst/>
                <a:rect l="l" t="t" r="r" b="b"/>
                <a:pathLst>
                  <a:path w="294639" h="888364">
                    <a:moveTo>
                      <a:pt x="0" y="147987"/>
                    </a:moveTo>
                    <a:lnTo>
                      <a:pt x="294430" y="0"/>
                    </a:lnTo>
                  </a:path>
                  <a:path w="294639" h="888364">
                    <a:moveTo>
                      <a:pt x="294430" y="887922"/>
                    </a:moveTo>
                    <a:lnTo>
                      <a:pt x="0" y="665941"/>
                    </a:lnTo>
                  </a:path>
                </a:pathLst>
              </a:custGeom>
              <a:ln w="1968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2396813" y="2040161"/>
                <a:ext cx="2099945" cy="1517015"/>
              </a:xfrm>
              <a:custGeom>
                <a:avLst/>
                <a:gdLst/>
                <a:ahLst/>
                <a:cxnLst/>
                <a:rect l="l" t="t" r="r" b="b"/>
                <a:pathLst>
                  <a:path w="2099945" h="1517014">
                    <a:moveTo>
                      <a:pt x="1214445" y="36996"/>
                    </a:moveTo>
                    <a:lnTo>
                      <a:pt x="1361660" y="184901"/>
                    </a:lnTo>
                  </a:path>
                  <a:path w="2099945" h="1517014">
                    <a:moveTo>
                      <a:pt x="1067229" y="36996"/>
                    </a:moveTo>
                    <a:lnTo>
                      <a:pt x="1361660" y="332888"/>
                    </a:lnTo>
                  </a:path>
                  <a:path w="2099945" h="1517014">
                    <a:moveTo>
                      <a:pt x="920096" y="36996"/>
                    </a:moveTo>
                    <a:lnTo>
                      <a:pt x="1263517" y="382217"/>
                    </a:lnTo>
                  </a:path>
                  <a:path w="2099945" h="1517014">
                    <a:moveTo>
                      <a:pt x="1140837" y="443878"/>
                    </a:moveTo>
                    <a:lnTo>
                      <a:pt x="699273" y="0"/>
                    </a:lnTo>
                  </a:path>
                  <a:path w="2099945" h="1517014">
                    <a:moveTo>
                      <a:pt x="993703" y="480875"/>
                    </a:moveTo>
                    <a:lnTo>
                      <a:pt x="552057" y="36996"/>
                    </a:lnTo>
                  </a:path>
                  <a:path w="2099945" h="1517014">
                    <a:moveTo>
                      <a:pt x="368038" y="36996"/>
                    </a:moveTo>
                    <a:lnTo>
                      <a:pt x="772880" y="480875"/>
                    </a:lnTo>
                  </a:path>
                  <a:path w="2099945" h="1517014">
                    <a:moveTo>
                      <a:pt x="184019" y="36996"/>
                    </a:moveTo>
                    <a:lnTo>
                      <a:pt x="478450" y="406882"/>
                    </a:lnTo>
                  </a:path>
                  <a:path w="2099945" h="1517014">
                    <a:moveTo>
                      <a:pt x="36803" y="36996"/>
                    </a:moveTo>
                    <a:lnTo>
                      <a:pt x="217633" y="316297"/>
                    </a:lnTo>
                  </a:path>
                  <a:path w="2099945" h="1517014">
                    <a:moveTo>
                      <a:pt x="920096" y="998830"/>
                    </a:moveTo>
                    <a:lnTo>
                      <a:pt x="1361660" y="1368797"/>
                    </a:lnTo>
                  </a:path>
                  <a:path w="2099945" h="1517014">
                    <a:moveTo>
                      <a:pt x="736077" y="1017328"/>
                    </a:moveTo>
                    <a:lnTo>
                      <a:pt x="1361660" y="1516784"/>
                    </a:lnTo>
                  </a:path>
                  <a:path w="2099945" h="1517014">
                    <a:moveTo>
                      <a:pt x="625665" y="1072823"/>
                    </a:moveTo>
                    <a:lnTo>
                      <a:pt x="1067229" y="1498286"/>
                    </a:lnTo>
                  </a:path>
                  <a:path w="2099945" h="1517014">
                    <a:moveTo>
                      <a:pt x="846488" y="1516784"/>
                    </a:moveTo>
                    <a:lnTo>
                      <a:pt x="466640" y="1134945"/>
                    </a:lnTo>
                  </a:path>
                  <a:path w="2099945" h="1517014">
                    <a:moveTo>
                      <a:pt x="627742" y="1516784"/>
                    </a:moveTo>
                    <a:lnTo>
                      <a:pt x="331234" y="1218722"/>
                    </a:lnTo>
                    <a:lnTo>
                      <a:pt x="269894" y="1183813"/>
                    </a:lnTo>
                  </a:path>
                  <a:path w="2099945" h="1517014">
                    <a:moveTo>
                      <a:pt x="441646" y="1498286"/>
                    </a:moveTo>
                    <a:lnTo>
                      <a:pt x="147215" y="1257807"/>
                    </a:lnTo>
                  </a:path>
                  <a:path w="2099945" h="1517014">
                    <a:moveTo>
                      <a:pt x="294430" y="1516784"/>
                    </a:moveTo>
                    <a:lnTo>
                      <a:pt x="0" y="1276305"/>
                    </a:lnTo>
                  </a:path>
                  <a:path w="2099945" h="1517014">
                    <a:moveTo>
                      <a:pt x="1656255" y="776849"/>
                    </a:moveTo>
                    <a:lnTo>
                      <a:pt x="2099373" y="776849"/>
                    </a:lnTo>
                  </a:path>
                </a:pathLst>
              </a:custGeom>
              <a:ln w="11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482937" y="2763736"/>
                <a:ext cx="15938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59385" h="106680">
                    <a:moveTo>
                      <a:pt x="0" y="0"/>
                    </a:moveTo>
                    <a:lnTo>
                      <a:pt x="0" y="106550"/>
                    </a:lnTo>
                    <a:lnTo>
                      <a:pt x="158992" y="532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0" name="object 30"/>
            <p:cNvSpPr txBox="1"/>
            <p:nvPr/>
          </p:nvSpPr>
          <p:spPr>
            <a:xfrm>
              <a:off x="2742849" y="3982856"/>
              <a:ext cx="320040" cy="25135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550" spc="-25" dirty="0">
                  <a:latin typeface="Microsoft Sans Serif"/>
                  <a:cs typeface="Microsoft Sans Serif"/>
                </a:rPr>
                <a:t>Die</a:t>
              </a:r>
              <a:endParaRPr sz="1550" dirty="0">
                <a:latin typeface="Microsoft Sans Serif"/>
                <a:cs typeface="Microsoft Sans Serif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594203" y="3062567"/>
              <a:ext cx="386080" cy="25135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550" spc="-25" dirty="0">
                  <a:latin typeface="Microsoft Sans Serif"/>
                  <a:cs typeface="Microsoft Sans Serif"/>
                </a:rPr>
                <a:t>Rod</a:t>
              </a:r>
              <a:endParaRPr sz="1550" dirty="0">
                <a:latin typeface="Microsoft Sans Serif"/>
                <a:cs typeface="Microsoft Sans Serif"/>
              </a:endParaRPr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335847" y="4496131"/>
            <a:ext cx="157568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(a) Rod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drawing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BE60269-C49E-C5F4-14D1-A691F176B857}"/>
              </a:ext>
            </a:extLst>
          </p:cNvPr>
          <p:cNvGrpSpPr/>
          <p:nvPr/>
        </p:nvGrpSpPr>
        <p:grpSpPr>
          <a:xfrm>
            <a:off x="7827979" y="2292357"/>
            <a:ext cx="3573246" cy="2185934"/>
            <a:chOff x="3076289" y="4226003"/>
            <a:chExt cx="3252191" cy="2130439"/>
          </a:xfrm>
        </p:grpSpPr>
        <p:grpSp>
          <p:nvGrpSpPr>
            <p:cNvPr id="47" name="object 47"/>
            <p:cNvGrpSpPr/>
            <p:nvPr/>
          </p:nvGrpSpPr>
          <p:grpSpPr>
            <a:xfrm>
              <a:off x="3548452" y="4459819"/>
              <a:ext cx="2103120" cy="833119"/>
              <a:chOff x="2055245" y="4450271"/>
              <a:chExt cx="2103120" cy="833119"/>
            </a:xfrm>
          </p:grpSpPr>
          <p:sp>
            <p:nvSpPr>
              <p:cNvPr id="48" name="object 48"/>
              <p:cNvSpPr/>
              <p:nvPr/>
            </p:nvSpPr>
            <p:spPr>
              <a:xfrm>
                <a:off x="3660149" y="4455845"/>
                <a:ext cx="3429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93370">
                    <a:moveTo>
                      <a:pt x="0" y="269784"/>
                    </a:moveTo>
                    <a:lnTo>
                      <a:pt x="195751" y="161870"/>
                    </a:lnTo>
                    <a:lnTo>
                      <a:pt x="342637" y="0"/>
                    </a:lnTo>
                  </a:path>
                  <a:path w="342900" h="293370">
                    <a:moveTo>
                      <a:pt x="21025" y="200288"/>
                    </a:moveTo>
                    <a:lnTo>
                      <a:pt x="0" y="269784"/>
                    </a:lnTo>
                    <a:lnTo>
                      <a:pt x="63075" y="292934"/>
                    </a:lnTo>
                  </a:path>
                </a:pathLst>
              </a:custGeom>
              <a:ln w="109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2063991" y="4626711"/>
                <a:ext cx="76835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76835" h="647700">
                    <a:moveTo>
                      <a:pt x="47028" y="0"/>
                    </a:moveTo>
                    <a:lnTo>
                      <a:pt x="13665" y="32372"/>
                    </a:lnTo>
                    <a:lnTo>
                      <a:pt x="4064" y="81407"/>
                    </a:lnTo>
                    <a:lnTo>
                      <a:pt x="0" y="130987"/>
                    </a:lnTo>
                    <a:lnTo>
                      <a:pt x="1447" y="180581"/>
                    </a:lnTo>
                    <a:lnTo>
                      <a:pt x="8356" y="229603"/>
                    </a:lnTo>
                    <a:lnTo>
                      <a:pt x="20662" y="277507"/>
                    </a:lnTo>
                    <a:lnTo>
                      <a:pt x="38328" y="323735"/>
                    </a:lnTo>
                    <a:lnTo>
                      <a:pt x="47028" y="323735"/>
                    </a:lnTo>
                    <a:lnTo>
                      <a:pt x="47028" y="0"/>
                    </a:lnTo>
                    <a:close/>
                  </a:path>
                  <a:path w="76835" h="647700">
                    <a:moveTo>
                      <a:pt x="76657" y="516483"/>
                    </a:moveTo>
                    <a:lnTo>
                      <a:pt x="75222" y="466890"/>
                    </a:lnTo>
                    <a:lnTo>
                      <a:pt x="68313" y="417868"/>
                    </a:lnTo>
                    <a:lnTo>
                      <a:pt x="56007" y="369963"/>
                    </a:lnTo>
                    <a:lnTo>
                      <a:pt x="38328" y="323735"/>
                    </a:lnTo>
                    <a:lnTo>
                      <a:pt x="20662" y="369963"/>
                    </a:lnTo>
                    <a:lnTo>
                      <a:pt x="8356" y="417868"/>
                    </a:lnTo>
                    <a:lnTo>
                      <a:pt x="1447" y="466902"/>
                    </a:lnTo>
                    <a:lnTo>
                      <a:pt x="0" y="516483"/>
                    </a:lnTo>
                    <a:lnTo>
                      <a:pt x="4064" y="566077"/>
                    </a:lnTo>
                    <a:lnTo>
                      <a:pt x="13665" y="615111"/>
                    </a:lnTo>
                    <a:lnTo>
                      <a:pt x="38328" y="647484"/>
                    </a:lnTo>
                    <a:lnTo>
                      <a:pt x="46748" y="641705"/>
                    </a:lnTo>
                    <a:lnTo>
                      <a:pt x="72605" y="566077"/>
                    </a:lnTo>
                    <a:lnTo>
                      <a:pt x="76657" y="5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2064002" y="4626701"/>
                <a:ext cx="76835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76835" h="647700">
                    <a:moveTo>
                      <a:pt x="38328" y="323741"/>
                    </a:moveTo>
                    <a:lnTo>
                      <a:pt x="56000" y="369964"/>
                    </a:lnTo>
                    <a:lnTo>
                      <a:pt x="68310" y="417869"/>
                    </a:lnTo>
                    <a:lnTo>
                      <a:pt x="75211" y="466895"/>
                    </a:lnTo>
                    <a:lnTo>
                      <a:pt x="76657" y="516483"/>
                    </a:lnTo>
                    <a:lnTo>
                      <a:pt x="72600" y="566074"/>
                    </a:lnTo>
                    <a:lnTo>
                      <a:pt x="62993" y="615109"/>
                    </a:lnTo>
                    <a:lnTo>
                      <a:pt x="38328" y="647483"/>
                    </a:lnTo>
                    <a:lnTo>
                      <a:pt x="29911" y="641714"/>
                    </a:lnTo>
                    <a:lnTo>
                      <a:pt x="4057" y="566075"/>
                    </a:lnTo>
                    <a:lnTo>
                      <a:pt x="0" y="516487"/>
                    </a:lnTo>
                    <a:lnTo>
                      <a:pt x="1445" y="466901"/>
                    </a:lnTo>
                    <a:lnTo>
                      <a:pt x="8347" y="417876"/>
                    </a:lnTo>
                    <a:lnTo>
                      <a:pt x="20657" y="369970"/>
                    </a:lnTo>
                    <a:lnTo>
                      <a:pt x="38328" y="323741"/>
                    </a:lnTo>
                    <a:close/>
                  </a:path>
                  <a:path w="76835" h="647700">
                    <a:moveTo>
                      <a:pt x="38328" y="0"/>
                    </a:moveTo>
                    <a:lnTo>
                      <a:pt x="13663" y="32374"/>
                    </a:lnTo>
                    <a:lnTo>
                      <a:pt x="4057" y="81407"/>
                    </a:lnTo>
                    <a:lnTo>
                      <a:pt x="0" y="130995"/>
                    </a:lnTo>
                    <a:lnTo>
                      <a:pt x="1445" y="180581"/>
                    </a:lnTo>
                    <a:lnTo>
                      <a:pt x="8347" y="229606"/>
                    </a:lnTo>
                    <a:lnTo>
                      <a:pt x="20657" y="277512"/>
                    </a:lnTo>
                    <a:lnTo>
                      <a:pt x="38328" y="323741"/>
                    </a:lnTo>
                  </a:path>
                </a:pathLst>
              </a:custGeom>
              <a:ln w="1829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1" name="object 51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60033" y="4768816"/>
                <a:ext cx="397759" cy="413282"/>
              </a:xfrm>
              <a:prstGeom prst="rect">
                <a:avLst/>
              </a:prstGeom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5C2F325-1F0B-26FA-8F8E-FD5F30992CEB}"/>
                </a:ext>
              </a:extLst>
            </p:cNvPr>
            <p:cNvGrpSpPr/>
            <p:nvPr/>
          </p:nvGrpSpPr>
          <p:grpSpPr>
            <a:xfrm>
              <a:off x="3076289" y="4226003"/>
              <a:ext cx="3252191" cy="2130439"/>
              <a:chOff x="3131567" y="4189412"/>
              <a:chExt cx="3252191" cy="2130439"/>
            </a:xfrm>
          </p:grpSpPr>
          <p:grpSp>
            <p:nvGrpSpPr>
              <p:cNvPr id="36" name="object 36"/>
              <p:cNvGrpSpPr/>
              <p:nvPr/>
            </p:nvGrpSpPr>
            <p:grpSpPr>
              <a:xfrm>
                <a:off x="3359297" y="4189412"/>
                <a:ext cx="2361565" cy="1666239"/>
                <a:chOff x="1835296" y="4189411"/>
                <a:chExt cx="2361565" cy="1666239"/>
              </a:xfrm>
            </p:grpSpPr>
            <p:sp>
              <p:nvSpPr>
                <p:cNvPr id="37" name="object 37"/>
                <p:cNvSpPr/>
                <p:nvPr/>
              </p:nvSpPr>
              <p:spPr>
                <a:xfrm>
                  <a:off x="1841328" y="4950443"/>
                  <a:ext cx="23495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500">
                      <a:moveTo>
                        <a:pt x="0" y="0"/>
                      </a:moveTo>
                      <a:lnTo>
                        <a:pt x="2349089" y="0"/>
                      </a:lnTo>
                    </a:path>
                  </a:pathLst>
                </a:custGeom>
                <a:ln w="11510">
                  <a:solidFill>
                    <a:srgbClr val="000000"/>
                  </a:solidFill>
                  <a:prstDash val="lgDash"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38"/>
                <p:cNvSpPr/>
                <p:nvPr/>
              </p:nvSpPr>
              <p:spPr>
                <a:xfrm>
                  <a:off x="2102319" y="4594098"/>
                  <a:ext cx="1729739" cy="71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39" h="713104">
                      <a:moveTo>
                        <a:pt x="1696516" y="143878"/>
                      </a:moveTo>
                      <a:lnTo>
                        <a:pt x="953109" y="143878"/>
                      </a:lnTo>
                      <a:lnTo>
                        <a:pt x="698360" y="3429"/>
                      </a:lnTo>
                      <a:lnTo>
                        <a:pt x="685139" y="32600"/>
                      </a:lnTo>
                      <a:lnTo>
                        <a:pt x="685139" y="0"/>
                      </a:lnTo>
                      <a:lnTo>
                        <a:pt x="0" y="0"/>
                      </a:lnTo>
                      <a:lnTo>
                        <a:pt x="0" y="65227"/>
                      </a:lnTo>
                      <a:lnTo>
                        <a:pt x="678141" y="65227"/>
                      </a:lnTo>
                      <a:lnTo>
                        <a:pt x="913511" y="194983"/>
                      </a:lnTo>
                      <a:lnTo>
                        <a:pt x="913511" y="209105"/>
                      </a:lnTo>
                      <a:lnTo>
                        <a:pt x="1696516" y="209105"/>
                      </a:lnTo>
                      <a:lnTo>
                        <a:pt x="1696516" y="143878"/>
                      </a:lnTo>
                      <a:close/>
                    </a:path>
                    <a:path w="1729739" h="713104">
                      <a:moveTo>
                        <a:pt x="1729143" y="503593"/>
                      </a:moveTo>
                      <a:lnTo>
                        <a:pt x="946137" y="503593"/>
                      </a:lnTo>
                      <a:lnTo>
                        <a:pt x="946137" y="536232"/>
                      </a:lnTo>
                      <a:lnTo>
                        <a:pt x="931456" y="507898"/>
                      </a:lnTo>
                      <a:lnTo>
                        <a:pt x="709891" y="647484"/>
                      </a:lnTo>
                      <a:lnTo>
                        <a:pt x="0" y="647484"/>
                      </a:lnTo>
                      <a:lnTo>
                        <a:pt x="0" y="712711"/>
                      </a:lnTo>
                      <a:lnTo>
                        <a:pt x="717765" y="712711"/>
                      </a:lnTo>
                      <a:lnTo>
                        <a:pt x="717765" y="680110"/>
                      </a:lnTo>
                      <a:lnTo>
                        <a:pt x="732434" y="708406"/>
                      </a:lnTo>
                      <a:lnTo>
                        <a:pt x="953985" y="568820"/>
                      </a:lnTo>
                      <a:lnTo>
                        <a:pt x="1729143" y="568820"/>
                      </a:lnTo>
                      <a:lnTo>
                        <a:pt x="1729143" y="503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39"/>
                <p:cNvSpPr/>
                <p:nvPr/>
              </p:nvSpPr>
              <p:spPr>
                <a:xfrm>
                  <a:off x="2787460" y="4590730"/>
                  <a:ext cx="294005" cy="719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05" h="719454">
                      <a:moveTo>
                        <a:pt x="32625" y="719425"/>
                      </a:moveTo>
                      <a:lnTo>
                        <a:pt x="293627" y="575540"/>
                      </a:lnTo>
                    </a:path>
                    <a:path w="294005" h="719454">
                      <a:moveTo>
                        <a:pt x="0" y="0"/>
                      </a:moveTo>
                      <a:lnTo>
                        <a:pt x="261001" y="143885"/>
                      </a:lnTo>
                    </a:path>
                  </a:pathLst>
                </a:custGeom>
                <a:ln w="1097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0" name="object 40"/>
                <p:cNvSpPr/>
                <p:nvPr/>
              </p:nvSpPr>
              <p:spPr>
                <a:xfrm>
                  <a:off x="2526458" y="4231097"/>
                  <a:ext cx="1043940" cy="1583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939" h="1583054">
                      <a:moveTo>
                        <a:pt x="522003" y="503518"/>
                      </a:moveTo>
                      <a:lnTo>
                        <a:pt x="0" y="215747"/>
                      </a:lnTo>
                    </a:path>
                    <a:path w="1043939" h="1583054">
                      <a:moveTo>
                        <a:pt x="554629" y="935173"/>
                      </a:moveTo>
                      <a:lnTo>
                        <a:pt x="0" y="1240929"/>
                      </a:lnTo>
                    </a:path>
                    <a:path w="1043939" h="1583054">
                      <a:moveTo>
                        <a:pt x="0" y="0"/>
                      </a:moveTo>
                      <a:lnTo>
                        <a:pt x="0" y="359632"/>
                      </a:lnTo>
                    </a:path>
                    <a:path w="1043939" h="1583054">
                      <a:moveTo>
                        <a:pt x="0" y="0"/>
                      </a:moveTo>
                      <a:lnTo>
                        <a:pt x="1043935" y="0"/>
                      </a:lnTo>
                      <a:lnTo>
                        <a:pt x="1043935" y="503518"/>
                      </a:lnTo>
                    </a:path>
                    <a:path w="1043939" h="1583054">
                      <a:moveTo>
                        <a:pt x="1043935" y="287690"/>
                      </a:moveTo>
                      <a:lnTo>
                        <a:pt x="782933" y="503518"/>
                      </a:lnTo>
                    </a:path>
                    <a:path w="1043939" h="1583054">
                      <a:moveTo>
                        <a:pt x="0" y="1079058"/>
                      </a:moveTo>
                      <a:lnTo>
                        <a:pt x="0" y="1582656"/>
                      </a:lnTo>
                      <a:lnTo>
                        <a:pt x="1043935" y="1582656"/>
                      </a:lnTo>
                      <a:lnTo>
                        <a:pt x="1043935" y="935173"/>
                      </a:lnTo>
                    </a:path>
                  </a:pathLst>
                </a:custGeom>
                <a:ln w="1829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2526458" y="4195126"/>
                  <a:ext cx="1043940" cy="165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939" h="1654810">
                      <a:moveTo>
                        <a:pt x="913434" y="35971"/>
                      </a:moveTo>
                      <a:lnTo>
                        <a:pt x="1043935" y="179776"/>
                      </a:lnTo>
                    </a:path>
                    <a:path w="1043939" h="1654810">
                      <a:moveTo>
                        <a:pt x="906619" y="437330"/>
                      </a:moveTo>
                      <a:lnTo>
                        <a:pt x="587254" y="0"/>
                      </a:lnTo>
                    </a:path>
                    <a:path w="1043939" h="1654810">
                      <a:moveTo>
                        <a:pt x="782933" y="539489"/>
                      </a:moveTo>
                      <a:lnTo>
                        <a:pt x="456753" y="35971"/>
                      </a:lnTo>
                    </a:path>
                    <a:path w="1043939" h="1654810">
                      <a:moveTo>
                        <a:pt x="293627" y="35971"/>
                      </a:moveTo>
                      <a:lnTo>
                        <a:pt x="607641" y="539489"/>
                      </a:lnTo>
                    </a:path>
                    <a:path w="1043939" h="1654810">
                      <a:moveTo>
                        <a:pt x="130500" y="35971"/>
                      </a:moveTo>
                      <a:lnTo>
                        <a:pt x="478503" y="515508"/>
                      </a:lnTo>
                    </a:path>
                    <a:path w="1043939" h="1654810">
                      <a:moveTo>
                        <a:pt x="0" y="35971"/>
                      </a:moveTo>
                      <a:lnTo>
                        <a:pt x="188776" y="355796"/>
                      </a:lnTo>
                    </a:path>
                    <a:path w="1043939" h="1654810">
                      <a:moveTo>
                        <a:pt x="1043935" y="323661"/>
                      </a:moveTo>
                      <a:lnTo>
                        <a:pt x="782933" y="35971"/>
                      </a:lnTo>
                    </a:path>
                    <a:path w="1043939" h="1654810">
                      <a:moveTo>
                        <a:pt x="554629" y="935173"/>
                      </a:moveTo>
                      <a:lnTo>
                        <a:pt x="1043935" y="1438771"/>
                      </a:lnTo>
                    </a:path>
                    <a:path w="1043939" h="1654810">
                      <a:moveTo>
                        <a:pt x="978684" y="1654599"/>
                      </a:moveTo>
                      <a:lnTo>
                        <a:pt x="424128" y="1043087"/>
                      </a:lnTo>
                    </a:path>
                    <a:path w="1043939" h="1654810">
                      <a:moveTo>
                        <a:pt x="293627" y="1115030"/>
                      </a:moveTo>
                      <a:lnTo>
                        <a:pt x="750308" y="1618628"/>
                      </a:lnTo>
                    </a:path>
                    <a:path w="1043939" h="1654810">
                      <a:moveTo>
                        <a:pt x="158776" y="1189370"/>
                      </a:moveTo>
                      <a:lnTo>
                        <a:pt x="522003" y="1618628"/>
                      </a:lnTo>
                    </a:path>
                    <a:path w="1043939" h="1654810">
                      <a:moveTo>
                        <a:pt x="65250" y="1276900"/>
                      </a:moveTo>
                      <a:lnTo>
                        <a:pt x="326252" y="1618628"/>
                      </a:lnTo>
                    </a:path>
                    <a:path w="1043939" h="1654810">
                      <a:moveTo>
                        <a:pt x="0" y="1474742"/>
                      </a:moveTo>
                      <a:lnTo>
                        <a:pt x="130500" y="1618628"/>
                      </a:lnTo>
                    </a:path>
                  </a:pathLst>
                </a:custGeom>
                <a:ln w="1097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2" name="object 42"/>
                <p:cNvSpPr/>
                <p:nvPr/>
              </p:nvSpPr>
              <p:spPr>
                <a:xfrm>
                  <a:off x="3309391" y="5130299"/>
                  <a:ext cx="261620" cy="25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620" h="252095">
                      <a:moveTo>
                        <a:pt x="0" y="0"/>
                      </a:moveTo>
                      <a:lnTo>
                        <a:pt x="261001" y="251799"/>
                      </a:lnTo>
                    </a:path>
                  </a:pathLst>
                </a:custGeom>
                <a:ln w="183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3" name="object 43"/>
                <p:cNvSpPr/>
                <p:nvPr/>
              </p:nvSpPr>
              <p:spPr>
                <a:xfrm>
                  <a:off x="3864166" y="4770587"/>
                  <a:ext cx="19748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85">
                      <a:moveTo>
                        <a:pt x="0" y="0"/>
                      </a:moveTo>
                      <a:lnTo>
                        <a:pt x="197056" y="0"/>
                      </a:lnTo>
                    </a:path>
                  </a:pathLst>
                </a:custGeom>
                <a:ln w="1151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4" name="object 44"/>
                <p:cNvSpPr/>
                <p:nvPr/>
              </p:nvSpPr>
              <p:spPr>
                <a:xfrm>
                  <a:off x="4049477" y="4718788"/>
                  <a:ext cx="140970" cy="10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70" h="104139">
                      <a:moveTo>
                        <a:pt x="0" y="0"/>
                      </a:moveTo>
                      <a:lnTo>
                        <a:pt x="0" y="103597"/>
                      </a:lnTo>
                      <a:lnTo>
                        <a:pt x="140941" y="517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5" name="object 45"/>
              <p:cNvSpPr txBox="1"/>
              <p:nvPr/>
            </p:nvSpPr>
            <p:spPr>
              <a:xfrm>
                <a:off x="4059158" y="4284741"/>
                <a:ext cx="1026160" cy="244939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460375">
                  <a:spcBef>
                    <a:spcPts val="110"/>
                  </a:spcBef>
                </a:pPr>
                <a:r>
                  <a:rPr sz="1500" spc="-25" dirty="0">
                    <a:latin typeface="Microsoft Sans Serif"/>
                    <a:cs typeface="Microsoft Sans Serif"/>
                  </a:rPr>
                  <a:t>Die</a:t>
                </a:r>
                <a:endParaRPr sz="150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46" name="object 46"/>
              <p:cNvSpPr txBox="1"/>
              <p:nvPr/>
            </p:nvSpPr>
            <p:spPr>
              <a:xfrm>
                <a:off x="5385617" y="4248770"/>
                <a:ext cx="422275" cy="244939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12700">
                  <a:spcBef>
                    <a:spcPts val="110"/>
                  </a:spcBef>
                </a:pPr>
                <a:r>
                  <a:rPr sz="1500" spc="-70" dirty="0">
                    <a:latin typeface="Microsoft Sans Serif"/>
                    <a:cs typeface="Microsoft Sans Serif"/>
                  </a:rPr>
                  <a:t>Tube</a:t>
                </a:r>
                <a:endParaRPr sz="1500" dirty="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52" name="object 52"/>
              <p:cNvSpPr txBox="1"/>
              <p:nvPr/>
            </p:nvSpPr>
            <p:spPr>
              <a:xfrm>
                <a:off x="5632553" y="4785462"/>
                <a:ext cx="751205" cy="244939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12700">
                  <a:spcBef>
                    <a:spcPts val="110"/>
                  </a:spcBef>
                </a:pPr>
                <a:r>
                  <a:rPr sz="1500" spc="-60" dirty="0">
                    <a:latin typeface="Microsoft Sans Serif"/>
                    <a:cs typeface="Microsoft Sans Serif"/>
                  </a:rPr>
                  <a:t>Pull</a:t>
                </a:r>
                <a:r>
                  <a:rPr sz="1500" spc="-25" dirty="0">
                    <a:latin typeface="Microsoft Sans Serif"/>
                    <a:cs typeface="Microsoft Sans Serif"/>
                  </a:rPr>
                  <a:t> </a:t>
                </a:r>
                <a:r>
                  <a:rPr sz="1500" spc="-50" dirty="0">
                    <a:latin typeface="Microsoft Sans Serif"/>
                    <a:cs typeface="Microsoft Sans Serif"/>
                  </a:rPr>
                  <a:t>force</a:t>
                </a:r>
                <a:endParaRPr sz="150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80" name="object 80"/>
              <p:cNvSpPr txBox="1"/>
              <p:nvPr/>
            </p:nvSpPr>
            <p:spPr>
              <a:xfrm>
                <a:off x="3131567" y="5892496"/>
                <a:ext cx="2282825" cy="427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sz="1200" dirty="0">
                    <a:latin typeface="Microsoft Sans Serif"/>
                    <a:cs typeface="Microsoft Sans Serif"/>
                  </a:rPr>
                  <a:t>(b)</a:t>
                </a:r>
                <a:r>
                  <a:rPr sz="1200" spc="-45" dirty="0">
                    <a:latin typeface="Microsoft Sans Serif"/>
                    <a:cs typeface="Microsoft Sans Serif"/>
                  </a:rPr>
                  <a:t> </a:t>
                </a:r>
                <a:r>
                  <a:rPr sz="1200" dirty="0">
                    <a:latin typeface="Microsoft Sans Serif"/>
                    <a:cs typeface="Microsoft Sans Serif"/>
                  </a:rPr>
                  <a:t>Tube</a:t>
                </a:r>
                <a:r>
                  <a:rPr sz="1200" spc="-35" dirty="0">
                    <a:latin typeface="Microsoft Sans Serif"/>
                    <a:cs typeface="Microsoft Sans Serif"/>
                  </a:rPr>
                  <a:t> </a:t>
                </a:r>
                <a:r>
                  <a:rPr sz="1200" dirty="0">
                    <a:latin typeface="Microsoft Sans Serif"/>
                    <a:cs typeface="Microsoft Sans Serif"/>
                  </a:rPr>
                  <a:t>drawing</a:t>
                </a:r>
                <a:r>
                  <a:rPr sz="1200" spc="-30" dirty="0">
                    <a:latin typeface="Microsoft Sans Serif"/>
                    <a:cs typeface="Microsoft Sans Serif"/>
                  </a:rPr>
                  <a:t> </a:t>
                </a:r>
                <a:r>
                  <a:rPr sz="1200" dirty="0">
                    <a:latin typeface="Microsoft Sans Serif"/>
                    <a:cs typeface="Microsoft Sans Serif"/>
                  </a:rPr>
                  <a:t>without</a:t>
                </a:r>
                <a:r>
                  <a:rPr sz="1200" spc="-30" dirty="0">
                    <a:latin typeface="Microsoft Sans Serif"/>
                    <a:cs typeface="Microsoft Sans Serif"/>
                  </a:rPr>
                  <a:t> </a:t>
                </a:r>
                <a:r>
                  <a:rPr sz="1200" spc="-10" dirty="0">
                    <a:latin typeface="Microsoft Sans Serif"/>
                    <a:cs typeface="Microsoft Sans Serif"/>
                  </a:rPr>
                  <a:t>mandrel</a:t>
                </a:r>
                <a:endParaRPr sz="1200">
                  <a:latin typeface="Microsoft Sans Serif"/>
                  <a:cs typeface="Microsoft Sans Serif"/>
                </a:endParaRPr>
              </a:p>
              <a:p>
                <a:pPr marL="483234">
                  <a:spcBef>
                    <a:spcPts val="40"/>
                  </a:spcBef>
                </a:pPr>
                <a:r>
                  <a:rPr sz="1400" b="1" dirty="0">
                    <a:solidFill>
                      <a:srgbClr val="660033"/>
                    </a:solidFill>
                    <a:latin typeface="Arial"/>
                    <a:cs typeface="Arial"/>
                  </a:rPr>
                  <a:t>(TUBE</a:t>
                </a:r>
                <a:r>
                  <a:rPr sz="1400" b="1" spc="-35" dirty="0">
                    <a:solidFill>
                      <a:srgbClr val="660033"/>
                    </a:solidFill>
                    <a:latin typeface="Arial"/>
                    <a:cs typeface="Arial"/>
                  </a:rPr>
                  <a:t> </a:t>
                </a:r>
                <a:r>
                  <a:rPr sz="1400" b="1" spc="-10" dirty="0">
                    <a:solidFill>
                      <a:srgbClr val="660033"/>
                    </a:solidFill>
                    <a:latin typeface="Arial"/>
                    <a:cs typeface="Arial"/>
                  </a:rPr>
                  <a:t>SINKING)</a:t>
                </a:r>
                <a:endParaRPr sz="1400">
                  <a:latin typeface="Arial"/>
                  <a:cs typeface="Arial"/>
                </a:endParaRPr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0E186C9-4B3B-C0C7-2D57-1A904A185B0F}"/>
              </a:ext>
            </a:extLst>
          </p:cNvPr>
          <p:cNvSpPr txBox="1"/>
          <p:nvPr/>
        </p:nvSpPr>
        <p:spPr>
          <a:xfrm>
            <a:off x="297658" y="5092045"/>
            <a:ext cx="117419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b="1" spc="-4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simplest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400" b="1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2400" b="1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b="1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</a:t>
            </a:r>
            <a:r>
              <a:rPr lang="en-US" sz="2400" b="1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1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400" b="1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b="1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en-US" sz="2400" b="1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reduction,</a:t>
            </a:r>
            <a:r>
              <a:rPr lang="en-US" sz="2400" b="1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sz="2400" b="1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 </a:t>
            </a:r>
            <a:r>
              <a:rPr lang="en-US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sinking.</a:t>
            </a:r>
            <a:r>
              <a:rPr lang="en-US" sz="2400" b="1" spc="-5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spc="-55" dirty="0">
              <a:solidFill>
                <a:srgbClr val="66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</a:t>
            </a:r>
            <a:r>
              <a:rPr lang="en-US" sz="24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controlled.</a:t>
            </a:r>
            <a:r>
              <a:rPr lang="en-US"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990600"/>
            <a:ext cx="5867400" cy="293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200" kern="0" spc="-5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kern="0" spc="-5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sz="2200" kern="0" spc="15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mandrel:</a:t>
            </a:r>
            <a:r>
              <a:rPr sz="2200" kern="0" spc="-15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kern="0" spc="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case,</a:t>
            </a:r>
            <a:r>
              <a:rPr sz="2200" kern="0" spc="-3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kern="0" spc="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kern="0" spc="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attached</a:t>
            </a:r>
            <a:r>
              <a:rPr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kern="0" spc="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</a:t>
            </a:r>
            <a:r>
              <a:rPr sz="2200" kern="0" spc="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operation.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</a:t>
            </a:r>
            <a:r>
              <a:rPr sz="2200" kern="0" spc="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support</a:t>
            </a:r>
            <a:r>
              <a:rPr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restricts</a:t>
            </a:r>
            <a:r>
              <a:rPr sz="2200" kern="0" spc="-3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kern="0" spc="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tube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drawn.</a:t>
            </a:r>
            <a:endParaRPr sz="22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35"/>
              </a:spcBef>
            </a:pPr>
            <a:endParaRPr sz="24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6E3B9AF-23F2-D8AE-90D2-E1D45D1B544B}"/>
              </a:ext>
            </a:extLst>
          </p:cNvPr>
          <p:cNvSpPr txBox="1">
            <a:spLocks/>
          </p:cNvSpPr>
          <p:nvPr/>
        </p:nvSpPr>
        <p:spPr>
          <a:xfrm>
            <a:off x="631580" y="234151"/>
            <a:ext cx="944803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3060700">
              <a:spcBef>
                <a:spcPts val="100"/>
              </a:spcBef>
            </a:pPr>
            <a:r>
              <a:rPr lang="en-US" sz="4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</a:t>
            </a:r>
            <a:r>
              <a:rPr lang="en-US" sz="4400" kern="0" spc="-9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endParaRPr lang="en-US" sz="44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3E6D5-BAF3-B6F4-6905-A087736FDEC0}"/>
              </a:ext>
            </a:extLst>
          </p:cNvPr>
          <p:cNvSpPr txBox="1"/>
          <p:nvPr/>
        </p:nvSpPr>
        <p:spPr>
          <a:xfrm>
            <a:off x="381000" y="3554735"/>
            <a:ext cx="6096000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820" algn="just">
              <a:lnSpc>
                <a:spcPct val="150000"/>
              </a:lnSpc>
            </a:pPr>
            <a:r>
              <a:rPr lang="en-US"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200" kern="0" spc="-1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kern="0" spc="-15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en-US" sz="2200" kern="0" spc="1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plug:</a:t>
            </a:r>
            <a:r>
              <a:rPr lang="en-US" sz="2200" kern="0" spc="-114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200" kern="0" spc="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suggests,</a:t>
            </a:r>
            <a:r>
              <a:rPr lang="en-US" sz="2200" kern="0" spc="-3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</a:t>
            </a:r>
            <a:r>
              <a:rPr lang="en-US"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floats</a:t>
            </a:r>
            <a:r>
              <a:rPr lang="en-US"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z="2200" kern="0" spc="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tube,</a:t>
            </a:r>
            <a:r>
              <a:rPr lang="en-US"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kern="0" spc="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finds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lang="en-US"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200" kern="0" spc="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sz="2200" kern="0" spc="-3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 of the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die.</a:t>
            </a:r>
            <a:r>
              <a:rPr lang="en-US" sz="2200" kern="0" spc="-2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kern="0" spc="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length</a:t>
            </a:r>
            <a:r>
              <a:rPr lang="en-US" sz="2200" kern="0" spc="-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restriction</a:t>
            </a:r>
            <a:r>
              <a:rPr lang="en-US" sz="2200" kern="0" spc="-4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200" kern="0" spc="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this, as seen</a:t>
            </a:r>
            <a:r>
              <a:rPr lang="en-US" sz="2200" kern="0" spc="-15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spc="-2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sz="2200" kern="0" spc="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spc="-1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mandrel.</a:t>
            </a:r>
            <a:endParaRPr lang="en-US" sz="22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9B61747-7B89-42B0-B149-49C9F028BA02}"/>
              </a:ext>
            </a:extLst>
          </p:cNvPr>
          <p:cNvGrpSpPr/>
          <p:nvPr/>
        </p:nvGrpSpPr>
        <p:grpSpPr>
          <a:xfrm>
            <a:off x="6705600" y="3733801"/>
            <a:ext cx="4991100" cy="2631976"/>
            <a:chOff x="6634851" y="4207480"/>
            <a:chExt cx="3273455" cy="1812583"/>
          </a:xfrm>
        </p:grpSpPr>
        <p:grpSp>
          <p:nvGrpSpPr>
            <p:cNvPr id="71" name="object 71"/>
            <p:cNvGrpSpPr/>
            <p:nvPr/>
          </p:nvGrpSpPr>
          <p:grpSpPr>
            <a:xfrm>
              <a:off x="7495579" y="4688802"/>
              <a:ext cx="912494" cy="523875"/>
              <a:chOff x="5971579" y="4688801"/>
              <a:chExt cx="912494" cy="523875"/>
            </a:xfrm>
          </p:grpSpPr>
          <p:sp>
            <p:nvSpPr>
              <p:cNvPr id="72" name="object 72"/>
              <p:cNvSpPr/>
              <p:nvPr/>
            </p:nvSpPr>
            <p:spPr>
              <a:xfrm>
                <a:off x="6017432" y="4698644"/>
                <a:ext cx="228600" cy="50419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04189">
                    <a:moveTo>
                      <a:pt x="228376" y="0"/>
                    </a:moveTo>
                    <a:lnTo>
                      <a:pt x="0" y="0"/>
                    </a:lnTo>
                  </a:path>
                  <a:path w="228600" h="504189">
                    <a:moveTo>
                      <a:pt x="228376" y="503598"/>
                    </a:moveTo>
                    <a:lnTo>
                      <a:pt x="0" y="503598"/>
                    </a:lnTo>
                  </a:path>
                  <a:path w="228600" h="504189">
                    <a:moveTo>
                      <a:pt x="0" y="0"/>
                    </a:moveTo>
                    <a:lnTo>
                      <a:pt x="0" y="503598"/>
                    </a:lnTo>
                  </a:path>
                </a:pathLst>
              </a:custGeom>
              <a:ln w="1829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5976976" y="4698644"/>
                <a:ext cx="40640" cy="504190"/>
              </a:xfrm>
              <a:custGeom>
                <a:avLst/>
                <a:gdLst/>
                <a:ahLst/>
                <a:cxnLst/>
                <a:rect l="l" t="t" r="r" b="b"/>
                <a:pathLst>
                  <a:path w="40639" h="504189">
                    <a:moveTo>
                      <a:pt x="40455" y="0"/>
                    </a:moveTo>
                    <a:lnTo>
                      <a:pt x="25891" y="49223"/>
                    </a:lnTo>
                    <a:lnTo>
                      <a:pt x="14563" y="99204"/>
                    </a:lnTo>
                    <a:lnTo>
                      <a:pt x="6472" y="149753"/>
                    </a:lnTo>
                    <a:lnTo>
                      <a:pt x="1618" y="200681"/>
                    </a:lnTo>
                    <a:lnTo>
                      <a:pt x="0" y="251799"/>
                    </a:lnTo>
                    <a:lnTo>
                      <a:pt x="1618" y="302916"/>
                    </a:lnTo>
                    <a:lnTo>
                      <a:pt x="6472" y="353844"/>
                    </a:lnTo>
                    <a:lnTo>
                      <a:pt x="14563" y="404393"/>
                    </a:lnTo>
                    <a:lnTo>
                      <a:pt x="25891" y="454374"/>
                    </a:lnTo>
                    <a:lnTo>
                      <a:pt x="40455" y="503598"/>
                    </a:lnTo>
                  </a:path>
                </a:pathLst>
              </a:custGeom>
              <a:ln w="104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6245808" y="4698644"/>
                <a:ext cx="554990" cy="504190"/>
              </a:xfrm>
              <a:custGeom>
                <a:avLst/>
                <a:gdLst/>
                <a:ahLst/>
                <a:cxnLst/>
                <a:rect l="l" t="t" r="r" b="b"/>
                <a:pathLst>
                  <a:path w="554990" h="504189">
                    <a:moveTo>
                      <a:pt x="195751" y="107913"/>
                    </a:moveTo>
                    <a:lnTo>
                      <a:pt x="554629" y="107913"/>
                    </a:lnTo>
                  </a:path>
                  <a:path w="554990" h="504189">
                    <a:moveTo>
                      <a:pt x="195751" y="395684"/>
                    </a:moveTo>
                    <a:lnTo>
                      <a:pt x="554629" y="395684"/>
                    </a:lnTo>
                  </a:path>
                  <a:path w="554990" h="504189">
                    <a:moveTo>
                      <a:pt x="0" y="0"/>
                    </a:moveTo>
                    <a:lnTo>
                      <a:pt x="0" y="503598"/>
                    </a:lnTo>
                  </a:path>
                  <a:path w="554990" h="504189">
                    <a:moveTo>
                      <a:pt x="195751" y="107913"/>
                    </a:moveTo>
                    <a:lnTo>
                      <a:pt x="195751" y="431655"/>
                    </a:lnTo>
                  </a:path>
                  <a:path w="554990" h="504189">
                    <a:moveTo>
                      <a:pt x="554629" y="107913"/>
                    </a:moveTo>
                    <a:lnTo>
                      <a:pt x="554629" y="431655"/>
                    </a:lnTo>
                  </a:path>
                </a:pathLst>
              </a:custGeom>
              <a:ln w="1829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6800437" y="4806558"/>
                <a:ext cx="7810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78104" h="323850">
                    <a:moveTo>
                      <a:pt x="0" y="0"/>
                    </a:moveTo>
                    <a:lnTo>
                      <a:pt x="35485" y="34716"/>
                    </a:lnTo>
                    <a:lnTo>
                      <a:pt x="60583" y="77034"/>
                    </a:lnTo>
                    <a:lnTo>
                      <a:pt x="74838" y="124372"/>
                    </a:lnTo>
                    <a:lnTo>
                      <a:pt x="77795" y="174151"/>
                    </a:lnTo>
                    <a:lnTo>
                      <a:pt x="68999" y="223791"/>
                    </a:lnTo>
                    <a:lnTo>
                      <a:pt x="47995" y="270711"/>
                    </a:lnTo>
                    <a:lnTo>
                      <a:pt x="37784" y="285852"/>
                    </a:lnTo>
                    <a:lnTo>
                      <a:pt x="26335" y="299798"/>
                    </a:lnTo>
                    <a:lnTo>
                      <a:pt x="13718" y="312458"/>
                    </a:lnTo>
                    <a:lnTo>
                      <a:pt x="0" y="323741"/>
                    </a:lnTo>
                  </a:path>
                </a:pathLst>
              </a:custGeom>
              <a:ln w="104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DA85A29-D044-1774-2FCE-A8B1A71E5461}"/>
                </a:ext>
              </a:extLst>
            </p:cNvPr>
            <p:cNvGrpSpPr/>
            <p:nvPr/>
          </p:nvGrpSpPr>
          <p:grpSpPr>
            <a:xfrm>
              <a:off x="6634851" y="4207480"/>
              <a:ext cx="3273455" cy="1812583"/>
              <a:chOff x="6718708" y="4198023"/>
              <a:chExt cx="3273455" cy="1812583"/>
            </a:xfrm>
          </p:grpSpPr>
          <p:grpSp>
            <p:nvGrpSpPr>
              <p:cNvPr id="53" name="object 53"/>
              <p:cNvGrpSpPr/>
              <p:nvPr/>
            </p:nvGrpSpPr>
            <p:grpSpPr>
              <a:xfrm>
                <a:off x="6718708" y="4198023"/>
                <a:ext cx="2361565" cy="1666239"/>
                <a:chOff x="5228393" y="4189411"/>
                <a:chExt cx="2361565" cy="1666239"/>
              </a:xfrm>
            </p:grpSpPr>
            <p:sp>
              <p:nvSpPr>
                <p:cNvPr id="54" name="object 54"/>
                <p:cNvSpPr/>
                <p:nvPr/>
              </p:nvSpPr>
              <p:spPr>
                <a:xfrm>
                  <a:off x="5234426" y="4950443"/>
                  <a:ext cx="23495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500">
                      <a:moveTo>
                        <a:pt x="0" y="0"/>
                      </a:moveTo>
                      <a:lnTo>
                        <a:pt x="2349017" y="0"/>
                      </a:lnTo>
                    </a:path>
                  </a:pathLst>
                </a:custGeom>
                <a:ln w="11510">
                  <a:solidFill>
                    <a:srgbClr val="000000"/>
                  </a:solidFill>
                  <a:prstDash val="lgDash"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5" name="object 55"/>
                <p:cNvSpPr/>
                <p:nvPr/>
              </p:nvSpPr>
              <p:spPr>
                <a:xfrm>
                  <a:off x="5495277" y="4594098"/>
                  <a:ext cx="1729739" cy="71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40" h="713104">
                      <a:moveTo>
                        <a:pt x="960920" y="564527"/>
                      </a:moveTo>
                      <a:lnTo>
                        <a:pt x="931481" y="507898"/>
                      </a:lnTo>
                      <a:lnTo>
                        <a:pt x="709917" y="647484"/>
                      </a:lnTo>
                      <a:lnTo>
                        <a:pt x="0" y="647484"/>
                      </a:lnTo>
                      <a:lnTo>
                        <a:pt x="0" y="712711"/>
                      </a:lnTo>
                      <a:lnTo>
                        <a:pt x="717753" y="712711"/>
                      </a:lnTo>
                      <a:lnTo>
                        <a:pt x="717753" y="679945"/>
                      </a:lnTo>
                      <a:lnTo>
                        <a:pt x="732548" y="708406"/>
                      </a:lnTo>
                      <a:lnTo>
                        <a:pt x="960920" y="564527"/>
                      </a:lnTo>
                      <a:close/>
                    </a:path>
                    <a:path w="1729740" h="713104">
                      <a:moveTo>
                        <a:pt x="1729143" y="143878"/>
                      </a:moveTo>
                      <a:lnTo>
                        <a:pt x="953223" y="143878"/>
                      </a:lnTo>
                      <a:lnTo>
                        <a:pt x="698474" y="3429"/>
                      </a:lnTo>
                      <a:lnTo>
                        <a:pt x="685126" y="32778"/>
                      </a:lnTo>
                      <a:lnTo>
                        <a:pt x="685126" y="0"/>
                      </a:lnTo>
                      <a:lnTo>
                        <a:pt x="0" y="0"/>
                      </a:lnTo>
                      <a:lnTo>
                        <a:pt x="0" y="65227"/>
                      </a:lnTo>
                      <a:lnTo>
                        <a:pt x="678167" y="65227"/>
                      </a:lnTo>
                      <a:lnTo>
                        <a:pt x="932942" y="205676"/>
                      </a:lnTo>
                      <a:lnTo>
                        <a:pt x="946137" y="176657"/>
                      </a:lnTo>
                      <a:lnTo>
                        <a:pt x="946137" y="209105"/>
                      </a:lnTo>
                      <a:lnTo>
                        <a:pt x="1729143" y="209105"/>
                      </a:lnTo>
                      <a:lnTo>
                        <a:pt x="1729143" y="1438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6" name="object 56"/>
                <p:cNvSpPr/>
                <p:nvPr/>
              </p:nvSpPr>
              <p:spPr>
                <a:xfrm>
                  <a:off x="6441560" y="5130299"/>
                  <a:ext cx="78359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590">
                      <a:moveTo>
                        <a:pt x="0" y="0"/>
                      </a:moveTo>
                      <a:lnTo>
                        <a:pt x="783005" y="0"/>
                      </a:lnTo>
                    </a:path>
                  </a:pathLst>
                </a:custGeom>
                <a:ln w="65227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7" name="object 57"/>
                <p:cNvSpPr/>
                <p:nvPr/>
              </p:nvSpPr>
              <p:spPr>
                <a:xfrm>
                  <a:off x="6180558" y="4590730"/>
                  <a:ext cx="294005" cy="719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04" h="719454">
                      <a:moveTo>
                        <a:pt x="32625" y="719425"/>
                      </a:moveTo>
                      <a:lnTo>
                        <a:pt x="293627" y="575540"/>
                      </a:lnTo>
                    </a:path>
                    <a:path w="294004" h="719454">
                      <a:moveTo>
                        <a:pt x="0" y="0"/>
                      </a:moveTo>
                      <a:lnTo>
                        <a:pt x="261001" y="143885"/>
                      </a:lnTo>
                    </a:path>
                  </a:pathLst>
                </a:custGeom>
                <a:ln w="1097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8" name="object 58"/>
                <p:cNvSpPr/>
                <p:nvPr/>
              </p:nvSpPr>
              <p:spPr>
                <a:xfrm>
                  <a:off x="5919556" y="4231097"/>
                  <a:ext cx="1044575" cy="1583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575" h="1583054">
                      <a:moveTo>
                        <a:pt x="522003" y="503518"/>
                      </a:moveTo>
                      <a:lnTo>
                        <a:pt x="0" y="215747"/>
                      </a:lnTo>
                    </a:path>
                    <a:path w="1044575" h="1583054">
                      <a:moveTo>
                        <a:pt x="554629" y="935173"/>
                      </a:moveTo>
                      <a:lnTo>
                        <a:pt x="0" y="1240929"/>
                      </a:lnTo>
                    </a:path>
                    <a:path w="1044575" h="1583054">
                      <a:moveTo>
                        <a:pt x="0" y="0"/>
                      </a:moveTo>
                      <a:lnTo>
                        <a:pt x="0" y="359632"/>
                      </a:lnTo>
                    </a:path>
                    <a:path w="1044575" h="1583054">
                      <a:moveTo>
                        <a:pt x="0" y="0"/>
                      </a:moveTo>
                      <a:lnTo>
                        <a:pt x="1044007" y="0"/>
                      </a:lnTo>
                      <a:lnTo>
                        <a:pt x="1044007" y="503518"/>
                      </a:lnTo>
                    </a:path>
                    <a:path w="1044575" h="1583054">
                      <a:moveTo>
                        <a:pt x="1044007" y="287690"/>
                      </a:moveTo>
                      <a:lnTo>
                        <a:pt x="783005" y="503518"/>
                      </a:lnTo>
                    </a:path>
                    <a:path w="1044575" h="1583054">
                      <a:moveTo>
                        <a:pt x="0" y="1079058"/>
                      </a:moveTo>
                      <a:lnTo>
                        <a:pt x="0" y="1582656"/>
                      </a:lnTo>
                      <a:lnTo>
                        <a:pt x="1044007" y="1582656"/>
                      </a:lnTo>
                      <a:lnTo>
                        <a:pt x="1044007" y="935173"/>
                      </a:lnTo>
                    </a:path>
                  </a:pathLst>
                </a:custGeom>
                <a:ln w="1829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9" name="object 59"/>
                <p:cNvSpPr/>
                <p:nvPr/>
              </p:nvSpPr>
              <p:spPr>
                <a:xfrm>
                  <a:off x="5919556" y="4195126"/>
                  <a:ext cx="1044575" cy="165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575" h="1654810">
                      <a:moveTo>
                        <a:pt x="913506" y="35971"/>
                      </a:moveTo>
                      <a:lnTo>
                        <a:pt x="1044007" y="179776"/>
                      </a:lnTo>
                    </a:path>
                    <a:path w="1044575" h="1654810">
                      <a:moveTo>
                        <a:pt x="906401" y="437330"/>
                      </a:moveTo>
                      <a:lnTo>
                        <a:pt x="587254" y="0"/>
                      </a:lnTo>
                    </a:path>
                    <a:path w="1044575" h="1654810">
                      <a:moveTo>
                        <a:pt x="783005" y="539489"/>
                      </a:moveTo>
                      <a:lnTo>
                        <a:pt x="456753" y="35971"/>
                      </a:lnTo>
                    </a:path>
                    <a:path w="1044575" h="1654810">
                      <a:moveTo>
                        <a:pt x="293627" y="35971"/>
                      </a:moveTo>
                      <a:lnTo>
                        <a:pt x="607554" y="539489"/>
                      </a:lnTo>
                    </a:path>
                    <a:path w="1044575" h="1654810">
                      <a:moveTo>
                        <a:pt x="130500" y="35971"/>
                      </a:moveTo>
                      <a:lnTo>
                        <a:pt x="478503" y="515508"/>
                      </a:lnTo>
                    </a:path>
                    <a:path w="1044575" h="1654810">
                      <a:moveTo>
                        <a:pt x="0" y="35971"/>
                      </a:moveTo>
                      <a:lnTo>
                        <a:pt x="188646" y="355796"/>
                      </a:lnTo>
                    </a:path>
                    <a:path w="1044575" h="1654810">
                      <a:moveTo>
                        <a:pt x="1044007" y="323661"/>
                      </a:moveTo>
                      <a:lnTo>
                        <a:pt x="783005" y="35971"/>
                      </a:lnTo>
                    </a:path>
                    <a:path w="1044575" h="1654810">
                      <a:moveTo>
                        <a:pt x="554629" y="935173"/>
                      </a:moveTo>
                      <a:lnTo>
                        <a:pt x="1044007" y="1438771"/>
                      </a:lnTo>
                    </a:path>
                    <a:path w="1044575" h="1654810">
                      <a:moveTo>
                        <a:pt x="978757" y="1654599"/>
                      </a:moveTo>
                      <a:lnTo>
                        <a:pt x="424128" y="1043087"/>
                      </a:lnTo>
                    </a:path>
                    <a:path w="1044575" h="1654810">
                      <a:moveTo>
                        <a:pt x="293627" y="1115030"/>
                      </a:moveTo>
                      <a:lnTo>
                        <a:pt x="750380" y="1618628"/>
                      </a:lnTo>
                    </a:path>
                    <a:path w="1044575" h="1654810">
                      <a:moveTo>
                        <a:pt x="158631" y="1189370"/>
                      </a:moveTo>
                      <a:lnTo>
                        <a:pt x="522003" y="1618628"/>
                      </a:lnTo>
                    </a:path>
                    <a:path w="1044575" h="1654810">
                      <a:moveTo>
                        <a:pt x="65250" y="1276900"/>
                      </a:moveTo>
                      <a:lnTo>
                        <a:pt x="326252" y="1618628"/>
                      </a:lnTo>
                    </a:path>
                    <a:path w="1044575" h="1654810">
                      <a:moveTo>
                        <a:pt x="0" y="1474742"/>
                      </a:moveTo>
                      <a:lnTo>
                        <a:pt x="130500" y="1618628"/>
                      </a:lnTo>
                    </a:path>
                  </a:pathLst>
                </a:custGeom>
                <a:ln w="1097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0" name="object 60"/>
                <p:cNvSpPr/>
                <p:nvPr/>
              </p:nvSpPr>
              <p:spPr>
                <a:xfrm>
                  <a:off x="6702561" y="5130299"/>
                  <a:ext cx="261620" cy="25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620" h="252095">
                      <a:moveTo>
                        <a:pt x="0" y="0"/>
                      </a:moveTo>
                      <a:lnTo>
                        <a:pt x="261001" y="251799"/>
                      </a:lnTo>
                    </a:path>
                  </a:pathLst>
                </a:custGeom>
                <a:ln w="183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1" name="object 61"/>
                <p:cNvSpPr/>
                <p:nvPr/>
              </p:nvSpPr>
              <p:spPr>
                <a:xfrm>
                  <a:off x="7257190" y="4770587"/>
                  <a:ext cx="19748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84">
                      <a:moveTo>
                        <a:pt x="0" y="0"/>
                      </a:moveTo>
                      <a:lnTo>
                        <a:pt x="197056" y="0"/>
                      </a:lnTo>
                    </a:path>
                  </a:pathLst>
                </a:custGeom>
                <a:ln w="1151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2" name="object 62"/>
                <p:cNvSpPr/>
                <p:nvPr/>
              </p:nvSpPr>
              <p:spPr>
                <a:xfrm>
                  <a:off x="7442502" y="4718788"/>
                  <a:ext cx="140970" cy="10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70" h="104139">
                      <a:moveTo>
                        <a:pt x="0" y="0"/>
                      </a:moveTo>
                      <a:lnTo>
                        <a:pt x="0" y="103597"/>
                      </a:lnTo>
                      <a:lnTo>
                        <a:pt x="140941" y="517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7F79B67-4A41-787C-D1C8-B3D422DA8396}"/>
                  </a:ext>
                </a:extLst>
              </p:cNvPr>
              <p:cNvGrpSpPr/>
              <p:nvPr/>
            </p:nvGrpSpPr>
            <p:grpSpPr>
              <a:xfrm>
                <a:off x="6722548" y="4235586"/>
                <a:ext cx="3269615" cy="1775020"/>
                <a:chOff x="6715126" y="4248770"/>
                <a:chExt cx="3269615" cy="1775020"/>
              </a:xfrm>
            </p:grpSpPr>
            <p:sp>
              <p:nvSpPr>
                <p:cNvPr id="63" name="object 63"/>
                <p:cNvSpPr txBox="1"/>
                <p:nvPr/>
              </p:nvSpPr>
              <p:spPr>
                <a:xfrm>
                  <a:off x="7900369" y="4284741"/>
                  <a:ext cx="287020" cy="244939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spcBef>
                      <a:spcPts val="110"/>
                    </a:spcBef>
                  </a:pPr>
                  <a:r>
                    <a:rPr sz="1500" spc="-60" dirty="0">
                      <a:latin typeface="Microsoft Sans Serif"/>
                      <a:cs typeface="Microsoft Sans Serif"/>
                    </a:rPr>
                    <a:t>Die</a:t>
                  </a:r>
                  <a:endParaRPr sz="1500" dirty="0">
                    <a:latin typeface="Microsoft Sans Serif"/>
                    <a:cs typeface="Microsoft Sans Serif"/>
                  </a:endParaRPr>
                </a:p>
              </p:txBody>
            </p:sp>
            <p:sp>
              <p:nvSpPr>
                <p:cNvPr id="64" name="object 64"/>
                <p:cNvSpPr txBox="1"/>
                <p:nvPr/>
              </p:nvSpPr>
              <p:spPr>
                <a:xfrm>
                  <a:off x="8778641" y="4248770"/>
                  <a:ext cx="422275" cy="244939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spcBef>
                      <a:spcPts val="110"/>
                    </a:spcBef>
                  </a:pPr>
                  <a:r>
                    <a:rPr sz="1500" spc="-70" dirty="0">
                      <a:latin typeface="Microsoft Sans Serif"/>
                      <a:cs typeface="Microsoft Sans Serif"/>
                    </a:rPr>
                    <a:t>Tube</a:t>
                  </a:r>
                  <a:endParaRPr sz="1500">
                    <a:latin typeface="Microsoft Sans Serif"/>
                    <a:cs typeface="Microsoft Sans Serif"/>
                  </a:endParaRPr>
                </a:p>
              </p:txBody>
            </p:sp>
            <p:grpSp>
              <p:nvGrpSpPr>
                <p:cNvPr id="65" name="object 65"/>
                <p:cNvGrpSpPr/>
                <p:nvPr/>
              </p:nvGrpSpPr>
              <p:grpSpPr>
                <a:xfrm>
                  <a:off x="6972096" y="4450132"/>
                  <a:ext cx="2103120" cy="833119"/>
                  <a:chOff x="5448096" y="4450131"/>
                  <a:chExt cx="2103120" cy="833119"/>
                </a:xfrm>
              </p:grpSpPr>
              <p:sp>
                <p:nvSpPr>
                  <p:cNvPr id="66" name="object 66"/>
                  <p:cNvSpPr/>
                  <p:nvPr/>
                </p:nvSpPr>
                <p:spPr>
                  <a:xfrm>
                    <a:off x="7053174" y="4455846"/>
                    <a:ext cx="342900" cy="2933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2900" h="293370">
                        <a:moveTo>
                          <a:pt x="0" y="269784"/>
                        </a:moveTo>
                        <a:lnTo>
                          <a:pt x="195751" y="161870"/>
                        </a:lnTo>
                        <a:lnTo>
                          <a:pt x="342637" y="0"/>
                        </a:lnTo>
                      </a:path>
                      <a:path w="342900" h="293370">
                        <a:moveTo>
                          <a:pt x="21025" y="200288"/>
                        </a:moveTo>
                        <a:lnTo>
                          <a:pt x="0" y="269784"/>
                        </a:lnTo>
                        <a:lnTo>
                          <a:pt x="63075" y="292934"/>
                        </a:lnTo>
                      </a:path>
                    </a:pathLst>
                  </a:custGeom>
                  <a:ln w="1097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67" name="object 67"/>
                  <p:cNvSpPr/>
                  <p:nvPr/>
                </p:nvSpPr>
                <p:spPr>
                  <a:xfrm>
                    <a:off x="5456974" y="4626711"/>
                    <a:ext cx="76835" cy="647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835" h="647700">
                        <a:moveTo>
                          <a:pt x="47142" y="0"/>
                        </a:moveTo>
                        <a:lnTo>
                          <a:pt x="47002" y="0"/>
                        </a:lnTo>
                        <a:lnTo>
                          <a:pt x="36753" y="5435"/>
                        </a:lnTo>
                        <a:lnTo>
                          <a:pt x="4051" y="81407"/>
                        </a:lnTo>
                        <a:lnTo>
                          <a:pt x="0" y="130987"/>
                        </a:lnTo>
                        <a:lnTo>
                          <a:pt x="1473" y="180581"/>
                        </a:lnTo>
                        <a:lnTo>
                          <a:pt x="8394" y="229603"/>
                        </a:lnTo>
                        <a:lnTo>
                          <a:pt x="20739" y="277507"/>
                        </a:lnTo>
                        <a:lnTo>
                          <a:pt x="38442" y="323735"/>
                        </a:lnTo>
                        <a:lnTo>
                          <a:pt x="47142" y="323735"/>
                        </a:lnTo>
                        <a:lnTo>
                          <a:pt x="47142" y="0"/>
                        </a:lnTo>
                        <a:close/>
                      </a:path>
                      <a:path w="76835" h="647700">
                        <a:moveTo>
                          <a:pt x="76746" y="516483"/>
                        </a:moveTo>
                        <a:lnTo>
                          <a:pt x="75298" y="466890"/>
                        </a:lnTo>
                        <a:lnTo>
                          <a:pt x="68389" y="417868"/>
                        </a:lnTo>
                        <a:lnTo>
                          <a:pt x="56095" y="369963"/>
                        </a:lnTo>
                        <a:lnTo>
                          <a:pt x="38442" y="323735"/>
                        </a:lnTo>
                        <a:lnTo>
                          <a:pt x="20739" y="369963"/>
                        </a:lnTo>
                        <a:lnTo>
                          <a:pt x="8394" y="417868"/>
                        </a:lnTo>
                        <a:lnTo>
                          <a:pt x="1473" y="466902"/>
                        </a:lnTo>
                        <a:lnTo>
                          <a:pt x="0" y="516483"/>
                        </a:lnTo>
                        <a:lnTo>
                          <a:pt x="4051" y="566077"/>
                        </a:lnTo>
                        <a:lnTo>
                          <a:pt x="13652" y="615111"/>
                        </a:lnTo>
                        <a:lnTo>
                          <a:pt x="38442" y="647484"/>
                        </a:lnTo>
                        <a:lnTo>
                          <a:pt x="46850" y="641705"/>
                        </a:lnTo>
                        <a:lnTo>
                          <a:pt x="72694" y="566077"/>
                        </a:lnTo>
                        <a:lnTo>
                          <a:pt x="76746" y="51648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68" name="object 68"/>
                  <p:cNvSpPr/>
                  <p:nvPr/>
                </p:nvSpPr>
                <p:spPr>
                  <a:xfrm>
                    <a:off x="5456986" y="4626701"/>
                    <a:ext cx="76835" cy="647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835" h="647700">
                        <a:moveTo>
                          <a:pt x="38441" y="323741"/>
                        </a:moveTo>
                        <a:lnTo>
                          <a:pt x="56086" y="369964"/>
                        </a:lnTo>
                        <a:lnTo>
                          <a:pt x="68386" y="417869"/>
                        </a:lnTo>
                        <a:lnTo>
                          <a:pt x="75289" y="466895"/>
                        </a:lnTo>
                        <a:lnTo>
                          <a:pt x="76743" y="516483"/>
                        </a:lnTo>
                        <a:lnTo>
                          <a:pt x="72694" y="566074"/>
                        </a:lnTo>
                        <a:lnTo>
                          <a:pt x="63091" y="615109"/>
                        </a:lnTo>
                        <a:lnTo>
                          <a:pt x="38441" y="647483"/>
                        </a:lnTo>
                        <a:lnTo>
                          <a:pt x="29958" y="641714"/>
                        </a:lnTo>
                        <a:lnTo>
                          <a:pt x="4043" y="566075"/>
                        </a:lnTo>
                        <a:lnTo>
                          <a:pt x="0" y="516487"/>
                        </a:lnTo>
                        <a:lnTo>
                          <a:pt x="1466" y="466901"/>
                        </a:lnTo>
                        <a:lnTo>
                          <a:pt x="8393" y="417876"/>
                        </a:lnTo>
                        <a:lnTo>
                          <a:pt x="20735" y="369970"/>
                        </a:lnTo>
                        <a:lnTo>
                          <a:pt x="38441" y="323741"/>
                        </a:lnTo>
                        <a:close/>
                      </a:path>
                      <a:path w="76835" h="647700">
                        <a:moveTo>
                          <a:pt x="38441" y="0"/>
                        </a:moveTo>
                        <a:lnTo>
                          <a:pt x="13646" y="32374"/>
                        </a:lnTo>
                        <a:lnTo>
                          <a:pt x="4043" y="81407"/>
                        </a:lnTo>
                        <a:lnTo>
                          <a:pt x="0" y="130995"/>
                        </a:lnTo>
                        <a:lnTo>
                          <a:pt x="1466" y="180581"/>
                        </a:lnTo>
                        <a:lnTo>
                          <a:pt x="8393" y="229606"/>
                        </a:lnTo>
                        <a:lnTo>
                          <a:pt x="20735" y="277512"/>
                        </a:lnTo>
                        <a:lnTo>
                          <a:pt x="38441" y="323741"/>
                        </a:lnTo>
                      </a:path>
                    </a:pathLst>
                  </a:custGeom>
                  <a:ln w="18292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9" name="object 69"/>
                  <p:cNvPicPr/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7185683" y="4768816"/>
                    <a:ext cx="365134" cy="41328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0" name="object 70"/>
                <p:cNvSpPr txBox="1"/>
                <p:nvPr/>
              </p:nvSpPr>
              <p:spPr>
                <a:xfrm>
                  <a:off x="9025578" y="4785462"/>
                  <a:ext cx="751205" cy="244939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spcBef>
                      <a:spcPts val="110"/>
                    </a:spcBef>
                  </a:pPr>
                  <a:r>
                    <a:rPr sz="1500" spc="-60" dirty="0">
                      <a:latin typeface="Microsoft Sans Serif"/>
                      <a:cs typeface="Microsoft Sans Serif"/>
                    </a:rPr>
                    <a:t>Pull</a:t>
                  </a:r>
                  <a:r>
                    <a:rPr sz="1500" spc="-25" dirty="0">
                      <a:latin typeface="Microsoft Sans Serif"/>
                      <a:cs typeface="Microsoft Sans Serif"/>
                    </a:rPr>
                    <a:t> </a:t>
                  </a:r>
                  <a:r>
                    <a:rPr sz="1500" spc="-50" dirty="0">
                      <a:latin typeface="Microsoft Sans Serif"/>
                      <a:cs typeface="Microsoft Sans Serif"/>
                    </a:rPr>
                    <a:t>force</a:t>
                  </a:r>
                  <a:endParaRPr sz="1500">
                    <a:latin typeface="Microsoft Sans Serif"/>
                    <a:cs typeface="Microsoft Sans Serif"/>
                  </a:endParaRPr>
                </a:p>
              </p:txBody>
            </p:sp>
            <p:sp>
              <p:nvSpPr>
                <p:cNvPr id="76" name="object 76"/>
                <p:cNvSpPr txBox="1"/>
                <p:nvPr/>
              </p:nvSpPr>
              <p:spPr>
                <a:xfrm>
                  <a:off x="8626100" y="5235103"/>
                  <a:ext cx="1321435" cy="244939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spcBef>
                      <a:spcPts val="110"/>
                    </a:spcBef>
                  </a:pPr>
                  <a:r>
                    <a:rPr sz="1500" spc="-65" dirty="0">
                      <a:latin typeface="Microsoft Sans Serif"/>
                      <a:cs typeface="Microsoft Sans Serif"/>
                    </a:rPr>
                    <a:t>Floating</a:t>
                  </a:r>
                  <a:r>
                    <a:rPr sz="1500" spc="-25" dirty="0">
                      <a:latin typeface="Microsoft Sans Serif"/>
                      <a:cs typeface="Microsoft Sans Serif"/>
                    </a:rPr>
                    <a:t> </a:t>
                  </a:r>
                  <a:r>
                    <a:rPr sz="1500" spc="-65" dirty="0">
                      <a:latin typeface="Microsoft Sans Serif"/>
                      <a:cs typeface="Microsoft Sans Serif"/>
                    </a:rPr>
                    <a:t>mandrel</a:t>
                  </a:r>
                  <a:endParaRPr sz="1500">
                    <a:latin typeface="Microsoft Sans Serif"/>
                    <a:cs typeface="Microsoft Sans Serif"/>
                  </a:endParaRPr>
                </a:p>
              </p:txBody>
            </p:sp>
            <p:sp>
              <p:nvSpPr>
                <p:cNvPr id="81" name="object 81"/>
                <p:cNvSpPr txBox="1"/>
                <p:nvPr/>
              </p:nvSpPr>
              <p:spPr>
                <a:xfrm>
                  <a:off x="6715126" y="5866587"/>
                  <a:ext cx="3269615" cy="157203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spcBef>
                      <a:spcPts val="100"/>
                    </a:spcBef>
                  </a:pPr>
                  <a:r>
                    <a:rPr sz="1400" b="1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(</a:t>
                  </a:r>
                  <a:r>
                    <a:rPr sz="1400" b="1" spc="-20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Tube</a:t>
                  </a:r>
                  <a:r>
                    <a:rPr sz="1400" b="1" spc="-35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 </a:t>
                  </a:r>
                  <a:r>
                    <a:rPr sz="1400" b="1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drawing</a:t>
                  </a:r>
                  <a:r>
                    <a:rPr sz="1400" b="1" spc="-65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 </a:t>
                  </a:r>
                  <a:r>
                    <a:rPr sz="1400" b="1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with</a:t>
                  </a:r>
                  <a:r>
                    <a:rPr sz="1400" b="1" spc="-60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 </a:t>
                  </a:r>
                  <a:r>
                    <a:rPr sz="1400" b="1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floating</a:t>
                  </a:r>
                  <a:r>
                    <a:rPr sz="1400" b="1" spc="-60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 </a:t>
                  </a:r>
                  <a:r>
                    <a:rPr sz="1400" b="1" spc="-10" dirty="0">
                      <a:solidFill>
                        <a:srgbClr val="660066"/>
                      </a:solidFill>
                      <a:latin typeface="Arial"/>
                      <a:cs typeface="Arial"/>
                    </a:rPr>
                    <a:t>mandrel</a:t>
                  </a:r>
                  <a:endParaRPr sz="1400" dirty="0">
                    <a:latin typeface="Arial"/>
                    <a:cs typeface="Arial"/>
                  </a:endParaRPr>
                </a:p>
              </p:txBody>
            </p:sp>
          </p:grp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BAF9A58-71C1-A8CD-B330-2C9776F83BA0}"/>
              </a:ext>
            </a:extLst>
          </p:cNvPr>
          <p:cNvGrpSpPr/>
          <p:nvPr/>
        </p:nvGrpSpPr>
        <p:grpSpPr>
          <a:xfrm>
            <a:off x="6993977" y="718158"/>
            <a:ext cx="4317477" cy="2592927"/>
            <a:chOff x="8221236" y="3052231"/>
            <a:chExt cx="3562334" cy="2003498"/>
          </a:xfrm>
        </p:grpSpPr>
        <p:sp>
          <p:nvSpPr>
            <p:cNvPr id="34" name="object 34"/>
            <p:cNvSpPr txBox="1"/>
            <p:nvPr/>
          </p:nvSpPr>
          <p:spPr>
            <a:xfrm>
              <a:off x="10731442" y="3052231"/>
              <a:ext cx="782432" cy="25135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550" spc="-20" dirty="0">
                  <a:latin typeface="Microsoft Sans Serif"/>
                  <a:cs typeface="Microsoft Sans Serif"/>
                </a:rPr>
                <a:t>Tube</a:t>
              </a:r>
              <a:endParaRPr sz="1550" dirty="0">
                <a:latin typeface="Microsoft Sans Serif"/>
                <a:cs typeface="Microsoft Sans Serif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2172682-B23B-25B6-0DA3-69E27A0C68AF}"/>
                </a:ext>
              </a:extLst>
            </p:cNvPr>
            <p:cNvGrpSpPr/>
            <p:nvPr/>
          </p:nvGrpSpPr>
          <p:grpSpPr>
            <a:xfrm>
              <a:off x="8221236" y="3059792"/>
              <a:ext cx="3562334" cy="1995937"/>
              <a:chOff x="6213314" y="2034129"/>
              <a:chExt cx="3562334" cy="1995937"/>
            </a:xfrm>
          </p:grpSpPr>
          <p:grpSp>
            <p:nvGrpSpPr>
              <p:cNvPr id="14" name="object 14"/>
              <p:cNvGrpSpPr/>
              <p:nvPr/>
            </p:nvGrpSpPr>
            <p:grpSpPr>
              <a:xfrm>
                <a:off x="6270309" y="2034129"/>
                <a:ext cx="2914015" cy="1713864"/>
                <a:chOff x="4746308" y="2034129"/>
                <a:chExt cx="2914015" cy="1713864"/>
              </a:xfrm>
            </p:grpSpPr>
            <p:sp>
              <p:nvSpPr>
                <p:cNvPr id="15" name="object 15"/>
                <p:cNvSpPr/>
                <p:nvPr/>
              </p:nvSpPr>
              <p:spPr>
                <a:xfrm>
                  <a:off x="4752341" y="2817011"/>
                  <a:ext cx="265049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0490">
                      <a:moveTo>
                        <a:pt x="0" y="0"/>
                      </a:moveTo>
                      <a:lnTo>
                        <a:pt x="2649877" y="0"/>
                      </a:lnTo>
                    </a:path>
                  </a:pathLst>
                </a:custGeom>
                <a:ln w="11838">
                  <a:solidFill>
                    <a:srgbClr val="000000"/>
                  </a:solidFill>
                  <a:prstDash val="lgDash"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6" name="object 16"/>
                <p:cNvSpPr/>
                <p:nvPr/>
              </p:nvSpPr>
              <p:spPr>
                <a:xfrm>
                  <a:off x="5009968" y="2669024"/>
                  <a:ext cx="1684655" cy="296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654" h="296544">
                      <a:moveTo>
                        <a:pt x="809684" y="295974"/>
                      </a:moveTo>
                      <a:lnTo>
                        <a:pt x="1545761" y="295974"/>
                      </a:lnTo>
                      <a:lnTo>
                        <a:pt x="1545761" y="0"/>
                      </a:lnTo>
                      <a:lnTo>
                        <a:pt x="809684" y="0"/>
                      </a:lnTo>
                      <a:lnTo>
                        <a:pt x="809684" y="295974"/>
                      </a:lnTo>
                      <a:close/>
                    </a:path>
                    <a:path w="1684654" h="296544">
                      <a:moveTo>
                        <a:pt x="1545761" y="0"/>
                      </a:moveTo>
                      <a:lnTo>
                        <a:pt x="1591842" y="10321"/>
                      </a:lnTo>
                      <a:lnTo>
                        <a:pt x="1631005" y="33742"/>
                      </a:lnTo>
                      <a:lnTo>
                        <a:pt x="1660966" y="67682"/>
                      </a:lnTo>
                      <a:lnTo>
                        <a:pt x="1679441" y="109556"/>
                      </a:lnTo>
                      <a:lnTo>
                        <a:pt x="1684144" y="156784"/>
                      </a:lnTo>
                      <a:lnTo>
                        <a:pt x="1675201" y="199611"/>
                      </a:lnTo>
                      <a:lnTo>
                        <a:pt x="1654960" y="236872"/>
                      </a:lnTo>
                      <a:lnTo>
                        <a:pt x="1625352" y="266638"/>
                      </a:lnTo>
                      <a:lnTo>
                        <a:pt x="1588308" y="286982"/>
                      </a:lnTo>
                      <a:lnTo>
                        <a:pt x="1545761" y="295974"/>
                      </a:lnTo>
                    </a:path>
                    <a:path w="1684654" h="296544">
                      <a:moveTo>
                        <a:pt x="0" y="221980"/>
                      </a:moveTo>
                      <a:lnTo>
                        <a:pt x="809684" y="221980"/>
                      </a:lnTo>
                      <a:lnTo>
                        <a:pt x="809684" y="73993"/>
                      </a:lnTo>
                      <a:lnTo>
                        <a:pt x="0" y="73993"/>
                      </a:lnTo>
                      <a:lnTo>
                        <a:pt x="0" y="221980"/>
                      </a:lnTo>
                      <a:close/>
                    </a:path>
                  </a:pathLst>
                </a:custGeom>
                <a:ln w="1968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" name="object 17"/>
                <p:cNvSpPr/>
                <p:nvPr/>
              </p:nvSpPr>
              <p:spPr>
                <a:xfrm>
                  <a:off x="4990020" y="2742602"/>
                  <a:ext cx="40005" cy="1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" h="149225">
                      <a:moveTo>
                        <a:pt x="29756" y="419"/>
                      </a:moveTo>
                      <a:lnTo>
                        <a:pt x="21412" y="0"/>
                      </a:lnTo>
                      <a:lnTo>
                        <a:pt x="13068" y="2628"/>
                      </a:lnTo>
                      <a:lnTo>
                        <a:pt x="6692" y="7823"/>
                      </a:lnTo>
                      <a:lnTo>
                        <a:pt x="0" y="25463"/>
                      </a:lnTo>
                      <a:lnTo>
                        <a:pt x="254" y="43726"/>
                      </a:lnTo>
                      <a:lnTo>
                        <a:pt x="7035" y="60693"/>
                      </a:lnTo>
                      <a:lnTo>
                        <a:pt x="19939" y="74409"/>
                      </a:lnTo>
                      <a:lnTo>
                        <a:pt x="29756" y="74409"/>
                      </a:lnTo>
                      <a:lnTo>
                        <a:pt x="29756" y="419"/>
                      </a:lnTo>
                      <a:close/>
                    </a:path>
                    <a:path w="40004" h="149225">
                      <a:moveTo>
                        <a:pt x="39789" y="123367"/>
                      </a:moveTo>
                      <a:lnTo>
                        <a:pt x="39509" y="105105"/>
                      </a:lnTo>
                      <a:lnTo>
                        <a:pt x="32753" y="88150"/>
                      </a:lnTo>
                      <a:lnTo>
                        <a:pt x="19939" y="74409"/>
                      </a:lnTo>
                      <a:lnTo>
                        <a:pt x="7035" y="88150"/>
                      </a:lnTo>
                      <a:lnTo>
                        <a:pt x="254" y="105105"/>
                      </a:lnTo>
                      <a:lnTo>
                        <a:pt x="0" y="123367"/>
                      </a:lnTo>
                      <a:lnTo>
                        <a:pt x="6692" y="141008"/>
                      </a:lnTo>
                      <a:lnTo>
                        <a:pt x="9144" y="145859"/>
                      </a:lnTo>
                      <a:lnTo>
                        <a:pt x="14376" y="148742"/>
                      </a:lnTo>
                      <a:lnTo>
                        <a:pt x="19939" y="148412"/>
                      </a:lnTo>
                      <a:lnTo>
                        <a:pt x="25336" y="148742"/>
                      </a:lnTo>
                      <a:lnTo>
                        <a:pt x="30568" y="145859"/>
                      </a:lnTo>
                      <a:lnTo>
                        <a:pt x="33185" y="141008"/>
                      </a:lnTo>
                      <a:lnTo>
                        <a:pt x="39789" y="1233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" name="object 18"/>
                <p:cNvSpPr/>
                <p:nvPr/>
              </p:nvSpPr>
              <p:spPr>
                <a:xfrm>
                  <a:off x="4990025" y="2742689"/>
                  <a:ext cx="40005" cy="1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" h="149225">
                      <a:moveTo>
                        <a:pt x="19943" y="74322"/>
                      </a:moveTo>
                      <a:lnTo>
                        <a:pt x="32755" y="88055"/>
                      </a:lnTo>
                      <a:lnTo>
                        <a:pt x="39510" y="105011"/>
                      </a:lnTo>
                      <a:lnTo>
                        <a:pt x="39794" y="123271"/>
                      </a:lnTo>
                      <a:lnTo>
                        <a:pt x="33192" y="140916"/>
                      </a:lnTo>
                      <a:lnTo>
                        <a:pt x="30575" y="145767"/>
                      </a:lnTo>
                      <a:lnTo>
                        <a:pt x="25340" y="148644"/>
                      </a:lnTo>
                      <a:lnTo>
                        <a:pt x="19943" y="148315"/>
                      </a:lnTo>
                      <a:lnTo>
                        <a:pt x="14381" y="148644"/>
                      </a:lnTo>
                      <a:lnTo>
                        <a:pt x="9147" y="145767"/>
                      </a:lnTo>
                      <a:lnTo>
                        <a:pt x="6693" y="140916"/>
                      </a:lnTo>
                      <a:lnTo>
                        <a:pt x="0" y="123271"/>
                      </a:lnTo>
                      <a:lnTo>
                        <a:pt x="253" y="105011"/>
                      </a:lnTo>
                      <a:lnTo>
                        <a:pt x="7038" y="88055"/>
                      </a:lnTo>
                      <a:lnTo>
                        <a:pt x="19943" y="74322"/>
                      </a:lnTo>
                      <a:close/>
                    </a:path>
                    <a:path w="40004" h="149225">
                      <a:moveTo>
                        <a:pt x="19943" y="328"/>
                      </a:moveTo>
                      <a:lnTo>
                        <a:pt x="14381" y="0"/>
                      </a:lnTo>
                      <a:lnTo>
                        <a:pt x="9147" y="2877"/>
                      </a:lnTo>
                      <a:lnTo>
                        <a:pt x="6693" y="7728"/>
                      </a:lnTo>
                      <a:lnTo>
                        <a:pt x="0" y="25375"/>
                      </a:lnTo>
                      <a:lnTo>
                        <a:pt x="253" y="43639"/>
                      </a:lnTo>
                      <a:lnTo>
                        <a:pt x="7038" y="60596"/>
                      </a:lnTo>
                      <a:lnTo>
                        <a:pt x="19943" y="74322"/>
                      </a:lnTo>
                    </a:path>
                  </a:pathLst>
                </a:custGeom>
                <a:ln w="1968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" name="object 19"/>
                <p:cNvSpPr/>
                <p:nvPr/>
              </p:nvSpPr>
              <p:spPr>
                <a:xfrm>
                  <a:off x="5083403" y="2450502"/>
                  <a:ext cx="1913889" cy="73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890" h="733425">
                      <a:moveTo>
                        <a:pt x="1047191" y="580618"/>
                      </a:moveTo>
                      <a:lnTo>
                        <a:pt x="1013993" y="522376"/>
                      </a:lnTo>
                      <a:lnTo>
                        <a:pt x="764070" y="665937"/>
                      </a:lnTo>
                      <a:lnTo>
                        <a:pt x="36804" y="665937"/>
                      </a:lnTo>
                      <a:lnTo>
                        <a:pt x="36804" y="733031"/>
                      </a:lnTo>
                      <a:lnTo>
                        <a:pt x="772883" y="733031"/>
                      </a:lnTo>
                      <a:lnTo>
                        <a:pt x="772883" y="699350"/>
                      </a:lnTo>
                      <a:lnTo>
                        <a:pt x="789571" y="728611"/>
                      </a:lnTo>
                      <a:lnTo>
                        <a:pt x="1047191" y="580618"/>
                      </a:lnTo>
                      <a:close/>
                    </a:path>
                    <a:path w="1913890" h="733425">
                      <a:moveTo>
                        <a:pt x="1913801" y="147993"/>
                      </a:moveTo>
                      <a:lnTo>
                        <a:pt x="1038517" y="147993"/>
                      </a:lnTo>
                      <a:lnTo>
                        <a:pt x="751128" y="3530"/>
                      </a:lnTo>
                      <a:lnTo>
                        <a:pt x="736079" y="33718"/>
                      </a:lnTo>
                      <a:lnTo>
                        <a:pt x="736079" y="0"/>
                      </a:lnTo>
                      <a:lnTo>
                        <a:pt x="0" y="0"/>
                      </a:lnTo>
                      <a:lnTo>
                        <a:pt x="0" y="67081"/>
                      </a:lnTo>
                      <a:lnTo>
                        <a:pt x="728218" y="67081"/>
                      </a:lnTo>
                      <a:lnTo>
                        <a:pt x="1015619" y="211543"/>
                      </a:lnTo>
                      <a:lnTo>
                        <a:pt x="1030516" y="181686"/>
                      </a:lnTo>
                      <a:lnTo>
                        <a:pt x="1030516" y="215074"/>
                      </a:lnTo>
                      <a:lnTo>
                        <a:pt x="1913801" y="215074"/>
                      </a:lnTo>
                      <a:lnTo>
                        <a:pt x="1913801" y="1479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0"/>
                <p:cNvSpPr/>
                <p:nvPr/>
              </p:nvSpPr>
              <p:spPr>
                <a:xfrm>
                  <a:off x="6114083" y="3001995"/>
                  <a:ext cx="88391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920">
                      <a:moveTo>
                        <a:pt x="0" y="0"/>
                      </a:moveTo>
                      <a:lnTo>
                        <a:pt x="883292" y="0"/>
                      </a:lnTo>
                    </a:path>
                  </a:pathLst>
                </a:custGeom>
                <a:ln w="67087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1"/>
                <p:cNvSpPr/>
                <p:nvPr/>
              </p:nvSpPr>
              <p:spPr>
                <a:xfrm>
                  <a:off x="5819652" y="2447043"/>
                  <a:ext cx="331470" cy="740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470" h="740410">
                      <a:moveTo>
                        <a:pt x="36803" y="739935"/>
                      </a:moveTo>
                      <a:lnTo>
                        <a:pt x="331234" y="591948"/>
                      </a:lnTo>
                    </a:path>
                    <a:path w="331470" h="740410">
                      <a:moveTo>
                        <a:pt x="0" y="0"/>
                      </a:moveTo>
                      <a:lnTo>
                        <a:pt x="294430" y="147987"/>
                      </a:lnTo>
                    </a:path>
                  </a:pathLst>
                </a:custGeom>
                <a:ln w="11808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2"/>
                <p:cNvSpPr/>
                <p:nvPr/>
              </p:nvSpPr>
              <p:spPr>
                <a:xfrm>
                  <a:off x="5525222" y="2077158"/>
                  <a:ext cx="1177925" cy="162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925" h="1628139">
                      <a:moveTo>
                        <a:pt x="588861" y="517872"/>
                      </a:moveTo>
                      <a:lnTo>
                        <a:pt x="0" y="221898"/>
                      </a:lnTo>
                    </a:path>
                    <a:path w="1177925" h="1628139">
                      <a:moveTo>
                        <a:pt x="625665" y="961833"/>
                      </a:moveTo>
                      <a:lnTo>
                        <a:pt x="0" y="1276305"/>
                      </a:lnTo>
                    </a:path>
                    <a:path w="1177925" h="1628139">
                      <a:moveTo>
                        <a:pt x="0" y="0"/>
                      </a:moveTo>
                      <a:lnTo>
                        <a:pt x="0" y="369885"/>
                      </a:lnTo>
                    </a:path>
                    <a:path w="1177925" h="1628139">
                      <a:moveTo>
                        <a:pt x="0" y="0"/>
                      </a:moveTo>
                      <a:lnTo>
                        <a:pt x="1177723" y="0"/>
                      </a:lnTo>
                      <a:lnTo>
                        <a:pt x="1177723" y="517872"/>
                      </a:lnTo>
                    </a:path>
                    <a:path w="1177925" h="1628139">
                      <a:moveTo>
                        <a:pt x="1177723" y="295891"/>
                      </a:moveTo>
                      <a:lnTo>
                        <a:pt x="883292" y="517872"/>
                      </a:lnTo>
                    </a:path>
                    <a:path w="1177925" h="1628139">
                      <a:moveTo>
                        <a:pt x="0" y="1109820"/>
                      </a:moveTo>
                      <a:lnTo>
                        <a:pt x="0" y="1627775"/>
                      </a:lnTo>
                      <a:lnTo>
                        <a:pt x="1177723" y="1627775"/>
                      </a:lnTo>
                      <a:lnTo>
                        <a:pt x="1177723" y="961833"/>
                      </a:lnTo>
                    </a:path>
                  </a:pathLst>
                </a:custGeom>
                <a:ln w="1968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5525222" y="2040161"/>
                  <a:ext cx="1520190" cy="925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0190" h="925194">
                      <a:moveTo>
                        <a:pt x="1030507" y="36996"/>
                      </a:moveTo>
                      <a:lnTo>
                        <a:pt x="1177723" y="184901"/>
                      </a:lnTo>
                    </a:path>
                    <a:path w="1520190" h="925194">
                      <a:moveTo>
                        <a:pt x="1022492" y="449798"/>
                      </a:moveTo>
                      <a:lnTo>
                        <a:pt x="662469" y="0"/>
                      </a:lnTo>
                    </a:path>
                    <a:path w="1520190" h="925194">
                      <a:moveTo>
                        <a:pt x="883292" y="554869"/>
                      </a:moveTo>
                      <a:lnTo>
                        <a:pt x="515253" y="36996"/>
                      </a:lnTo>
                    </a:path>
                    <a:path w="1520190" h="925194">
                      <a:moveTo>
                        <a:pt x="331234" y="36996"/>
                      </a:moveTo>
                      <a:lnTo>
                        <a:pt x="685369" y="554869"/>
                      </a:lnTo>
                    </a:path>
                    <a:path w="1520190" h="925194">
                      <a:moveTo>
                        <a:pt x="147215" y="36996"/>
                      </a:moveTo>
                      <a:lnTo>
                        <a:pt x="539789" y="530204"/>
                      </a:lnTo>
                    </a:path>
                    <a:path w="1520190" h="925194">
                      <a:moveTo>
                        <a:pt x="0" y="36996"/>
                      </a:moveTo>
                      <a:lnTo>
                        <a:pt x="212808" y="365939"/>
                      </a:lnTo>
                    </a:path>
                    <a:path w="1520190" h="925194">
                      <a:moveTo>
                        <a:pt x="1177723" y="332888"/>
                      </a:moveTo>
                      <a:lnTo>
                        <a:pt x="883292" y="36996"/>
                      </a:lnTo>
                    </a:path>
                    <a:path w="1520190" h="925194">
                      <a:moveTo>
                        <a:pt x="1472154" y="628862"/>
                      </a:moveTo>
                      <a:lnTo>
                        <a:pt x="1501445" y="669842"/>
                      </a:lnTo>
                      <a:lnTo>
                        <a:pt x="1516358" y="704382"/>
                      </a:lnTo>
                      <a:lnTo>
                        <a:pt x="1519731" y="733691"/>
                      </a:lnTo>
                      <a:lnTo>
                        <a:pt x="1514406" y="758977"/>
                      </a:lnTo>
                      <a:lnTo>
                        <a:pt x="1503222" y="781448"/>
                      </a:lnTo>
                      <a:lnTo>
                        <a:pt x="1489021" y="802313"/>
                      </a:lnTo>
                      <a:lnTo>
                        <a:pt x="1474641" y="822780"/>
                      </a:lnTo>
                      <a:lnTo>
                        <a:pt x="1462925" y="844057"/>
                      </a:lnTo>
                      <a:lnTo>
                        <a:pt x="1456711" y="867354"/>
                      </a:lnTo>
                      <a:lnTo>
                        <a:pt x="1458840" y="893877"/>
                      </a:lnTo>
                      <a:lnTo>
                        <a:pt x="1472154" y="924836"/>
                      </a:lnTo>
                    </a:path>
                  </a:pathLst>
                </a:custGeom>
                <a:ln w="11808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5009968" y="2484040"/>
                  <a:ext cx="114300" cy="666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666114">
                      <a:moveTo>
                        <a:pt x="0" y="258977"/>
                      </a:moveTo>
                      <a:lnTo>
                        <a:pt x="41985" y="241271"/>
                      </a:lnTo>
                      <a:lnTo>
                        <a:pt x="67296" y="219864"/>
                      </a:lnTo>
                      <a:lnTo>
                        <a:pt x="79137" y="195601"/>
                      </a:lnTo>
                      <a:lnTo>
                        <a:pt x="80715" y="169327"/>
                      </a:lnTo>
                      <a:lnTo>
                        <a:pt x="75233" y="141885"/>
                      </a:lnTo>
                      <a:lnTo>
                        <a:pt x="65898" y="114120"/>
                      </a:lnTo>
                      <a:lnTo>
                        <a:pt x="55915" y="86876"/>
                      </a:lnTo>
                      <a:lnTo>
                        <a:pt x="48489" y="60998"/>
                      </a:lnTo>
                      <a:lnTo>
                        <a:pt x="46825" y="37329"/>
                      </a:lnTo>
                      <a:lnTo>
                        <a:pt x="54130" y="16715"/>
                      </a:lnTo>
                      <a:lnTo>
                        <a:pt x="73607" y="0"/>
                      </a:lnTo>
                    </a:path>
                    <a:path w="114300" h="666114">
                      <a:moveTo>
                        <a:pt x="110411" y="665941"/>
                      </a:moveTo>
                      <a:lnTo>
                        <a:pt x="113728" y="623396"/>
                      </a:lnTo>
                      <a:lnTo>
                        <a:pt x="108056" y="563274"/>
                      </a:lnTo>
                      <a:lnTo>
                        <a:pt x="97044" y="498526"/>
                      </a:lnTo>
                      <a:lnTo>
                        <a:pt x="84344" y="442106"/>
                      </a:lnTo>
                      <a:lnTo>
                        <a:pt x="73607" y="406964"/>
                      </a:lnTo>
                    </a:path>
                  </a:pathLst>
                </a:custGeom>
                <a:ln w="1968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5525222" y="3001995"/>
                  <a:ext cx="1177925" cy="740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925" h="740410">
                      <a:moveTo>
                        <a:pt x="625665" y="0"/>
                      </a:moveTo>
                      <a:lnTo>
                        <a:pt x="1177723" y="517954"/>
                      </a:lnTo>
                    </a:path>
                    <a:path w="1177925" h="740410">
                      <a:moveTo>
                        <a:pt x="1104115" y="739935"/>
                      </a:moveTo>
                      <a:lnTo>
                        <a:pt x="478450" y="110990"/>
                      </a:lnTo>
                    </a:path>
                    <a:path w="1177925" h="740410">
                      <a:moveTo>
                        <a:pt x="331234" y="184983"/>
                      </a:moveTo>
                      <a:lnTo>
                        <a:pt x="846488" y="702938"/>
                      </a:lnTo>
                    </a:path>
                    <a:path w="1177925" h="740410">
                      <a:moveTo>
                        <a:pt x="179112" y="261443"/>
                      </a:moveTo>
                      <a:lnTo>
                        <a:pt x="588861" y="702938"/>
                      </a:lnTo>
                    </a:path>
                    <a:path w="1177925" h="740410">
                      <a:moveTo>
                        <a:pt x="73607" y="351469"/>
                      </a:moveTo>
                      <a:lnTo>
                        <a:pt x="368038" y="702938"/>
                      </a:lnTo>
                    </a:path>
                    <a:path w="1177925" h="740410">
                      <a:moveTo>
                        <a:pt x="0" y="554951"/>
                      </a:moveTo>
                      <a:lnTo>
                        <a:pt x="147215" y="702938"/>
                      </a:lnTo>
                    </a:path>
                  </a:pathLst>
                </a:custGeom>
                <a:ln w="11808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6408514" y="3001995"/>
                  <a:ext cx="294640" cy="259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640" h="259079">
                      <a:moveTo>
                        <a:pt x="0" y="0"/>
                      </a:moveTo>
                      <a:lnTo>
                        <a:pt x="294430" y="258977"/>
                      </a:lnTo>
                    </a:path>
                  </a:pathLst>
                </a:custGeom>
                <a:ln w="19686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7070983" y="2817011"/>
                  <a:ext cx="44323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229">
                      <a:moveTo>
                        <a:pt x="0" y="0"/>
                      </a:moveTo>
                      <a:lnTo>
                        <a:pt x="443118" y="0"/>
                      </a:lnTo>
                    </a:path>
                  </a:pathLst>
                </a:custGeom>
                <a:ln w="11838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7500852" y="2763736"/>
                  <a:ext cx="159385" cy="106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84" h="106680">
                      <a:moveTo>
                        <a:pt x="0" y="0"/>
                      </a:moveTo>
                      <a:lnTo>
                        <a:pt x="0" y="106550"/>
                      </a:lnTo>
                      <a:lnTo>
                        <a:pt x="158992" y="532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9" name="object 29"/>
              <p:cNvSpPr txBox="1"/>
              <p:nvPr/>
            </p:nvSpPr>
            <p:spPr>
              <a:xfrm>
                <a:off x="6213314" y="2089890"/>
                <a:ext cx="1158240" cy="25135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19430">
                  <a:spcBef>
                    <a:spcPts val="100"/>
                  </a:spcBef>
                </a:pPr>
                <a:r>
                  <a:rPr sz="1550" spc="-25" dirty="0">
                    <a:latin typeface="Microsoft Sans Serif"/>
                    <a:cs typeface="Microsoft Sans Serif"/>
                  </a:rPr>
                  <a:t>Die</a:t>
                </a:r>
                <a:endParaRPr sz="1550" dirty="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31" name="object 31"/>
              <p:cNvSpPr txBox="1"/>
              <p:nvPr/>
            </p:nvSpPr>
            <p:spPr>
              <a:xfrm>
                <a:off x="8338070" y="3073151"/>
                <a:ext cx="734695" cy="25135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sz="1550" spc="-10" dirty="0">
                    <a:latin typeface="Microsoft Sans Serif"/>
                    <a:cs typeface="Microsoft Sans Serif"/>
                  </a:rPr>
                  <a:t>Mandrel</a:t>
                </a:r>
                <a:endParaRPr sz="155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8295782" y="2308315"/>
                <a:ext cx="386715" cy="301625"/>
              </a:xfrm>
              <a:custGeom>
                <a:avLst/>
                <a:gdLst/>
                <a:ahLst/>
                <a:cxnLst/>
                <a:rect l="l" t="t" r="r" b="b"/>
                <a:pathLst>
                  <a:path w="386715" h="301625">
                    <a:moveTo>
                      <a:pt x="0" y="277475"/>
                    </a:moveTo>
                    <a:lnTo>
                      <a:pt x="220823" y="166485"/>
                    </a:lnTo>
                    <a:lnTo>
                      <a:pt x="386522" y="0"/>
                    </a:lnTo>
                  </a:path>
                  <a:path w="386715" h="301625">
                    <a:moveTo>
                      <a:pt x="23718" y="205997"/>
                    </a:moveTo>
                    <a:lnTo>
                      <a:pt x="0" y="277475"/>
                    </a:lnTo>
                    <a:lnTo>
                      <a:pt x="71154" y="301285"/>
                    </a:lnTo>
                  </a:path>
                </a:pathLst>
              </a:custGeom>
              <a:ln w="11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9"/>
              <p:cNvSpPr txBox="1"/>
              <p:nvPr/>
            </p:nvSpPr>
            <p:spPr>
              <a:xfrm>
                <a:off x="6746698" y="3853688"/>
                <a:ext cx="3028950" cy="17637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sz="1400" b="1" spc="-20" dirty="0">
                    <a:solidFill>
                      <a:srgbClr val="660066"/>
                    </a:solidFill>
                    <a:latin typeface="Arial"/>
                    <a:cs typeface="Arial"/>
                  </a:rPr>
                  <a:t>Tube </a:t>
                </a:r>
                <a:r>
                  <a:rPr sz="1400" b="1" dirty="0">
                    <a:solidFill>
                      <a:srgbClr val="660066"/>
                    </a:solidFill>
                    <a:latin typeface="Arial"/>
                    <a:cs typeface="Arial"/>
                  </a:rPr>
                  <a:t>drawing</a:t>
                </a:r>
                <a:r>
                  <a:rPr sz="1400" b="1" spc="-60" dirty="0">
                    <a:solidFill>
                      <a:srgbClr val="660066"/>
                    </a:solidFill>
                    <a:latin typeface="Arial"/>
                    <a:cs typeface="Arial"/>
                  </a:rPr>
                  <a:t> </a:t>
                </a:r>
                <a:r>
                  <a:rPr sz="1400" b="1" dirty="0">
                    <a:solidFill>
                      <a:srgbClr val="660066"/>
                    </a:solidFill>
                    <a:latin typeface="Arial"/>
                    <a:cs typeface="Arial"/>
                  </a:rPr>
                  <a:t>with</a:t>
                </a:r>
                <a:r>
                  <a:rPr sz="1400" b="1" spc="-60" dirty="0">
                    <a:solidFill>
                      <a:srgbClr val="660066"/>
                    </a:solidFill>
                    <a:latin typeface="Arial"/>
                    <a:cs typeface="Arial"/>
                  </a:rPr>
                  <a:t> </a:t>
                </a:r>
                <a:r>
                  <a:rPr sz="1400" b="1" dirty="0">
                    <a:solidFill>
                      <a:srgbClr val="660066"/>
                    </a:solidFill>
                    <a:latin typeface="Arial"/>
                    <a:cs typeface="Arial"/>
                  </a:rPr>
                  <a:t>fixed</a:t>
                </a:r>
                <a:r>
                  <a:rPr sz="1400" b="1" spc="-45" dirty="0">
                    <a:solidFill>
                      <a:srgbClr val="660066"/>
                    </a:solidFill>
                    <a:latin typeface="Arial"/>
                    <a:cs typeface="Arial"/>
                  </a:rPr>
                  <a:t> </a:t>
                </a:r>
                <a:r>
                  <a:rPr sz="1400" b="1" spc="-10" dirty="0">
                    <a:solidFill>
                      <a:srgbClr val="660066"/>
                    </a:solidFill>
                    <a:latin typeface="Arial"/>
                    <a:cs typeface="Arial"/>
                  </a:rPr>
                  <a:t>mandrel</a:t>
                </a:r>
                <a:endParaRPr sz="1400" dirty="0">
                  <a:latin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0 Perfect thank you messages (Appreciation sms)">
            <a:extLst>
              <a:ext uri="{FF2B5EF4-FFF2-40B4-BE49-F238E27FC236}">
                <a16:creationId xmlns:a16="http://schemas.microsoft.com/office/drawing/2014/main" id="{0EF917C7-33B0-4584-96EC-D99575EC62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183188" y="1944520"/>
            <a:ext cx="6172200" cy="3381469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FC1B-8562-4575-9EEC-3FE101CA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3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0224EE6-E032-0A4B-A8B2-3B3E72DB79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3331</TotalTime>
  <Words>1008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Microsoft Sans Serif</vt:lpstr>
      <vt:lpstr>Times New Roman</vt:lpstr>
      <vt:lpstr>Office Theme</vt:lpstr>
      <vt:lpstr>1_Office Theme</vt:lpstr>
      <vt:lpstr>The Bulk Forming Processes: Extrusion and Deep Drawing</vt:lpstr>
      <vt:lpstr>PowerPoint Presentation</vt:lpstr>
      <vt:lpstr>PowerPoint Presentation</vt:lpstr>
      <vt:lpstr>Indirect extrusion: solid billet and hollow billet</vt:lpstr>
      <vt:lpstr>Other Extrusion Processes</vt:lpstr>
      <vt:lpstr>PowerPoint Presentation</vt:lpstr>
      <vt:lpstr>PowerPoint Presentation</vt:lpstr>
      <vt:lpstr>Wire, Rod, Bar Drawing</vt:lpstr>
      <vt:lpstr>PowerPoint Presentation</vt:lpstr>
      <vt:lpstr>PowerPoint Presentation</vt:lpstr>
      <vt:lpstr>Tube Drawing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Dhaneshwar Mishra [MU - Jaipur]</cp:lastModifiedBy>
  <cp:revision>44</cp:revision>
  <dcterms:created xsi:type="dcterms:W3CDTF">2020-04-30T11:37:54Z</dcterms:created>
  <dcterms:modified xsi:type="dcterms:W3CDTF">2025-08-30T15:00:10Z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