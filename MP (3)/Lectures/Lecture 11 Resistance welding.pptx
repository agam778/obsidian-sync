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8" r:id="rId1"/>
  </p:sldMasterIdLst>
  <p:notesMasterIdLst>
    <p:notesMasterId r:id="rId17"/>
  </p:notesMasterIdLst>
  <p:sldIdLst>
    <p:sldId id="363" r:id="rId2"/>
    <p:sldId id="367" r:id="rId3"/>
    <p:sldId id="366" r:id="rId4"/>
    <p:sldId id="364" r:id="rId5"/>
    <p:sldId id="365" r:id="rId6"/>
    <p:sldId id="391" r:id="rId7"/>
    <p:sldId id="389" r:id="rId8"/>
    <p:sldId id="390" r:id="rId9"/>
    <p:sldId id="392" r:id="rId10"/>
    <p:sldId id="394" r:id="rId11"/>
    <p:sldId id="393" r:id="rId12"/>
    <p:sldId id="396" r:id="rId13"/>
    <p:sldId id="395" r:id="rId14"/>
    <p:sldId id="348" r:id="rId15"/>
    <p:sldId id="36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9252"/>
    <a:srgbClr val="FF66C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06" autoAdjust="0"/>
    <p:restoredTop sz="88312" autoAdjust="0"/>
  </p:normalViewPr>
  <p:slideViewPr>
    <p:cSldViewPr snapToGrid="0" showGuides="1">
      <p:cViewPr varScale="1">
        <p:scale>
          <a:sx n="53" d="100"/>
          <a:sy n="53" d="100"/>
        </p:scale>
        <p:origin x="1120" y="52"/>
      </p:cViewPr>
      <p:guideLst>
        <p:guide orient="horz" pos="2136"/>
        <p:guide pos="3840"/>
      </p:guideLst>
    </p:cSldViewPr>
  </p:slideViewPr>
  <p:notesTextViewPr>
    <p:cViewPr>
      <p:scale>
        <a:sx n="1" d="1"/>
        <a:sy n="1" d="1"/>
      </p:scale>
      <p:origin x="0" y="0"/>
    </p:cViewPr>
  </p:notesTextViewPr>
  <p:sorterViewPr>
    <p:cViewPr>
      <p:scale>
        <a:sx n="100" d="100"/>
        <a:sy n="100" d="100"/>
      </p:scale>
      <p:origin x="0" y="-2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4D159C-51B0-40A3-8694-41A37F70563A}" type="datetimeFigureOut">
              <a:rPr lang="en-US" smtClean="0"/>
              <a:t>8/10/2025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34F81C-B500-4E97-922A-F612A414F54B}" type="slidenum">
              <a:rPr lang="en-US" smtClean="0"/>
              <a:t>‹#›</a:t>
            </a:fld>
            <a:endParaRPr lang="en-US"/>
          </a:p>
        </p:txBody>
      </p:sp>
    </p:spTree>
    <p:extLst>
      <p:ext uri="{BB962C8B-B14F-4D97-AF65-F5344CB8AC3E}">
        <p14:creationId xmlns:p14="http://schemas.microsoft.com/office/powerpoint/2010/main" val="1504011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4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endParaRPr lang="en-IN" dirty="0"/>
          </a:p>
        </p:txBody>
      </p:sp>
      <p:sp>
        <p:nvSpPr>
          <p:cNvPr id="4" name="Date Placeholder 3"/>
          <p:cNvSpPr>
            <a:spLocks noGrp="1"/>
          </p:cNvSpPr>
          <p:nvPr>
            <p:ph type="dt" sz="half" idx="10"/>
          </p:nvPr>
        </p:nvSpPr>
        <p:spPr>
          <a:xfrm>
            <a:off x="838200" y="6485337"/>
            <a:ext cx="2743200" cy="365125"/>
          </a:xfrm>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a:xfrm>
            <a:off x="4038600" y="6485337"/>
            <a:ext cx="4114800" cy="365125"/>
          </a:xfrm>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a:xfrm>
            <a:off x="8610600" y="6485337"/>
            <a:ext cx="2743200" cy="365125"/>
          </a:xfrm>
        </p:spPr>
        <p:txBody>
          <a:bodyPr/>
          <a:lstStyle/>
          <a:p>
            <a:fld id="{790D40CC-89F5-074E-A99F-1FA92DFF8C6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391557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6139" y="36884"/>
            <a:ext cx="10515600" cy="1325563"/>
          </a:xfrm>
        </p:spPr>
        <p:txBody>
          <a:bodyPr>
            <a:normAutofit/>
          </a:bodyPr>
          <a:lstStyle>
            <a:lvl1pPr>
              <a:defRPr sz="2800">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endParaRPr lang="en-IN" dirty="0"/>
          </a:p>
        </p:txBody>
      </p:sp>
      <p:sp>
        <p:nvSpPr>
          <p:cNvPr id="3" name="Content Placeholder 2"/>
          <p:cNvSpPr>
            <a:spLocks noGrp="1"/>
          </p:cNvSpPr>
          <p:nvPr>
            <p:ph idx="1"/>
          </p:nvPr>
        </p:nvSpPr>
        <p:spPr>
          <a:xfrm>
            <a:off x="756139" y="1391874"/>
            <a:ext cx="10515600" cy="4351338"/>
          </a:xfrm>
        </p:spPr>
        <p:txBody>
          <a:bodyPr/>
          <a:lstStyle>
            <a:lvl1pPr>
              <a:defRPr sz="2400">
                <a:latin typeface="Verdana" panose="020B0604030504040204" pitchFamily="34" charset="0"/>
                <a:ea typeface="Verdana" panose="020B0604030504040204" pitchFamily="34" charset="0"/>
                <a:cs typeface="Verdana" panose="020B0604030504040204" pitchFamily="34" charset="0"/>
              </a:defRPr>
            </a:lvl1pPr>
            <a:lvl2pPr marL="685783" indent="-228594">
              <a:buSzPct val="80000"/>
              <a:buFont typeface="Wingdings" pitchFamily="2" charset="2"/>
              <a:buChar char="§"/>
              <a:defRPr sz="2000">
                <a:latin typeface="Verdana" panose="020B0604030504040204" pitchFamily="34" charset="0"/>
                <a:ea typeface="Verdana" panose="020B0604030504040204" pitchFamily="34" charset="0"/>
                <a:cs typeface="Verdana" panose="020B0604030504040204" pitchFamily="34" charset="0"/>
              </a:defRPr>
            </a:lvl2pPr>
            <a:lvl3pPr marL="1142971" indent="-228594">
              <a:buSzPct val="70000"/>
              <a:buFont typeface="Courier New" panose="02070309020205020404" pitchFamily="49" charset="0"/>
              <a:buChar char="o"/>
              <a:defRPr sz="1800">
                <a:latin typeface="Verdana" panose="020B0604030504040204" pitchFamily="34" charset="0"/>
                <a:ea typeface="Verdana" panose="020B0604030504040204" pitchFamily="34" charset="0"/>
                <a:cs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defRPr>
            </a:lvl4pPr>
            <a:lvl5pPr marL="2057349" indent="-228594">
              <a:buSzPct val="60000"/>
              <a:buFont typeface="Wingdings" pitchFamily="2" charset="2"/>
              <a:buChar char="§"/>
              <a:defRPr sz="160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Shape 354">
            <a:extLst>
              <a:ext uri="{FF2B5EF4-FFF2-40B4-BE49-F238E27FC236}">
                <a16:creationId xmlns:a16="http://schemas.microsoft.com/office/drawing/2014/main" id="{6E1A2C32-3B4B-1241-8B0E-0DC4FD15B916}"/>
              </a:ext>
            </a:extLst>
          </p:cNvPr>
          <p:cNvSpPr>
            <a:spLocks noChangeArrowheads="1"/>
          </p:cNvSpPr>
          <p:nvPr userDrawn="1"/>
        </p:nvSpPr>
        <p:spPr bwMode="auto">
          <a:xfrm>
            <a:off x="0" y="1058504"/>
            <a:ext cx="9840384" cy="46037"/>
          </a:xfrm>
          <a:prstGeom prst="rect">
            <a:avLst/>
          </a:prstGeom>
          <a:solidFill>
            <a:srgbClr val="E46C0A"/>
          </a:solidFill>
          <a:ln w="9525">
            <a:solidFill>
              <a:srgbClr val="FF6600"/>
            </a:solidFill>
            <a:round/>
            <a:headEnd/>
            <a:tailEnd/>
          </a:ln>
          <a:effectLst>
            <a:outerShdw blurRad="38100" dist="23000" dir="5400000" rotWithShape="0">
              <a:srgbClr val="808080">
                <a:alpha val="34999"/>
              </a:srgbClr>
            </a:outerShdw>
          </a:effectLst>
        </p:spPr>
        <p:txBody>
          <a:bodyPr lIns="0" tIns="0" rIns="0" bIns="0" anchor="ctr"/>
          <a:lstStyle>
            <a:lvl1pPr>
              <a:defRPr sz="1200">
                <a:solidFill>
                  <a:schemeClr val="tx1"/>
                </a:solidFill>
                <a:latin typeface="Helvetica" charset="0"/>
                <a:ea typeface="MS PGothic" pitchFamily="34" charset="-128"/>
                <a:sym typeface="Helvetica" charset="0"/>
              </a:defRPr>
            </a:lvl1pPr>
            <a:lvl2pPr>
              <a:defRPr sz="1200">
                <a:solidFill>
                  <a:schemeClr val="tx1"/>
                </a:solidFill>
                <a:latin typeface="Helvetica" charset="0"/>
                <a:ea typeface="MS PGothic" pitchFamily="34" charset="-128"/>
                <a:sym typeface="Helvetica" charset="0"/>
              </a:defRPr>
            </a:lvl2pPr>
            <a:lvl3pPr>
              <a:defRPr sz="1200">
                <a:solidFill>
                  <a:schemeClr val="tx1"/>
                </a:solidFill>
                <a:latin typeface="Helvetica" charset="0"/>
                <a:ea typeface="MS PGothic" pitchFamily="34" charset="-128"/>
                <a:sym typeface="Helvetica" charset="0"/>
              </a:defRPr>
            </a:lvl3pPr>
            <a:lvl4pPr>
              <a:defRPr sz="1200">
                <a:solidFill>
                  <a:schemeClr val="tx1"/>
                </a:solidFill>
                <a:latin typeface="Helvetica" charset="0"/>
                <a:ea typeface="MS PGothic" pitchFamily="34" charset="-128"/>
                <a:sym typeface="Helvetica" charset="0"/>
              </a:defRPr>
            </a:lvl4pPr>
            <a:lvl5pPr>
              <a:defRPr sz="1200">
                <a:solidFill>
                  <a:schemeClr val="tx1"/>
                </a:solidFill>
                <a:latin typeface="Helvetica" charset="0"/>
                <a:ea typeface="MS PGothic" pitchFamily="34" charset="-128"/>
                <a:sym typeface="Helvetica" charset="0"/>
              </a:defRPr>
            </a:lvl5pPr>
            <a:lvl6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6pPr>
            <a:lvl7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7pPr>
            <a:lvl8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8pPr>
            <a:lvl9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9pPr>
          </a:lstStyle>
          <a:p>
            <a:pPr algn="ctr" fontAlgn="base">
              <a:spcBef>
                <a:spcPct val="0"/>
              </a:spcBef>
              <a:spcAft>
                <a:spcPct val="0"/>
              </a:spcAft>
            </a:pPr>
            <a:endParaRPr lang="en-US" altLang="en-US" sz="1800" dirty="0">
              <a:solidFill>
                <a:srgbClr val="FFFFFF"/>
              </a:solidFill>
              <a:latin typeface="Trebuchet MS" pitchFamily="34" charset="0"/>
              <a:ea typeface="Calibri" pitchFamily="34" charset="0"/>
              <a:cs typeface="Trebuchet MS" pitchFamily="34" charset="0"/>
              <a:sym typeface="Calibri" pitchFamily="34" charset="0"/>
            </a:endParaRPr>
          </a:p>
        </p:txBody>
      </p:sp>
      <p:pic>
        <p:nvPicPr>
          <p:cNvPr id="8" name="Picture 7">
            <a:extLst>
              <a:ext uri="{FF2B5EF4-FFF2-40B4-BE49-F238E27FC236}">
                <a16:creationId xmlns:a16="http://schemas.microsoft.com/office/drawing/2014/main" id="{406ADC65-CA76-7742-A967-9DA419BE78F4}"/>
              </a:ext>
            </a:extLst>
          </p:cNvPr>
          <p:cNvPicPr>
            <a:picLocks noChangeAspect="1"/>
          </p:cNvPicPr>
          <p:nvPr userDrawn="1"/>
        </p:nvPicPr>
        <p:blipFill>
          <a:blip r:embed="rId2"/>
          <a:stretch>
            <a:fillRect/>
          </a:stretch>
        </p:blipFill>
        <p:spPr>
          <a:xfrm>
            <a:off x="11140521" y="2721"/>
            <a:ext cx="1051481" cy="1101818"/>
          </a:xfrm>
          <a:prstGeom prst="rect">
            <a:avLst/>
          </a:prstGeom>
        </p:spPr>
      </p:pic>
      <p:sp>
        <p:nvSpPr>
          <p:cNvPr id="4" name="Date Placeholder 3">
            <a:extLst>
              <a:ext uri="{FF2B5EF4-FFF2-40B4-BE49-F238E27FC236}">
                <a16:creationId xmlns:a16="http://schemas.microsoft.com/office/drawing/2014/main" id="{89872737-9D6D-8F41-A7B3-4325B7FD1CBB}"/>
              </a:ext>
            </a:extLst>
          </p:cNvPr>
          <p:cNvSpPr>
            <a:spLocks noGrp="1"/>
          </p:cNvSpPr>
          <p:nvPr>
            <p:ph type="dt" sz="half" idx="10"/>
          </p:nvPr>
        </p:nvSpPr>
        <p:spPr>
          <a:xfrm>
            <a:off x="756139" y="6485337"/>
            <a:ext cx="2743200" cy="365125"/>
          </a:xfrm>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a:extLst>
              <a:ext uri="{FF2B5EF4-FFF2-40B4-BE49-F238E27FC236}">
                <a16:creationId xmlns:a16="http://schemas.microsoft.com/office/drawing/2014/main" id="{0B97172E-E9C4-934E-9BB9-BE12C7546B04}"/>
              </a:ext>
            </a:extLst>
          </p:cNvPr>
          <p:cNvSpPr>
            <a:spLocks noGrp="1"/>
          </p:cNvSpPr>
          <p:nvPr>
            <p:ph type="ftr" sz="quarter" idx="11"/>
          </p:nvPr>
        </p:nvSpPr>
        <p:spPr>
          <a:xfrm>
            <a:off x="4038600" y="6485337"/>
            <a:ext cx="4114800" cy="365125"/>
          </a:xfrm>
        </p:spPr>
        <p:txBody>
          <a:bodyPr/>
          <a:lstStyle/>
          <a:p>
            <a:r>
              <a:rPr lang="en-IN" dirty="0">
                <a:solidFill>
                  <a:prstClr val="black">
                    <a:tint val="75000"/>
                  </a:prstClr>
                </a:solidFill>
              </a:rPr>
              <a:t>Manipal University Jaipur</a:t>
            </a:r>
          </a:p>
        </p:txBody>
      </p:sp>
      <p:sp>
        <p:nvSpPr>
          <p:cNvPr id="6" name="Slide Number Placeholder 5">
            <a:extLst>
              <a:ext uri="{FF2B5EF4-FFF2-40B4-BE49-F238E27FC236}">
                <a16:creationId xmlns:a16="http://schemas.microsoft.com/office/drawing/2014/main" id="{505D8589-C750-3344-A735-35BA55FD8E63}"/>
              </a:ext>
            </a:extLst>
          </p:cNvPr>
          <p:cNvSpPr>
            <a:spLocks noGrp="1"/>
          </p:cNvSpPr>
          <p:nvPr>
            <p:ph type="sldNum" sz="quarter" idx="12"/>
          </p:nvPr>
        </p:nvSpPr>
        <p:spPr>
          <a:xfrm>
            <a:off x="8610600" y="6485337"/>
            <a:ext cx="2743200" cy="365125"/>
          </a:xfrm>
        </p:spPr>
        <p:txBody>
          <a:bodyPr/>
          <a:lstStyle>
            <a:lvl1pPr>
              <a:defRPr/>
            </a:lvl1pPr>
          </a:lstStyle>
          <a:p>
            <a:fld id="{B0224EE6-E032-0A4B-A8B2-3B3E72DB7979}"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4193904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49" y="1709740"/>
            <a:ext cx="10515600" cy="2852737"/>
          </a:xfrm>
        </p:spPr>
        <p:txBody>
          <a:bodyPr anchor="b">
            <a:normAutofit/>
          </a:bodyPr>
          <a:lstStyle>
            <a:lvl1pPr>
              <a:defRPr sz="4000"/>
            </a:lvl1pPr>
          </a:lstStyle>
          <a:p>
            <a:r>
              <a:rPr lang="en-US"/>
              <a:t>Click to edit Master title style</a:t>
            </a:r>
            <a:endParaRPr lang="en-IN"/>
          </a:p>
        </p:txBody>
      </p:sp>
      <p:sp>
        <p:nvSpPr>
          <p:cNvPr id="3" name="Text Placeholder 2"/>
          <p:cNvSpPr>
            <a:spLocks noGrp="1"/>
          </p:cNvSpPr>
          <p:nvPr>
            <p:ph type="body" idx="1"/>
          </p:nvPr>
        </p:nvSpPr>
        <p:spPr>
          <a:xfrm>
            <a:off x="831849" y="4589497"/>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63181617-AE52-40EF-9E8F-5C7C49F4989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4046445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415320"/>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half" idx="2"/>
          </p:nvPr>
        </p:nvSpPr>
        <p:spPr>
          <a:xfrm>
            <a:off x="6172200" y="1415320"/>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lvl1pPr>
              <a:defRPr/>
            </a:lvl1pPr>
          </a:lstStyle>
          <a:p>
            <a:fld id="{57322C6F-883B-EE4D-9D9D-117DC5B9C57A}"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924108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25161"/>
            <a:ext cx="10515600" cy="1325563"/>
          </a:xfrm>
        </p:spPr>
        <p:txBody>
          <a:bodyPr/>
          <a:lstStyle/>
          <a:p>
            <a:r>
              <a:rPr lang="en-US" dirty="0"/>
              <a:t>Click to edit Master title style</a:t>
            </a:r>
            <a:endParaRPr lang="en-IN" dirty="0"/>
          </a:p>
        </p:txBody>
      </p:sp>
      <p:sp>
        <p:nvSpPr>
          <p:cNvPr id="3" name="Text Placeholder 2"/>
          <p:cNvSpPr>
            <a:spLocks noGrp="1"/>
          </p:cNvSpPr>
          <p:nvPr>
            <p:ph type="body" idx="1"/>
          </p:nvPr>
        </p:nvSpPr>
        <p:spPr>
          <a:xfrm>
            <a:off x="839789" y="1376365"/>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20027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3" y="1376365"/>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3" y="220027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8" name="Footer Placeholder 7"/>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9" name="Slide Number Placeholder 8"/>
          <p:cNvSpPr>
            <a:spLocks noGrp="1"/>
          </p:cNvSpPr>
          <p:nvPr>
            <p:ph type="sldNum" sz="quarter" idx="12"/>
          </p:nvPr>
        </p:nvSpPr>
        <p:spPr/>
        <p:txBody>
          <a:bodyPr/>
          <a:lstStyle/>
          <a:p>
            <a:fld id="{43DB6E5F-7FEB-0648-9FAC-2572B4429CC6}"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670870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4" name="Footer Placeholder 3"/>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5" name="Slide Number Placeholder 4"/>
          <p:cNvSpPr>
            <a:spLocks noGrp="1"/>
          </p:cNvSpPr>
          <p:nvPr>
            <p:ph type="sldNum" sz="quarter" idx="12"/>
          </p:nvPr>
        </p:nvSpPr>
        <p:spPr/>
        <p:txBody>
          <a:bodyPr/>
          <a:lstStyle/>
          <a:p>
            <a:fld id="{2B1515BA-1963-5548-A509-B31D6408C04D}"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606062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3" name="Footer Placeholder 2"/>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4" name="Slide Number Placeholder 3"/>
          <p:cNvSpPr>
            <a:spLocks noGrp="1"/>
          </p:cNvSpPr>
          <p:nvPr>
            <p:ph type="sldNum" sz="quarter" idx="12"/>
          </p:nvPr>
        </p:nvSpPr>
        <p:spPr/>
        <p:txBody>
          <a:bodyPr/>
          <a:lstStyle/>
          <a:p>
            <a:fld id="{DCF0632E-D997-4741-9C11-CB4FCA70517A}"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735791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56491"/>
            <a:ext cx="3932237" cy="1600200"/>
          </a:xfrm>
        </p:spPr>
        <p:txBody>
          <a:bodyPr anchor="b">
            <a:normAutofit/>
          </a:bodyPr>
          <a:lstStyle>
            <a:lvl1pPr>
              <a:defRPr sz="2800"/>
            </a:lvl1pPr>
          </a:lstStyle>
          <a:p>
            <a:r>
              <a:rPr lang="en-US"/>
              <a:t>Click to edit Master title style</a:t>
            </a:r>
            <a:endParaRPr lang="en-IN"/>
          </a:p>
        </p:txBody>
      </p:sp>
      <p:sp>
        <p:nvSpPr>
          <p:cNvPr id="3" name="Content Placeholder 2"/>
          <p:cNvSpPr>
            <a:spLocks noGrp="1"/>
          </p:cNvSpPr>
          <p:nvPr>
            <p:ph idx="1"/>
          </p:nvPr>
        </p:nvSpPr>
        <p:spPr>
          <a:xfrm>
            <a:off x="5183188" y="1198442"/>
            <a:ext cx="617220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half" idx="2"/>
          </p:nvPr>
        </p:nvSpPr>
        <p:spPr>
          <a:xfrm>
            <a:off x="839788" y="2268414"/>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p>
            <a:fld id="{BF852CCF-9C18-EE4F-AF97-937D2292C2BD}"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860694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21322"/>
            <a:ext cx="3932237" cy="1600200"/>
          </a:xfrm>
        </p:spPr>
        <p:txBody>
          <a:bodyPr anchor="b">
            <a:normAutofit/>
          </a:bodyPr>
          <a:lstStyle>
            <a:lvl1pPr>
              <a:defRPr sz="2800"/>
            </a:lvl1pPr>
          </a:lstStyle>
          <a:p>
            <a:r>
              <a:rPr lang="en-US"/>
              <a:t>Click to edit Master title style</a:t>
            </a:r>
            <a:endParaRPr lang="en-IN"/>
          </a:p>
        </p:txBody>
      </p:sp>
      <p:sp>
        <p:nvSpPr>
          <p:cNvPr id="3" name="Picture Placeholder 2"/>
          <p:cNvSpPr>
            <a:spLocks noGrp="1"/>
          </p:cNvSpPr>
          <p:nvPr>
            <p:ph type="pic" idx="1"/>
          </p:nvPr>
        </p:nvSpPr>
        <p:spPr>
          <a:xfrm>
            <a:off x="5183188" y="1174996"/>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IN" dirty="0"/>
          </a:p>
        </p:txBody>
      </p:sp>
      <p:sp>
        <p:nvSpPr>
          <p:cNvPr id="4" name="Text Placeholder 3"/>
          <p:cNvSpPr>
            <a:spLocks noGrp="1"/>
          </p:cNvSpPr>
          <p:nvPr>
            <p:ph type="body" sz="half" idx="2"/>
          </p:nvPr>
        </p:nvSpPr>
        <p:spPr>
          <a:xfrm>
            <a:off x="839788" y="2221522"/>
            <a:ext cx="3932237" cy="3811588"/>
          </a:xfrm>
        </p:spPr>
        <p:txBody>
          <a:bodyPr>
            <a:normAutofit/>
          </a:bodyPr>
          <a:lstStyle>
            <a:lvl1pPr marL="0" indent="0">
              <a:buNone/>
              <a:defRPr sz="14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p>
            <a:fld id="{A9765D97-2825-F947-8A31-20AC4E20E391}"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280773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63181617-AE52-40EF-9E8F-5C7C49F4989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671273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3"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E7CE808B-2600-D144-9BD3-F98DDA596C4E}"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3848957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Default - Title and Content">
    <p:spTree>
      <p:nvGrpSpPr>
        <p:cNvPr id="1" name=""/>
        <p:cNvGrpSpPr/>
        <p:nvPr/>
      </p:nvGrpSpPr>
      <p:grpSpPr>
        <a:xfrm>
          <a:off x="0" y="0"/>
          <a:ext cx="0" cy="0"/>
          <a:chOff x="0" y="0"/>
          <a:chExt cx="0" cy="0"/>
        </a:xfrm>
      </p:grpSpPr>
      <p:sp>
        <p:nvSpPr>
          <p:cNvPr id="9" name="Shape 9"/>
          <p:cNvSpPr>
            <a:spLocks noGrp="1"/>
          </p:cNvSpPr>
          <p:nvPr>
            <p:ph type="title" hasCustomPrompt="1"/>
          </p:nvPr>
        </p:nvSpPr>
        <p:spPr>
          <a:xfrm>
            <a:off x="277158" y="0"/>
            <a:ext cx="11099439" cy="1555576"/>
          </a:xfrm>
          <a:prstGeom prst="rect">
            <a:avLst/>
          </a:prstGeom>
        </p:spPr>
        <p:txBody>
          <a:bodyPr anchor="ctr"/>
          <a:lstStyle>
            <a:lvl1pPr algn="l" defTabSz="457189">
              <a:defRPr sz="2400" b="1">
                <a:solidFill>
                  <a:schemeClr val="tx1"/>
                </a:solidFill>
                <a:uFill>
                  <a:solidFill>
                    <a:srgbClr val="3B7542"/>
                  </a:solidFill>
                </a:uFill>
              </a:defRPr>
            </a:lvl1pPr>
          </a:lstStyle>
          <a:p>
            <a:pPr lvl="0"/>
            <a:r>
              <a:t>Title Text</a:t>
            </a:r>
          </a:p>
        </p:txBody>
      </p:sp>
      <p:sp>
        <p:nvSpPr>
          <p:cNvPr id="6" name="Slide Number Placeholder 5"/>
          <p:cNvSpPr>
            <a:spLocks noGrp="1"/>
          </p:cNvSpPr>
          <p:nvPr>
            <p:ph type="sldNum" sz="quarter" idx="4"/>
          </p:nvPr>
        </p:nvSpPr>
        <p:spPr>
          <a:xfrm>
            <a:off x="8763000" y="6508784"/>
            <a:ext cx="2743200" cy="365125"/>
          </a:xfrm>
          <a:prstGeom prst="rect">
            <a:avLst/>
          </a:prstGeom>
        </p:spPr>
        <p:txBody>
          <a:bodyPr/>
          <a:lstStyle>
            <a:lvl1pPr>
              <a:defRPr lang="en-IN" smtClean="0"/>
            </a:lvl1pPr>
          </a:lstStyle>
          <a:p>
            <a:fld id="{63181617-AE52-40EF-9E8F-5C7C49F4989C}" type="slidenum">
              <a:rPr>
                <a:solidFill>
                  <a:prstClr val="black">
                    <a:tint val="75000"/>
                  </a:prstClr>
                </a:solidFill>
              </a:rPr>
              <a:pPr/>
              <a:t>‹#›</a:t>
            </a:fld>
            <a:endParaRPr dirty="0">
              <a:solidFill>
                <a:prstClr val="black">
                  <a:tint val="75000"/>
                </a:prstClr>
              </a:solidFill>
            </a:endParaRPr>
          </a:p>
        </p:txBody>
      </p:sp>
    </p:spTree>
    <p:extLst>
      <p:ext uri="{BB962C8B-B14F-4D97-AF65-F5344CB8AC3E}">
        <p14:creationId xmlns:p14="http://schemas.microsoft.com/office/powerpoint/2010/main" val="130295442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5338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838200" y="1378946"/>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485337"/>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3"/>
          </p:nvPr>
        </p:nvSpPr>
        <p:spPr>
          <a:xfrm>
            <a:off x="4038600" y="6485337"/>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solidFill>
                  <a:prstClr val="black">
                    <a:tint val="75000"/>
                  </a:prstClr>
                </a:solidFill>
              </a:rPr>
              <a:t>Manipal University Jaipur</a:t>
            </a:r>
          </a:p>
        </p:txBody>
      </p:sp>
      <p:sp>
        <p:nvSpPr>
          <p:cNvPr id="6" name="Slide Number Placeholder 5"/>
          <p:cNvSpPr>
            <a:spLocks noGrp="1"/>
          </p:cNvSpPr>
          <p:nvPr>
            <p:ph type="sldNum" sz="quarter" idx="4"/>
          </p:nvPr>
        </p:nvSpPr>
        <p:spPr>
          <a:xfrm>
            <a:off x="8610600" y="648533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C72C30-510C-0841-ADD2-D25B2E586470}" type="slidenum">
              <a:rPr lang="en-IN" smtClean="0">
                <a:solidFill>
                  <a:prstClr val="black">
                    <a:tint val="75000"/>
                  </a:prstClr>
                </a:solidFill>
              </a:rPr>
              <a:pPr/>
              <a:t>‹#›</a:t>
            </a:fld>
            <a:endParaRPr lang="en-IN" dirty="0">
              <a:solidFill>
                <a:prstClr val="black">
                  <a:tint val="75000"/>
                </a:prstClr>
              </a:solidFill>
            </a:endParaRPr>
          </a:p>
        </p:txBody>
      </p:sp>
      <p:sp>
        <p:nvSpPr>
          <p:cNvPr id="7" name="Shape 354">
            <a:extLst>
              <a:ext uri="{FF2B5EF4-FFF2-40B4-BE49-F238E27FC236}">
                <a16:creationId xmlns:a16="http://schemas.microsoft.com/office/drawing/2014/main" id="{75073F86-4F3F-714F-AE37-E67FC08E3BE8}"/>
              </a:ext>
            </a:extLst>
          </p:cNvPr>
          <p:cNvSpPr>
            <a:spLocks noChangeArrowheads="1"/>
          </p:cNvSpPr>
          <p:nvPr userDrawn="1"/>
        </p:nvSpPr>
        <p:spPr bwMode="auto">
          <a:xfrm>
            <a:off x="0" y="1058504"/>
            <a:ext cx="9840384" cy="46037"/>
          </a:xfrm>
          <a:prstGeom prst="rect">
            <a:avLst/>
          </a:prstGeom>
          <a:solidFill>
            <a:srgbClr val="E46C0A"/>
          </a:solidFill>
          <a:ln w="9525">
            <a:solidFill>
              <a:srgbClr val="FF6600"/>
            </a:solidFill>
            <a:round/>
            <a:headEnd/>
            <a:tailEnd/>
          </a:ln>
          <a:effectLst>
            <a:outerShdw blurRad="38100" dist="23000" dir="5400000" rotWithShape="0">
              <a:srgbClr val="808080">
                <a:alpha val="34999"/>
              </a:srgbClr>
            </a:outerShdw>
          </a:effectLst>
        </p:spPr>
        <p:txBody>
          <a:bodyPr lIns="0" tIns="0" rIns="0" bIns="0" anchor="ctr"/>
          <a:lstStyle>
            <a:lvl1pPr>
              <a:defRPr sz="1200">
                <a:solidFill>
                  <a:schemeClr val="tx1"/>
                </a:solidFill>
                <a:latin typeface="Helvetica" charset="0"/>
                <a:ea typeface="MS PGothic" pitchFamily="34" charset="-128"/>
                <a:sym typeface="Helvetica" charset="0"/>
              </a:defRPr>
            </a:lvl1pPr>
            <a:lvl2pPr>
              <a:defRPr sz="1200">
                <a:solidFill>
                  <a:schemeClr val="tx1"/>
                </a:solidFill>
                <a:latin typeface="Helvetica" charset="0"/>
                <a:ea typeface="MS PGothic" pitchFamily="34" charset="-128"/>
                <a:sym typeface="Helvetica" charset="0"/>
              </a:defRPr>
            </a:lvl2pPr>
            <a:lvl3pPr>
              <a:defRPr sz="1200">
                <a:solidFill>
                  <a:schemeClr val="tx1"/>
                </a:solidFill>
                <a:latin typeface="Helvetica" charset="0"/>
                <a:ea typeface="MS PGothic" pitchFamily="34" charset="-128"/>
                <a:sym typeface="Helvetica" charset="0"/>
              </a:defRPr>
            </a:lvl3pPr>
            <a:lvl4pPr>
              <a:defRPr sz="1200">
                <a:solidFill>
                  <a:schemeClr val="tx1"/>
                </a:solidFill>
                <a:latin typeface="Helvetica" charset="0"/>
                <a:ea typeface="MS PGothic" pitchFamily="34" charset="-128"/>
                <a:sym typeface="Helvetica" charset="0"/>
              </a:defRPr>
            </a:lvl4pPr>
            <a:lvl5pPr>
              <a:defRPr sz="1200">
                <a:solidFill>
                  <a:schemeClr val="tx1"/>
                </a:solidFill>
                <a:latin typeface="Helvetica" charset="0"/>
                <a:ea typeface="MS PGothic" pitchFamily="34" charset="-128"/>
                <a:sym typeface="Helvetica" charset="0"/>
              </a:defRPr>
            </a:lvl5pPr>
            <a:lvl6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6pPr>
            <a:lvl7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7pPr>
            <a:lvl8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8pPr>
            <a:lvl9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9pPr>
          </a:lstStyle>
          <a:p>
            <a:pPr algn="ctr" fontAlgn="base">
              <a:spcBef>
                <a:spcPct val="0"/>
              </a:spcBef>
              <a:spcAft>
                <a:spcPct val="0"/>
              </a:spcAft>
            </a:pPr>
            <a:endParaRPr lang="en-US" altLang="en-US" sz="1800" dirty="0">
              <a:solidFill>
                <a:srgbClr val="FFFFFF"/>
              </a:solidFill>
              <a:latin typeface="Trebuchet MS" pitchFamily="34" charset="0"/>
              <a:ea typeface="Calibri" pitchFamily="34" charset="0"/>
              <a:cs typeface="Trebuchet MS" pitchFamily="34" charset="0"/>
              <a:sym typeface="Calibri" pitchFamily="34" charset="0"/>
            </a:endParaRPr>
          </a:p>
        </p:txBody>
      </p:sp>
      <p:pic>
        <p:nvPicPr>
          <p:cNvPr id="8" name="Picture 7">
            <a:extLst>
              <a:ext uri="{FF2B5EF4-FFF2-40B4-BE49-F238E27FC236}">
                <a16:creationId xmlns:a16="http://schemas.microsoft.com/office/drawing/2014/main" id="{79FF0070-8C18-FB40-A7E0-7B6340E110C4}"/>
              </a:ext>
            </a:extLst>
          </p:cNvPr>
          <p:cNvPicPr>
            <a:picLocks noChangeAspect="1"/>
          </p:cNvPicPr>
          <p:nvPr userDrawn="1"/>
        </p:nvPicPr>
        <p:blipFill>
          <a:blip r:embed="rId14"/>
          <a:stretch>
            <a:fillRect/>
          </a:stretch>
        </p:blipFill>
        <p:spPr>
          <a:xfrm>
            <a:off x="11140521" y="2721"/>
            <a:ext cx="1051481" cy="1101818"/>
          </a:xfrm>
          <a:prstGeom prst="rect">
            <a:avLst/>
          </a:prstGeom>
        </p:spPr>
      </p:pic>
    </p:spTree>
    <p:extLst>
      <p:ext uri="{BB962C8B-B14F-4D97-AF65-F5344CB8AC3E}">
        <p14:creationId xmlns:p14="http://schemas.microsoft.com/office/powerpoint/2010/main" val="1722445568"/>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hf hdr="0" ftr="0" dt="0"/>
  <p:txStyles>
    <p:title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mewelding.com/resistance-welding-equipment/"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ACE499A-E92C-4C67-A6C8-3D5FD0951DB6}"/>
              </a:ext>
            </a:extLst>
          </p:cNvPr>
          <p:cNvSpPr>
            <a:spLocks noGrp="1"/>
          </p:cNvSpPr>
          <p:nvPr>
            <p:ph idx="1"/>
          </p:nvPr>
        </p:nvSpPr>
        <p:spPr>
          <a:xfrm>
            <a:off x="4976031" y="963877"/>
            <a:ext cx="6377769" cy="4930246"/>
          </a:xfrm>
        </p:spPr>
        <p:txBody>
          <a:bodyPr anchor="ctr">
            <a:normAutofit/>
          </a:bodyPr>
          <a:lstStyle/>
          <a:p>
            <a:pPr marL="0" indent="0">
              <a:buNone/>
            </a:pPr>
            <a:r>
              <a:rPr lang="en-IN" sz="4400" dirty="0">
                <a:solidFill>
                  <a:schemeClr val="accent1">
                    <a:lumMod val="50000"/>
                  </a:schemeClr>
                </a:solidFill>
                <a:latin typeface="Times New Roman" panose="02020603050405020304" pitchFamily="18" charset="0"/>
                <a:cs typeface="Times New Roman" panose="02020603050405020304" pitchFamily="18" charset="0"/>
              </a:rPr>
              <a:t>Resistance Welding</a:t>
            </a:r>
          </a:p>
        </p:txBody>
      </p:sp>
      <p:sp>
        <p:nvSpPr>
          <p:cNvPr id="4" name="Slide Number Placeholder 3">
            <a:extLst>
              <a:ext uri="{FF2B5EF4-FFF2-40B4-BE49-F238E27FC236}">
                <a16:creationId xmlns:a16="http://schemas.microsoft.com/office/drawing/2014/main" id="{DC4B9D61-3A7F-46B9-A456-C27D28D1B910}"/>
              </a:ext>
            </a:extLst>
          </p:cNvPr>
          <p:cNvSpPr>
            <a:spLocks noGrp="1"/>
          </p:cNvSpPr>
          <p:nvPr>
            <p:ph type="sldNum" sz="quarter" idx="12"/>
          </p:nvPr>
        </p:nvSpPr>
        <p:spPr>
          <a:xfrm>
            <a:off x="10571516" y="6033479"/>
            <a:ext cx="782283" cy="365125"/>
          </a:xfrm>
        </p:spPr>
        <p:txBody>
          <a:bodyPr>
            <a:normAutofit/>
          </a:bodyPr>
          <a:lstStyle/>
          <a:p>
            <a:pPr>
              <a:spcAft>
                <a:spcPts val="600"/>
              </a:spcAft>
            </a:pPr>
            <a:fld id="{B0224EE6-E032-0A4B-A8B2-3B3E72DB7979}" type="slidenum">
              <a:rPr lang="en-IN" sz="1050">
                <a:solidFill>
                  <a:schemeClr val="tx1">
                    <a:alpha val="80000"/>
                  </a:schemeClr>
                </a:solidFill>
              </a:rPr>
              <a:pPr>
                <a:spcAft>
                  <a:spcPts val="600"/>
                </a:spcAft>
              </a:pPr>
              <a:t>1</a:t>
            </a:fld>
            <a:endParaRPr lang="en-IN" sz="1050">
              <a:solidFill>
                <a:schemeClr val="tx1">
                  <a:alpha val="80000"/>
                </a:schemeClr>
              </a:solidFill>
            </a:endParaRPr>
          </a:p>
        </p:txBody>
      </p:sp>
      <p:sp>
        <p:nvSpPr>
          <p:cNvPr id="2" name="Content Placeholder 2">
            <a:extLst>
              <a:ext uri="{FF2B5EF4-FFF2-40B4-BE49-F238E27FC236}">
                <a16:creationId xmlns:a16="http://schemas.microsoft.com/office/drawing/2014/main" id="{06B264E4-6211-3EF9-19DA-B3D2B50934A4}"/>
              </a:ext>
            </a:extLst>
          </p:cNvPr>
          <p:cNvSpPr txBox="1">
            <a:spLocks/>
          </p:cNvSpPr>
          <p:nvPr/>
        </p:nvSpPr>
        <p:spPr>
          <a:xfrm>
            <a:off x="1028703" y="2165685"/>
            <a:ext cx="3303858" cy="2586789"/>
          </a:xfrm>
          <a:prstGeom prst="rect">
            <a:avLst/>
          </a:prstGeom>
        </p:spPr>
        <p:txBody>
          <a:bodyPr vert="horz" lIns="91440" tIns="45720" rIns="91440" bIns="45720" rtlCol="0" anchor="ctr">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SzPct val="80000"/>
              <a:buFont typeface="Wingdings" pitchFamily="2" charset="2"/>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SzPct val="70000"/>
              <a:buFont typeface="Courier New" panose="02070309020205020404" pitchFamily="49" charset="0"/>
              <a:buChar char="o"/>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SzPct val="60000"/>
              <a:buFont typeface="Wingdings" pitchFamily="2" charset="2"/>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5400" dirty="0">
                <a:solidFill>
                  <a:schemeClr val="accent2">
                    <a:lumMod val="75000"/>
                  </a:schemeClr>
                </a:solidFill>
                <a:latin typeface="Times New Roman" panose="02020603050405020304" pitchFamily="18" charset="0"/>
                <a:cs typeface="Times New Roman" panose="02020603050405020304" pitchFamily="18" charset="0"/>
              </a:rPr>
              <a:t>L</a:t>
            </a:r>
            <a:r>
              <a:rPr lang="en-IN" sz="5400" dirty="0" err="1">
                <a:solidFill>
                  <a:schemeClr val="accent2">
                    <a:lumMod val="75000"/>
                  </a:schemeClr>
                </a:solidFill>
                <a:latin typeface="Times New Roman" panose="02020603050405020304" pitchFamily="18" charset="0"/>
                <a:cs typeface="Times New Roman" panose="02020603050405020304" pitchFamily="18" charset="0"/>
              </a:rPr>
              <a:t>ecture</a:t>
            </a:r>
            <a:r>
              <a:rPr lang="en-IN" sz="5400" dirty="0">
                <a:solidFill>
                  <a:schemeClr val="accent2">
                    <a:lumMod val="75000"/>
                  </a:schemeClr>
                </a:solidFill>
                <a:latin typeface="Times New Roman" panose="02020603050405020304" pitchFamily="18" charset="0"/>
                <a:cs typeface="Times New Roman" panose="02020603050405020304" pitchFamily="18" charset="0"/>
              </a:rPr>
              <a:t> 11</a:t>
            </a:r>
          </a:p>
        </p:txBody>
      </p:sp>
    </p:spTree>
    <p:extLst>
      <p:ext uri="{BB962C8B-B14F-4D97-AF65-F5344CB8AC3E}">
        <p14:creationId xmlns:p14="http://schemas.microsoft.com/office/powerpoint/2010/main" val="3563437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EF3200-12D9-4D3D-9D4A-2BEE72D64FCD}"/>
              </a:ext>
            </a:extLst>
          </p:cNvPr>
          <p:cNvSpPr>
            <a:spLocks noGrp="1"/>
          </p:cNvSpPr>
          <p:nvPr>
            <p:ph idx="1"/>
          </p:nvPr>
        </p:nvSpPr>
        <p:spPr>
          <a:xfrm>
            <a:off x="756139" y="1187116"/>
            <a:ext cx="10515600" cy="4556096"/>
          </a:xfrm>
        </p:spPr>
        <p:txBody>
          <a:bodyPr>
            <a:normAutofit/>
          </a:bodyPr>
          <a:lstStyle/>
          <a:p>
            <a:pPr marL="0" indent="0">
              <a:buNone/>
            </a:pPr>
            <a:r>
              <a:rPr lang="en-IN" sz="2800" b="1" dirty="0">
                <a:latin typeface="Times New Roman" panose="02020603050405020304" pitchFamily="18" charset="0"/>
                <a:cs typeface="Times New Roman" panose="02020603050405020304" pitchFamily="18" charset="0"/>
              </a:rPr>
              <a:t>Working principle of resistance welding:</a:t>
            </a:r>
          </a:p>
          <a:p>
            <a:pPr algn="just"/>
            <a:r>
              <a:rPr lang="en-IN" sz="2800" dirty="0">
                <a:latin typeface="Times New Roman" panose="02020603050405020304" pitchFamily="18" charset="0"/>
                <a:cs typeface="Times New Roman" panose="02020603050405020304" pitchFamily="18" charset="0"/>
              </a:rPr>
              <a:t>The heat is generated of because of electric resistance. Heat is generated when current flows through resistance. The generated heat will depend on material’s resistance, applied current, conditions of a surface, and applied time period of current. Variants of resistance welding such as spot, seam, protection, flash butt and upset butt work this same principle.</a:t>
            </a:r>
          </a:p>
          <a:p>
            <a:pPr algn="just"/>
            <a:r>
              <a:rPr lang="en-IN" sz="2800" dirty="0">
                <a:latin typeface="Times New Roman" panose="02020603050405020304" pitchFamily="18" charset="0"/>
                <a:cs typeface="Times New Roman" panose="02020603050405020304" pitchFamily="18" charset="0"/>
              </a:rPr>
              <a:t>Pressure is also applied.</a:t>
            </a:r>
          </a:p>
        </p:txBody>
      </p:sp>
      <p:sp>
        <p:nvSpPr>
          <p:cNvPr id="4" name="Slide Number Placeholder 3">
            <a:extLst>
              <a:ext uri="{FF2B5EF4-FFF2-40B4-BE49-F238E27FC236}">
                <a16:creationId xmlns:a16="http://schemas.microsoft.com/office/drawing/2014/main" id="{E8EAC7AC-1ECF-4340-93C4-CFCE30C2845A}"/>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2</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7173D048-4302-4555-B484-675A4414749E}"/>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Principle of Resistance Welding</a:t>
            </a:r>
          </a:p>
        </p:txBody>
      </p:sp>
    </p:spTree>
    <p:extLst>
      <p:ext uri="{BB962C8B-B14F-4D97-AF65-F5344CB8AC3E}">
        <p14:creationId xmlns:p14="http://schemas.microsoft.com/office/powerpoint/2010/main" val="3633734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4D219C8-D4FF-436E-A0E3-BB521F36871D}"/>
              </a:ext>
            </a:extLst>
          </p:cNvPr>
          <p:cNvPicPr>
            <a:picLocks noGrp="1" noChangeAspect="1"/>
          </p:cNvPicPr>
          <p:nvPr>
            <p:ph idx="1"/>
          </p:nvPr>
        </p:nvPicPr>
        <p:blipFill rotWithShape="1">
          <a:blip r:embed="rId2"/>
          <a:srcRect l="20390" t="17406" r="24889" b="16602"/>
          <a:stretch/>
        </p:blipFill>
        <p:spPr>
          <a:xfrm>
            <a:off x="1923619" y="1122947"/>
            <a:ext cx="7547500" cy="5117432"/>
          </a:xfrm>
          <a:prstGeom prst="rect">
            <a:avLst/>
          </a:prstGeom>
        </p:spPr>
      </p:pic>
      <p:sp>
        <p:nvSpPr>
          <p:cNvPr id="4" name="Slide Number Placeholder 3">
            <a:extLst>
              <a:ext uri="{FF2B5EF4-FFF2-40B4-BE49-F238E27FC236}">
                <a16:creationId xmlns:a16="http://schemas.microsoft.com/office/drawing/2014/main" id="{ABCB1884-C4CE-43E8-974D-104A6B4EFD7E}"/>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3</a:t>
            </a:fld>
            <a:endParaRPr lang="en-IN" dirty="0">
              <a:solidFill>
                <a:prstClr val="black">
                  <a:tint val="75000"/>
                </a:prstClr>
              </a:solidFill>
            </a:endParaRPr>
          </a:p>
        </p:txBody>
      </p:sp>
      <p:sp>
        <p:nvSpPr>
          <p:cNvPr id="6" name="Title 1">
            <a:extLst>
              <a:ext uri="{FF2B5EF4-FFF2-40B4-BE49-F238E27FC236}">
                <a16:creationId xmlns:a16="http://schemas.microsoft.com/office/drawing/2014/main" id="{0FD1B681-DE92-43FE-BD31-8C4B75F24782}"/>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Principle of Resistance Welding</a:t>
            </a:r>
          </a:p>
        </p:txBody>
      </p:sp>
    </p:spTree>
    <p:extLst>
      <p:ext uri="{BB962C8B-B14F-4D97-AF65-F5344CB8AC3E}">
        <p14:creationId xmlns:p14="http://schemas.microsoft.com/office/powerpoint/2010/main" val="3078711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1F34C0-2430-48AD-8B13-DE204921DB28}"/>
              </a:ext>
            </a:extLst>
          </p:cNvPr>
          <p:cNvSpPr>
            <a:spLocks noGrp="1"/>
          </p:cNvSpPr>
          <p:nvPr>
            <p:ph idx="1"/>
          </p:nvPr>
        </p:nvSpPr>
        <p:spPr>
          <a:xfrm>
            <a:off x="756139" y="1187116"/>
            <a:ext cx="10515600" cy="4556096"/>
          </a:xfrm>
        </p:spPr>
        <p:txBody>
          <a:bodyPr>
            <a:normAutofit/>
          </a:bodyPr>
          <a:lstStyle/>
          <a:p>
            <a:pPr marL="0" indent="0" algn="just">
              <a:buNone/>
            </a:pPr>
            <a:r>
              <a:rPr lang="en-IN" sz="2800" dirty="0">
                <a:latin typeface="Times New Roman" panose="02020603050405020304" pitchFamily="18" charset="0"/>
                <a:cs typeface="Times New Roman" panose="02020603050405020304" pitchFamily="18" charset="0"/>
              </a:rPr>
              <a:t>Principal elements of resistance welding:</a:t>
            </a:r>
          </a:p>
          <a:p>
            <a:pPr algn="just"/>
            <a:r>
              <a:rPr lang="en-IN" sz="2800" dirty="0">
                <a:latin typeface="Times New Roman" panose="02020603050405020304" pitchFamily="18" charset="0"/>
                <a:cs typeface="Times New Roman" panose="02020603050405020304" pitchFamily="18" charset="0"/>
              </a:rPr>
              <a:t>Welding transformer, electrical circuits connected with electrodes and current regulator.</a:t>
            </a:r>
          </a:p>
          <a:p>
            <a:pPr algn="just"/>
            <a:r>
              <a:rPr lang="en-IN" sz="2800" dirty="0">
                <a:latin typeface="Times New Roman" panose="02020603050405020304" pitchFamily="18" charset="0"/>
                <a:cs typeface="Times New Roman" panose="02020603050405020304" pitchFamily="18" charset="0"/>
              </a:rPr>
              <a:t>A mechanical system consisting of a machine structure and mechanisms to hold the electrode and apply the welding pressure.</a:t>
            </a:r>
          </a:p>
          <a:p>
            <a:pPr algn="just"/>
            <a:r>
              <a:rPr lang="en-IN" sz="2800" dirty="0">
                <a:latin typeface="Times New Roman" panose="02020603050405020304" pitchFamily="18" charset="0"/>
                <a:cs typeface="Times New Roman" panose="02020603050405020304" pitchFamily="18" charset="0"/>
              </a:rPr>
              <a:t>The control equipment to control the current magnitude and time.</a:t>
            </a:r>
          </a:p>
          <a:p>
            <a:endParaRPr lang="en-IN" dirty="0"/>
          </a:p>
        </p:txBody>
      </p:sp>
      <p:sp>
        <p:nvSpPr>
          <p:cNvPr id="4" name="Slide Number Placeholder 3">
            <a:extLst>
              <a:ext uri="{FF2B5EF4-FFF2-40B4-BE49-F238E27FC236}">
                <a16:creationId xmlns:a16="http://schemas.microsoft.com/office/drawing/2014/main" id="{653230B3-F5F0-4513-BD17-CAA851E92817}"/>
              </a:ext>
            </a:extLst>
          </p:cNvPr>
          <p:cNvSpPr>
            <a:spLocks noGrp="1"/>
          </p:cNvSpPr>
          <p:nvPr>
            <p:ph type="sldNum" sz="quarter" idx="12"/>
          </p:nvPr>
        </p:nvSpPr>
        <p:spPr>
          <a:xfrm>
            <a:off x="8610600" y="6485337"/>
            <a:ext cx="2743200" cy="365125"/>
          </a:xfrm>
        </p:spPr>
        <p:txBody>
          <a:bodyPr/>
          <a:lstStyle/>
          <a:p>
            <a:fld id="{B0224EE6-E032-0A4B-A8B2-3B3E72DB7979}" type="slidenum">
              <a:rPr lang="en-IN" smtClean="0">
                <a:solidFill>
                  <a:prstClr val="black">
                    <a:tint val="75000"/>
                  </a:prstClr>
                </a:solidFill>
              </a:rPr>
              <a:pPr/>
              <a:t>4</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81D6686B-4B3B-4E67-B5F6-85AB30410FE9}"/>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Resistance Welding Equipment</a:t>
            </a:r>
          </a:p>
        </p:txBody>
      </p:sp>
    </p:spTree>
    <p:extLst>
      <p:ext uri="{BB962C8B-B14F-4D97-AF65-F5344CB8AC3E}">
        <p14:creationId xmlns:p14="http://schemas.microsoft.com/office/powerpoint/2010/main" val="327019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23ED8A5-1E82-4532-80E0-44DE67C5E5F4}"/>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5</a:t>
            </a:fld>
            <a:endParaRPr lang="en-IN" dirty="0">
              <a:solidFill>
                <a:prstClr val="black">
                  <a:tint val="75000"/>
                </a:prstClr>
              </a:solidFill>
            </a:endParaRPr>
          </a:p>
        </p:txBody>
      </p:sp>
      <p:pic>
        <p:nvPicPr>
          <p:cNvPr id="7" name="Content Placeholder 6">
            <a:extLst>
              <a:ext uri="{FF2B5EF4-FFF2-40B4-BE49-F238E27FC236}">
                <a16:creationId xmlns:a16="http://schemas.microsoft.com/office/drawing/2014/main" id="{13255FA5-3DCA-4FC6-B32C-BE37A4EEA38B}"/>
              </a:ext>
            </a:extLst>
          </p:cNvPr>
          <p:cNvPicPr>
            <a:picLocks noGrp="1" noChangeAspect="1"/>
          </p:cNvPicPr>
          <p:nvPr>
            <p:ph idx="1"/>
          </p:nvPr>
        </p:nvPicPr>
        <p:blipFill rotWithShape="1">
          <a:blip r:embed="rId2"/>
          <a:srcRect b="6575"/>
          <a:stretch/>
        </p:blipFill>
        <p:spPr>
          <a:xfrm>
            <a:off x="4239153" y="1287927"/>
            <a:ext cx="7956884" cy="5085462"/>
          </a:xfrm>
          <a:prstGeom prst="rect">
            <a:avLst/>
          </a:prstGeom>
        </p:spPr>
      </p:pic>
      <p:sp>
        <p:nvSpPr>
          <p:cNvPr id="8" name="Title 1">
            <a:extLst>
              <a:ext uri="{FF2B5EF4-FFF2-40B4-BE49-F238E27FC236}">
                <a16:creationId xmlns:a16="http://schemas.microsoft.com/office/drawing/2014/main" id="{81B2E89B-5508-4ADC-B5E8-5550B3801AD2}"/>
              </a:ext>
            </a:extLst>
          </p:cNvPr>
          <p:cNvSpPr>
            <a:spLocks noGrp="1"/>
          </p:cNvSpPr>
          <p:nvPr>
            <p:ph type="title"/>
          </p:nvPr>
        </p:nvSpPr>
        <p:spPr>
          <a:xfrm>
            <a:off x="2763254" y="6397453"/>
            <a:ext cx="6189925" cy="412171"/>
          </a:xfrm>
        </p:spPr>
        <p:txBody>
          <a:bodyPr>
            <a:normAutofit fontScale="90000"/>
          </a:bodyPr>
          <a:lstStyle/>
          <a:p>
            <a:r>
              <a:rPr lang="en-IN" sz="2400" b="0" dirty="0">
                <a:latin typeface="Times New Roman" panose="02020603050405020304" pitchFamily="18" charset="0"/>
                <a:cs typeface="Times New Roman" panose="02020603050405020304" pitchFamily="18" charset="0"/>
              </a:rPr>
              <a:t>Resistance welding equipment  Ex. spot welding [2]</a:t>
            </a:r>
          </a:p>
        </p:txBody>
      </p:sp>
      <p:sp>
        <p:nvSpPr>
          <p:cNvPr id="9" name="Title 1">
            <a:extLst>
              <a:ext uri="{FF2B5EF4-FFF2-40B4-BE49-F238E27FC236}">
                <a16:creationId xmlns:a16="http://schemas.microsoft.com/office/drawing/2014/main" id="{AC2AC1E9-BBEF-4F99-84A7-270364418F5B}"/>
              </a:ext>
            </a:extLst>
          </p:cNvPr>
          <p:cNvSpPr txBox="1">
            <a:spLocks/>
          </p:cNvSpPr>
          <p:nvPr/>
        </p:nvSpPr>
        <p:spPr>
          <a:xfrm>
            <a:off x="756139" y="158584"/>
            <a:ext cx="8303640"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Resistance Welding Equipment (Spot Welding)</a:t>
            </a:r>
          </a:p>
        </p:txBody>
      </p:sp>
      <p:pic>
        <p:nvPicPr>
          <p:cNvPr id="2" name="Picture 1">
            <a:extLst>
              <a:ext uri="{FF2B5EF4-FFF2-40B4-BE49-F238E27FC236}">
                <a16:creationId xmlns:a16="http://schemas.microsoft.com/office/drawing/2014/main" id="{EC79836D-627C-4C79-8313-E5840339B8FB}"/>
              </a:ext>
            </a:extLst>
          </p:cNvPr>
          <p:cNvPicPr>
            <a:picLocks noChangeAspect="1"/>
          </p:cNvPicPr>
          <p:nvPr/>
        </p:nvPicPr>
        <p:blipFill>
          <a:blip r:embed="rId3"/>
          <a:stretch>
            <a:fillRect/>
          </a:stretch>
        </p:blipFill>
        <p:spPr>
          <a:xfrm>
            <a:off x="373226" y="1504473"/>
            <a:ext cx="2706859" cy="1682642"/>
          </a:xfrm>
          <a:prstGeom prst="rect">
            <a:avLst/>
          </a:prstGeom>
        </p:spPr>
      </p:pic>
      <p:pic>
        <p:nvPicPr>
          <p:cNvPr id="3" name="Picture 2">
            <a:extLst>
              <a:ext uri="{FF2B5EF4-FFF2-40B4-BE49-F238E27FC236}">
                <a16:creationId xmlns:a16="http://schemas.microsoft.com/office/drawing/2014/main" id="{6FD561F1-09E1-6A62-8ED3-EF15AB2621F8}"/>
              </a:ext>
            </a:extLst>
          </p:cNvPr>
          <p:cNvPicPr>
            <a:picLocks/>
          </p:cNvPicPr>
          <p:nvPr/>
        </p:nvPicPr>
        <p:blipFill>
          <a:blip r:embed="rId4" cstate="print"/>
          <a:srcRect/>
          <a:stretch>
            <a:fillRect/>
          </a:stretch>
        </p:blipFill>
        <p:spPr>
          <a:xfrm>
            <a:off x="64180" y="3752269"/>
            <a:ext cx="4243131" cy="2378575"/>
          </a:xfrm>
          <a:prstGeom prst="rect">
            <a:avLst/>
          </a:prstGeom>
          <a:noFill/>
          <a:ln>
            <a:noFill/>
          </a:ln>
        </p:spPr>
      </p:pic>
    </p:spTree>
    <p:extLst>
      <p:ext uri="{BB962C8B-B14F-4D97-AF65-F5344CB8AC3E}">
        <p14:creationId xmlns:p14="http://schemas.microsoft.com/office/powerpoint/2010/main" val="3662704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9765F2B-AB11-FD6B-DC29-E950CE91FF3A}"/>
              </a:ext>
            </a:extLst>
          </p:cNvPr>
          <p:cNvPicPr>
            <a:picLocks noGrp="1" noChangeAspect="1"/>
          </p:cNvPicPr>
          <p:nvPr>
            <p:ph idx="1"/>
          </p:nvPr>
        </p:nvPicPr>
        <p:blipFill>
          <a:blip r:embed="rId2"/>
          <a:stretch>
            <a:fillRect/>
          </a:stretch>
        </p:blipFill>
        <p:spPr>
          <a:xfrm>
            <a:off x="1226596" y="1263316"/>
            <a:ext cx="9455595" cy="5416615"/>
          </a:xfrm>
          <a:prstGeom prst="rect">
            <a:avLst/>
          </a:prstGeom>
        </p:spPr>
      </p:pic>
      <p:sp>
        <p:nvSpPr>
          <p:cNvPr id="4" name="Slide Number Placeholder 3">
            <a:extLst>
              <a:ext uri="{FF2B5EF4-FFF2-40B4-BE49-F238E27FC236}">
                <a16:creationId xmlns:a16="http://schemas.microsoft.com/office/drawing/2014/main" id="{B27834B6-2AF1-A19B-2A30-F46485F03AB5}"/>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6</a:t>
            </a:fld>
            <a:endParaRPr lang="en-IN" dirty="0">
              <a:solidFill>
                <a:prstClr val="black">
                  <a:tint val="75000"/>
                </a:prstClr>
              </a:solidFill>
            </a:endParaRPr>
          </a:p>
        </p:txBody>
      </p:sp>
      <p:sp>
        <p:nvSpPr>
          <p:cNvPr id="10" name="Title 1">
            <a:extLst>
              <a:ext uri="{FF2B5EF4-FFF2-40B4-BE49-F238E27FC236}">
                <a16:creationId xmlns:a16="http://schemas.microsoft.com/office/drawing/2014/main" id="{352BD995-879F-2919-56D8-8052C5990F44}"/>
              </a:ext>
            </a:extLst>
          </p:cNvPr>
          <p:cNvSpPr txBox="1">
            <a:spLocks/>
          </p:cNvSpPr>
          <p:nvPr/>
        </p:nvSpPr>
        <p:spPr>
          <a:xfrm>
            <a:off x="756139" y="158584"/>
            <a:ext cx="8303640"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Spot Welding Process</a:t>
            </a:r>
          </a:p>
        </p:txBody>
      </p:sp>
    </p:spTree>
    <p:extLst>
      <p:ext uri="{BB962C8B-B14F-4D97-AF65-F5344CB8AC3E}">
        <p14:creationId xmlns:p14="http://schemas.microsoft.com/office/powerpoint/2010/main" val="1261718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p:cNvPicPr>
          <p:nvPr/>
        </p:nvPicPr>
        <p:blipFill>
          <a:blip r:embed="rId2" cstate="print"/>
          <a:srcRect/>
          <a:stretch>
            <a:fillRect/>
          </a:stretch>
        </p:blipFill>
        <p:spPr>
          <a:xfrm>
            <a:off x="7852623" y="3962400"/>
            <a:ext cx="4343400" cy="2895600"/>
          </a:xfrm>
          <a:prstGeom prst="rect">
            <a:avLst/>
          </a:prstGeom>
          <a:noFill/>
          <a:ln>
            <a:noFill/>
          </a:ln>
        </p:spPr>
      </p:pic>
      <p:sp>
        <p:nvSpPr>
          <p:cNvPr id="3" name="Content Placeholder 2"/>
          <p:cNvSpPr>
            <a:spLocks noGrp="1"/>
          </p:cNvSpPr>
          <p:nvPr>
            <p:ph idx="1"/>
          </p:nvPr>
        </p:nvSpPr>
        <p:spPr>
          <a:xfrm>
            <a:off x="525379" y="1259305"/>
            <a:ext cx="7583905" cy="3926306"/>
          </a:xfrm>
        </p:spPr>
        <p:txBody>
          <a:bodyPr>
            <a:noAutofit/>
          </a:bodyPr>
          <a:lstStyle/>
          <a:p>
            <a:r>
              <a:rPr lang="en-US" sz="2800" dirty="0">
                <a:latin typeface="Times New Roman" panose="02020603050405020304" pitchFamily="18" charset="0"/>
                <a:cs typeface="Times New Roman" panose="02020603050405020304" pitchFamily="18" charset="0"/>
              </a:rPr>
              <a:t>In this process disk type electrodes are used.</a:t>
            </a:r>
          </a:p>
          <a:p>
            <a:r>
              <a:rPr lang="en-US" sz="2800" dirty="0">
                <a:latin typeface="Times New Roman" panose="02020603050405020304" pitchFamily="18" charset="0"/>
                <a:cs typeface="Times New Roman" panose="02020603050405020304" pitchFamily="18" charset="0"/>
              </a:rPr>
              <a:t>Produce continuous type of welding between two sheets.</a:t>
            </a:r>
          </a:p>
          <a:p>
            <a:r>
              <a:rPr lang="en-US" sz="2800" dirty="0">
                <a:latin typeface="Times New Roman" panose="02020603050405020304" pitchFamily="18" charset="0"/>
                <a:cs typeface="Times New Roman" panose="02020603050405020304" pitchFamily="18" charset="0"/>
              </a:rPr>
              <a:t>Disk are made up of cupper and current is applied through it </a:t>
            </a:r>
          </a:p>
          <a:p>
            <a:r>
              <a:rPr lang="en-US" sz="2800" dirty="0">
                <a:latin typeface="Times New Roman" panose="02020603050405020304" pitchFamily="18" charset="0"/>
                <a:cs typeface="Times New Roman" panose="02020603050405020304" pitchFamily="18" charset="0"/>
              </a:rPr>
              <a:t>Current is applied in pulse form in  time intervals</a:t>
            </a:r>
          </a:p>
          <a:p>
            <a:r>
              <a:rPr lang="en-US" sz="2800" dirty="0">
                <a:latin typeface="Times New Roman" panose="02020603050405020304" pitchFamily="18" charset="0"/>
                <a:cs typeface="Times New Roman" panose="02020603050405020304" pitchFamily="18" charset="0"/>
              </a:rPr>
              <a:t>Disks are rotate continuously so that metal sheets moves forward.</a:t>
            </a:r>
          </a:p>
          <a:p>
            <a:r>
              <a:rPr lang="en-US" sz="2800" dirty="0">
                <a:latin typeface="Times New Roman" panose="02020603050405020304" pitchFamily="18" charset="0"/>
                <a:cs typeface="Times New Roman" panose="02020603050405020304" pitchFamily="18" charset="0"/>
              </a:rPr>
              <a:t>To manufacture seam welded pipes</a:t>
            </a:r>
          </a:p>
        </p:txBody>
      </p:sp>
      <p:sp>
        <p:nvSpPr>
          <p:cNvPr id="7" name="Title 1">
            <a:extLst>
              <a:ext uri="{FF2B5EF4-FFF2-40B4-BE49-F238E27FC236}">
                <a16:creationId xmlns:a16="http://schemas.microsoft.com/office/drawing/2014/main" id="{C1A7564E-E488-2CE0-5741-9164FF48F059}"/>
              </a:ext>
            </a:extLst>
          </p:cNvPr>
          <p:cNvSpPr txBox="1">
            <a:spLocks/>
          </p:cNvSpPr>
          <p:nvPr/>
        </p:nvSpPr>
        <p:spPr>
          <a:xfrm>
            <a:off x="756139" y="158584"/>
            <a:ext cx="8303640"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Seam Welding Process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7063" y="1115144"/>
            <a:ext cx="11335600" cy="4351338"/>
          </a:xfrm>
        </p:spPr>
        <p:txBody>
          <a:bodyPr>
            <a:noAutofit/>
          </a:bodyPr>
          <a:lstStyle/>
          <a:p>
            <a:pPr algn="just"/>
            <a:r>
              <a:rPr lang="en-US" sz="2800" dirty="0">
                <a:latin typeface="Times New Roman" panose="02020603050405020304" pitchFamily="18" charset="0"/>
                <a:cs typeface="Times New Roman" panose="02020603050405020304" pitchFamily="18" charset="0"/>
              </a:rPr>
              <a:t>It is modification of spot welding. Where one of the sheet is provided with projections and other is plane. These projections are in circular form.</a:t>
            </a:r>
          </a:p>
          <a:p>
            <a:pPr algn="just"/>
            <a:r>
              <a:rPr lang="en-US" sz="2800" dirty="0">
                <a:latin typeface="Times New Roman" panose="02020603050405020304" pitchFamily="18" charset="0"/>
                <a:cs typeface="Times New Roman" panose="02020603050405020304" pitchFamily="18" charset="0"/>
              </a:rPr>
              <a:t>There diameter is equal to thickness of plate.</a:t>
            </a:r>
          </a:p>
          <a:p>
            <a:pPr algn="just"/>
            <a:r>
              <a:rPr lang="en-US" sz="2800" dirty="0">
                <a:latin typeface="Times New Roman" panose="02020603050405020304" pitchFamily="18" charset="0"/>
                <a:cs typeface="Times New Roman" panose="02020603050405020304" pitchFamily="18" charset="0"/>
              </a:rPr>
              <a:t>During this process sheets to welded  are kept between electrodes which made of cupper.</a:t>
            </a:r>
          </a:p>
          <a:p>
            <a:pPr algn="just"/>
            <a:r>
              <a:rPr lang="en-US" sz="2800" dirty="0">
                <a:latin typeface="Times New Roman" panose="02020603050405020304" pitchFamily="18" charset="0"/>
                <a:cs typeface="Times New Roman" panose="02020603050405020304" pitchFamily="18" charset="0"/>
              </a:rPr>
              <a:t>Current and pressure is get concentrated at projection areas during process.</a:t>
            </a:r>
          </a:p>
          <a:p>
            <a:pPr algn="just"/>
            <a:r>
              <a:rPr lang="en-US" sz="2800" dirty="0">
                <a:latin typeface="Times New Roman" panose="02020603050405020304" pitchFamily="18" charset="0"/>
                <a:cs typeface="Times New Roman" panose="02020603050405020304" pitchFamily="18" charset="0"/>
              </a:rPr>
              <a:t>Pressure is applied by upper </a:t>
            </a:r>
          </a:p>
          <a:p>
            <a:pPr algn="just">
              <a:buNone/>
            </a:pPr>
            <a:r>
              <a:rPr lang="en-US" sz="2800" dirty="0">
                <a:latin typeface="Times New Roman" panose="02020603050405020304" pitchFamily="18" charset="0"/>
                <a:cs typeface="Times New Roman" panose="02020603050405020304" pitchFamily="18" charset="0"/>
              </a:rPr>
              <a:t>	movable electrode  and lower </a:t>
            </a:r>
          </a:p>
          <a:p>
            <a:pPr algn="just">
              <a:buNone/>
            </a:pPr>
            <a:r>
              <a:rPr lang="en-US" sz="2800" dirty="0">
                <a:latin typeface="Times New Roman" panose="02020603050405020304" pitchFamily="18" charset="0"/>
                <a:cs typeface="Times New Roman" panose="02020603050405020304" pitchFamily="18" charset="0"/>
              </a:rPr>
              <a:t>	is fixed .</a:t>
            </a:r>
          </a:p>
          <a:p>
            <a:pPr algn="just"/>
            <a:r>
              <a:rPr lang="en-US" sz="2800" dirty="0">
                <a:latin typeface="Times New Roman" panose="02020603050405020304" pitchFamily="18" charset="0"/>
                <a:cs typeface="Times New Roman" panose="02020603050405020304" pitchFamily="18" charset="0"/>
              </a:rPr>
              <a:t>By passing current these</a:t>
            </a:r>
          </a:p>
          <a:p>
            <a:pPr algn="just">
              <a:buNone/>
            </a:pPr>
            <a:r>
              <a:rPr lang="en-US" sz="2800" dirty="0">
                <a:latin typeface="Times New Roman" panose="02020603050405020304" pitchFamily="18" charset="0"/>
                <a:cs typeface="Times New Roman" panose="02020603050405020304" pitchFamily="18" charset="0"/>
              </a:rPr>
              <a:t>	projections get melted and </a:t>
            </a:r>
          </a:p>
          <a:p>
            <a:pPr algn="just">
              <a:buNone/>
            </a:pPr>
            <a:r>
              <a:rPr lang="en-US" sz="2800" dirty="0">
                <a:latin typeface="Times New Roman" panose="02020603050405020304" pitchFamily="18" charset="0"/>
                <a:cs typeface="Times New Roman" panose="02020603050405020304" pitchFamily="18" charset="0"/>
              </a:rPr>
              <a:t>	welding is done.</a:t>
            </a:r>
          </a:p>
        </p:txBody>
      </p:sp>
      <p:pic>
        <p:nvPicPr>
          <p:cNvPr id="5" name="Picture 4"/>
          <p:cNvPicPr>
            <a:picLocks/>
          </p:cNvPicPr>
          <p:nvPr/>
        </p:nvPicPr>
        <p:blipFill>
          <a:blip r:embed="rId2" cstate="print"/>
          <a:srcRect/>
          <a:stretch>
            <a:fillRect/>
          </a:stretch>
        </p:blipFill>
        <p:spPr>
          <a:xfrm>
            <a:off x="5702968" y="3922295"/>
            <a:ext cx="5149516" cy="2935705"/>
          </a:xfrm>
          <a:prstGeom prst="rect">
            <a:avLst/>
          </a:prstGeom>
          <a:noFill/>
          <a:ln>
            <a:noFill/>
          </a:ln>
        </p:spPr>
      </p:pic>
      <p:sp>
        <p:nvSpPr>
          <p:cNvPr id="8" name="Title 1">
            <a:extLst>
              <a:ext uri="{FF2B5EF4-FFF2-40B4-BE49-F238E27FC236}">
                <a16:creationId xmlns:a16="http://schemas.microsoft.com/office/drawing/2014/main" id="{663C1041-8674-7622-0AAA-7997A0CFEC7F}"/>
              </a:ext>
            </a:extLst>
          </p:cNvPr>
          <p:cNvSpPr txBox="1">
            <a:spLocks/>
          </p:cNvSpPr>
          <p:nvPr/>
        </p:nvSpPr>
        <p:spPr>
          <a:xfrm>
            <a:off x="756139" y="158584"/>
            <a:ext cx="8303640"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Projection Welding Process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283A24B-EF50-F2B7-7B5B-CEC5C1D52B91}"/>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9</a:t>
            </a:fld>
            <a:endParaRPr lang="en-IN" dirty="0">
              <a:solidFill>
                <a:prstClr val="black">
                  <a:tint val="75000"/>
                </a:prstClr>
              </a:solidFill>
            </a:endParaRPr>
          </a:p>
        </p:txBody>
      </p:sp>
      <p:pic>
        <p:nvPicPr>
          <p:cNvPr id="5" name="Content Placeholder 4">
            <a:extLst>
              <a:ext uri="{FF2B5EF4-FFF2-40B4-BE49-F238E27FC236}">
                <a16:creationId xmlns:a16="http://schemas.microsoft.com/office/drawing/2014/main" id="{26A6DAFC-66D1-1390-BC38-7C0BBAC61047}"/>
              </a:ext>
            </a:extLst>
          </p:cNvPr>
          <p:cNvPicPr>
            <a:picLocks noGrp="1" noChangeAspect="1"/>
          </p:cNvPicPr>
          <p:nvPr>
            <p:ph idx="1"/>
          </p:nvPr>
        </p:nvPicPr>
        <p:blipFill rotWithShape="1">
          <a:blip r:embed="rId2"/>
          <a:srcRect l="36444" t="21271" r="12673" b="49371"/>
          <a:stretch>
            <a:fillRect/>
          </a:stretch>
        </p:blipFill>
        <p:spPr bwMode="auto">
          <a:xfrm>
            <a:off x="1360708" y="2057878"/>
            <a:ext cx="9305483" cy="3020057"/>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A7791E2C-329A-7FDF-0CC1-E8DBEFF8814F}"/>
              </a:ext>
            </a:extLst>
          </p:cNvPr>
          <p:cNvSpPr txBox="1">
            <a:spLocks/>
          </p:cNvSpPr>
          <p:nvPr/>
        </p:nvSpPr>
        <p:spPr>
          <a:xfrm>
            <a:off x="756139" y="158584"/>
            <a:ext cx="8303640"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Flash Butt Welding Process</a:t>
            </a:r>
          </a:p>
        </p:txBody>
      </p:sp>
    </p:spTree>
    <p:extLst>
      <p:ext uri="{BB962C8B-B14F-4D97-AF65-F5344CB8AC3E}">
        <p14:creationId xmlns:p14="http://schemas.microsoft.com/office/powerpoint/2010/main" val="2261789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2947D7-8D14-1953-B9BE-9321160FF85D}"/>
              </a:ext>
            </a:extLst>
          </p:cNvPr>
          <p:cNvSpPr>
            <a:spLocks noGrp="1"/>
          </p:cNvSpPr>
          <p:nvPr>
            <p:ph idx="1"/>
          </p:nvPr>
        </p:nvSpPr>
        <p:spPr/>
        <p:txBody>
          <a:bodyPr>
            <a:normAutofit/>
          </a:bodyPr>
          <a:lstStyle/>
          <a:p>
            <a:pPr algn="just"/>
            <a:r>
              <a:rPr lang="en-US" sz="2800" dirty="0">
                <a:latin typeface="Times New Roman" panose="02020603050405020304" pitchFamily="18" charset="0"/>
                <a:cs typeface="Times New Roman" panose="02020603050405020304" pitchFamily="18" charset="0"/>
              </a:rPr>
              <a:t>In flash welding (FW), normally used for butt joints, the two surfaces to be joined are brought into contact or near contact and electric current is applied to heat the surfaces to the melting point, after which the surfaces are forced together to form the weld.</a:t>
            </a:r>
          </a:p>
          <a:p>
            <a:pPr algn="just"/>
            <a:r>
              <a:rPr lang="en-US" sz="2800" dirty="0">
                <a:latin typeface="Times New Roman" panose="02020603050405020304" pitchFamily="18" charset="0"/>
                <a:cs typeface="Times New Roman" panose="02020603050405020304" pitchFamily="18" charset="0"/>
              </a:rPr>
              <a:t>In addition to resistance heating, some arcing occurs (called flashing, hence the name of the welding process)between the faying surfaces, so flash welding is sometimes classified in the </a:t>
            </a:r>
            <a:r>
              <a:rPr lang="en-IN" sz="2800" dirty="0">
                <a:latin typeface="Times New Roman" panose="02020603050405020304" pitchFamily="18" charset="0"/>
                <a:cs typeface="Times New Roman" panose="02020603050405020304" pitchFamily="18" charset="0"/>
              </a:rPr>
              <a:t>arc welding group.</a:t>
            </a:r>
          </a:p>
          <a:p>
            <a:pPr algn="just"/>
            <a:r>
              <a:rPr lang="en-US" sz="2800" dirty="0">
                <a:latin typeface="Times New Roman" panose="02020603050405020304" pitchFamily="18" charset="0"/>
                <a:cs typeface="Times New Roman" panose="02020603050405020304" pitchFamily="18" charset="0"/>
              </a:rPr>
              <a:t>Current is usually stopped during upsetting.</a:t>
            </a:r>
          </a:p>
        </p:txBody>
      </p:sp>
      <p:sp>
        <p:nvSpPr>
          <p:cNvPr id="4" name="Slide Number Placeholder 3">
            <a:extLst>
              <a:ext uri="{FF2B5EF4-FFF2-40B4-BE49-F238E27FC236}">
                <a16:creationId xmlns:a16="http://schemas.microsoft.com/office/drawing/2014/main" id="{69103D88-EF57-0DFC-E3B6-407AB8BE51FE}"/>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10</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1DF715A4-6AD7-BF01-A38E-3176F3B4265F}"/>
              </a:ext>
            </a:extLst>
          </p:cNvPr>
          <p:cNvSpPr txBox="1">
            <a:spLocks/>
          </p:cNvSpPr>
          <p:nvPr/>
        </p:nvSpPr>
        <p:spPr>
          <a:xfrm>
            <a:off x="756139" y="158584"/>
            <a:ext cx="8303640"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Flash Butt Welding Process</a:t>
            </a:r>
          </a:p>
        </p:txBody>
      </p:sp>
    </p:spTree>
    <p:extLst>
      <p:ext uri="{BB962C8B-B14F-4D97-AF65-F5344CB8AC3E}">
        <p14:creationId xmlns:p14="http://schemas.microsoft.com/office/powerpoint/2010/main" val="128883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60F779B-7492-125D-5470-D13E6C241B07}"/>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11</a:t>
            </a:fld>
            <a:endParaRPr lang="en-IN" dirty="0">
              <a:solidFill>
                <a:prstClr val="black">
                  <a:tint val="75000"/>
                </a:prstClr>
              </a:solidFill>
            </a:endParaRPr>
          </a:p>
        </p:txBody>
      </p:sp>
      <p:pic>
        <p:nvPicPr>
          <p:cNvPr id="5" name="Content Placeholder 4">
            <a:extLst>
              <a:ext uri="{FF2B5EF4-FFF2-40B4-BE49-F238E27FC236}">
                <a16:creationId xmlns:a16="http://schemas.microsoft.com/office/drawing/2014/main" id="{7562B7AF-D610-EABC-49E4-D1BC643FF82F}"/>
              </a:ext>
            </a:extLst>
          </p:cNvPr>
          <p:cNvPicPr>
            <a:picLocks noGrp="1" noChangeAspect="1"/>
          </p:cNvPicPr>
          <p:nvPr>
            <p:ph idx="1"/>
          </p:nvPr>
        </p:nvPicPr>
        <p:blipFill rotWithShape="1">
          <a:blip r:embed="rId2"/>
          <a:srcRect l="52737" t="22848" r="29537" b="21607"/>
          <a:stretch>
            <a:fillRect/>
          </a:stretch>
        </p:blipFill>
        <p:spPr bwMode="auto">
          <a:xfrm>
            <a:off x="892907" y="1476459"/>
            <a:ext cx="2468686" cy="4351337"/>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29035DA6-BE4A-350A-90F7-4A6BD0AB8643}"/>
              </a:ext>
            </a:extLst>
          </p:cNvPr>
          <p:cNvSpPr txBox="1">
            <a:spLocks/>
          </p:cNvSpPr>
          <p:nvPr/>
        </p:nvSpPr>
        <p:spPr>
          <a:xfrm>
            <a:off x="756139" y="158584"/>
            <a:ext cx="8303640"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Upset Butt Welding Process</a:t>
            </a:r>
          </a:p>
        </p:txBody>
      </p:sp>
      <p:pic>
        <p:nvPicPr>
          <p:cNvPr id="8" name="Picture 7" descr="A diagram of a electrode&#10;&#10;AI-generated content may be incorrect.">
            <a:extLst>
              <a:ext uri="{FF2B5EF4-FFF2-40B4-BE49-F238E27FC236}">
                <a16:creationId xmlns:a16="http://schemas.microsoft.com/office/drawing/2014/main" id="{FFF155D8-31EA-5D6E-DA9A-67E1A9F548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7389" y="1222999"/>
            <a:ext cx="7861704" cy="4978656"/>
          </a:xfrm>
          <a:prstGeom prst="rect">
            <a:avLst/>
          </a:prstGeom>
        </p:spPr>
      </p:pic>
    </p:spTree>
    <p:extLst>
      <p:ext uri="{BB962C8B-B14F-4D97-AF65-F5344CB8AC3E}">
        <p14:creationId xmlns:p14="http://schemas.microsoft.com/office/powerpoint/2010/main" val="986073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2E9415BA-1DA3-5640-EC8F-93689F3F79A1}"/>
              </a:ext>
            </a:extLst>
          </p:cNvPr>
          <p:cNvPicPr>
            <a:picLocks noGrp="1" noChangeAspect="1"/>
          </p:cNvPicPr>
          <p:nvPr>
            <p:ph idx="1"/>
          </p:nvPr>
        </p:nvPicPr>
        <p:blipFill>
          <a:blip r:embed="rId2"/>
          <a:srcRect l="11769" t="37960" r="58058" b="23330"/>
          <a:stretch>
            <a:fillRect/>
          </a:stretch>
        </p:blipFill>
        <p:spPr>
          <a:xfrm>
            <a:off x="2189748" y="1275146"/>
            <a:ext cx="7340806" cy="5297492"/>
          </a:xfrm>
          <a:prstGeom prst="rect">
            <a:avLst/>
          </a:prstGeom>
        </p:spPr>
      </p:pic>
      <p:sp>
        <p:nvSpPr>
          <p:cNvPr id="4" name="Slide Number Placeholder 3">
            <a:extLst>
              <a:ext uri="{FF2B5EF4-FFF2-40B4-BE49-F238E27FC236}">
                <a16:creationId xmlns:a16="http://schemas.microsoft.com/office/drawing/2014/main" id="{90261CC8-3993-BB4B-9AFA-6A4DB6BFF344}"/>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12</a:t>
            </a:fld>
            <a:endParaRPr lang="en-IN" dirty="0">
              <a:solidFill>
                <a:prstClr val="black">
                  <a:tint val="75000"/>
                </a:prstClr>
              </a:solidFill>
            </a:endParaRPr>
          </a:p>
        </p:txBody>
      </p:sp>
      <p:sp>
        <p:nvSpPr>
          <p:cNvPr id="7" name="Title 1">
            <a:extLst>
              <a:ext uri="{FF2B5EF4-FFF2-40B4-BE49-F238E27FC236}">
                <a16:creationId xmlns:a16="http://schemas.microsoft.com/office/drawing/2014/main" id="{77683605-F097-3AC0-DD50-A896FAB5D9B8}"/>
              </a:ext>
            </a:extLst>
          </p:cNvPr>
          <p:cNvSpPr txBox="1">
            <a:spLocks/>
          </p:cNvSpPr>
          <p:nvPr/>
        </p:nvSpPr>
        <p:spPr>
          <a:xfrm>
            <a:off x="3568443" y="285362"/>
            <a:ext cx="5055114"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Upset Butt Welding Process</a:t>
            </a:r>
          </a:p>
        </p:txBody>
      </p:sp>
    </p:spTree>
    <p:extLst>
      <p:ext uri="{BB962C8B-B14F-4D97-AF65-F5344CB8AC3E}">
        <p14:creationId xmlns:p14="http://schemas.microsoft.com/office/powerpoint/2010/main" val="513010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8D1FDF-FB6F-F759-A7CA-391A2EBFE12F}"/>
              </a:ext>
            </a:extLst>
          </p:cNvPr>
          <p:cNvSpPr>
            <a:spLocks noGrp="1"/>
          </p:cNvSpPr>
          <p:nvPr>
            <p:ph idx="1"/>
          </p:nvPr>
        </p:nvSpPr>
        <p:spPr>
          <a:xfrm>
            <a:off x="756139" y="1175298"/>
            <a:ext cx="10998714" cy="4948776"/>
          </a:xfrm>
        </p:spPr>
        <p:txBody>
          <a:bodyPr>
            <a:noAutofit/>
          </a:bodyPr>
          <a:lstStyle/>
          <a:p>
            <a:pPr algn="just"/>
            <a:r>
              <a:rPr lang="en-US" sz="2800" dirty="0">
                <a:latin typeface="Times New Roman" panose="02020603050405020304" pitchFamily="18" charset="0"/>
                <a:cs typeface="Times New Roman" panose="02020603050405020304" pitchFamily="18" charset="0"/>
              </a:rPr>
              <a:t>Upset welding (UW) is similar to flash welding except that in UW the faying surfaces are pressed together during heating and upsetting.</a:t>
            </a:r>
          </a:p>
          <a:p>
            <a:pPr marL="0" indent="0" algn="just">
              <a:buNone/>
            </a:pPr>
            <a:r>
              <a:rPr lang="en-US" sz="2800" dirty="0">
                <a:latin typeface="Times New Roman" panose="02020603050405020304" pitchFamily="18" charset="0"/>
                <a:cs typeface="Times New Roman" panose="02020603050405020304" pitchFamily="18" charset="0"/>
              </a:rPr>
              <a:t>• In flash welding, the heating and pressing steps are separated during the cycle.</a:t>
            </a:r>
          </a:p>
          <a:p>
            <a:pPr marL="0" indent="0" algn="just">
              <a:buNone/>
            </a:pPr>
            <a:r>
              <a:rPr lang="en-US" sz="2800" dirty="0">
                <a:latin typeface="Times New Roman" panose="02020603050405020304" pitchFamily="18" charset="0"/>
                <a:cs typeface="Times New Roman" panose="02020603050405020304" pitchFamily="18" charset="0"/>
              </a:rPr>
              <a:t>• Heating in UW is accomplished entirely by electrical resistance at the contacting surfaces; no arcing occurs.</a:t>
            </a:r>
          </a:p>
          <a:p>
            <a:pPr marL="0" indent="0" algn="just">
              <a:buNone/>
            </a:pPr>
            <a:r>
              <a:rPr lang="en-US" sz="2800" dirty="0">
                <a:latin typeface="Times New Roman" panose="02020603050405020304" pitchFamily="18" charset="0"/>
                <a:cs typeface="Times New Roman" panose="02020603050405020304" pitchFamily="18" charset="0"/>
              </a:rPr>
              <a:t>• When the faying surfaces have been heated to a suitable temperature below the melting point, the force pressing the parts together is increased to cause upsetting and coalescence in the contact region.</a:t>
            </a:r>
          </a:p>
          <a:p>
            <a:pPr marL="0" indent="0" algn="just">
              <a:buNone/>
            </a:pPr>
            <a:r>
              <a:rPr lang="en-US" sz="2800" dirty="0">
                <a:latin typeface="Times New Roman" panose="02020603050405020304" pitchFamily="18" charset="0"/>
                <a:cs typeface="Times New Roman" panose="02020603050405020304" pitchFamily="18" charset="0"/>
              </a:rPr>
              <a:t>• Thus, upset welding is not a fusion-welding process in the same sense as the other welding processes we have discussed.</a:t>
            </a:r>
            <a:endParaRPr lang="en-IN"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C070879-0F27-2C87-0F42-4D71A0E245B3}"/>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13</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72B99BCB-E127-33CB-347C-7F01DBFDC7B4}"/>
              </a:ext>
            </a:extLst>
          </p:cNvPr>
          <p:cNvSpPr txBox="1">
            <a:spLocks/>
          </p:cNvSpPr>
          <p:nvPr/>
        </p:nvSpPr>
        <p:spPr>
          <a:xfrm>
            <a:off x="756139" y="158584"/>
            <a:ext cx="8303640"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Upset Butt Welding Process</a:t>
            </a:r>
          </a:p>
        </p:txBody>
      </p:sp>
    </p:spTree>
    <p:extLst>
      <p:ext uri="{BB962C8B-B14F-4D97-AF65-F5344CB8AC3E}">
        <p14:creationId xmlns:p14="http://schemas.microsoft.com/office/powerpoint/2010/main" val="186765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3CD162-89D3-4118-8E15-95B0579A1BF5}"/>
              </a:ext>
            </a:extLst>
          </p:cNvPr>
          <p:cNvSpPr>
            <a:spLocks noGrp="1"/>
          </p:cNvSpPr>
          <p:nvPr>
            <p:ph idx="1"/>
          </p:nvPr>
        </p:nvSpPr>
        <p:spPr/>
        <p:txBody>
          <a:bodyPr/>
          <a:lstStyle/>
          <a:p>
            <a:pPr marL="0" indent="0" algn="just">
              <a:buNone/>
            </a:pPr>
            <a:r>
              <a:rPr lang="en-IN" dirty="0">
                <a:latin typeface="Times New Roman" panose="02020603050405020304" pitchFamily="18" charset="0"/>
                <a:cs typeface="Times New Roman" panose="02020603050405020304" pitchFamily="18" charset="0"/>
              </a:rPr>
              <a:t>[1]  Ghosh, A. &amp; Mallik, A.K.; Joining processes, Manufacturing Science, Latest edition.</a:t>
            </a:r>
          </a:p>
          <a:p>
            <a:pPr marL="0" indent="0" algn="just">
              <a:buNone/>
            </a:pPr>
            <a:r>
              <a:rPr lang="en-IN" dirty="0">
                <a:latin typeface="Times New Roman" panose="02020603050405020304" pitchFamily="18" charset="0"/>
                <a:cs typeface="Times New Roman" panose="02020603050405020304" pitchFamily="18" charset="0"/>
              </a:rPr>
              <a:t>[2] </a:t>
            </a:r>
            <a:r>
              <a:rPr lang="en-IN" dirty="0">
                <a:latin typeface="Times New Roman" panose="02020603050405020304" pitchFamily="18" charset="0"/>
                <a:cs typeface="Times New Roman" panose="02020603050405020304" pitchFamily="18" charset="0"/>
                <a:hlinkClick r:id="rId2"/>
              </a:rPr>
              <a:t>http://mewelding.com/resistance-welding-equipment/</a:t>
            </a:r>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[3] </a:t>
            </a:r>
            <a:r>
              <a:rPr lang="en-IN" dirty="0" err="1">
                <a:latin typeface="Times New Roman" panose="02020603050405020304" pitchFamily="18" charset="0"/>
                <a:cs typeface="Times New Roman" panose="02020603050405020304" pitchFamily="18" charset="0"/>
              </a:rPr>
              <a:t>Kalpakjian</a:t>
            </a:r>
            <a:r>
              <a:rPr lang="en-IN" dirty="0">
                <a:latin typeface="Times New Roman" panose="02020603050405020304" pitchFamily="18" charset="0"/>
                <a:cs typeface="Times New Roman" panose="02020603050405020304" pitchFamily="18" charset="0"/>
              </a:rPr>
              <a:t>, S &amp; Schmid, S,; Manufacturing Processes for Engineering Materials, Latest edition.</a:t>
            </a:r>
          </a:p>
          <a:p>
            <a:pPr marL="0" indent="0" algn="just">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E70B8BA-ACC6-4CB0-8092-33C45C7F6457}"/>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14</a:t>
            </a:fld>
            <a:endParaRPr lang="en-IN" dirty="0">
              <a:solidFill>
                <a:prstClr val="black">
                  <a:tint val="75000"/>
                </a:prstClr>
              </a:solidFill>
            </a:endParaRPr>
          </a:p>
        </p:txBody>
      </p:sp>
      <p:sp>
        <p:nvSpPr>
          <p:cNvPr id="6" name="Title 1">
            <a:extLst>
              <a:ext uri="{FF2B5EF4-FFF2-40B4-BE49-F238E27FC236}">
                <a16:creationId xmlns:a16="http://schemas.microsoft.com/office/drawing/2014/main" id="{EFBC4899-305C-4740-BC11-9191A55B3B7A}"/>
              </a:ext>
            </a:extLst>
          </p:cNvPr>
          <p:cNvSpPr>
            <a:spLocks noGrp="1"/>
          </p:cNvSpPr>
          <p:nvPr>
            <p:ph type="title"/>
          </p:nvPr>
        </p:nvSpPr>
        <p:spPr>
          <a:xfrm>
            <a:off x="756139" y="158584"/>
            <a:ext cx="7280956" cy="780734"/>
          </a:xfrm>
        </p:spPr>
        <p:txBody>
          <a:bodyPr>
            <a:normAutofit/>
          </a:body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References / Further Readings</a:t>
            </a:r>
            <a:endParaRPr lang="en-IN" sz="3200" dirty="0">
              <a:solidFill>
                <a:schemeClr val="accent5">
                  <a:lumMod val="75000"/>
                </a:schemeClr>
              </a:solidFill>
            </a:endParaRPr>
          </a:p>
        </p:txBody>
      </p:sp>
    </p:spTree>
    <p:extLst>
      <p:ext uri="{BB962C8B-B14F-4D97-AF65-F5344CB8AC3E}">
        <p14:creationId xmlns:p14="http://schemas.microsoft.com/office/powerpoint/2010/main" val="3090043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2" name="Rounded Rectangle 18">
            <a:extLst>
              <a:ext uri="{FF2B5EF4-FFF2-40B4-BE49-F238E27FC236}">
                <a16:creationId xmlns:a16="http://schemas.microsoft.com/office/drawing/2014/main" id="{283A93BD-A469-4D4C-8A1F-5668AE9758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28565" y="503573"/>
            <a:ext cx="7134870" cy="3599401"/>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40 Perfect thank you messages (Appreciation sms)">
            <a:extLst>
              <a:ext uri="{FF2B5EF4-FFF2-40B4-BE49-F238E27FC236}">
                <a16:creationId xmlns:a16="http://schemas.microsoft.com/office/drawing/2014/main" id="{0EF917C7-33B0-4584-96EC-D99575EC62A2}"/>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2169" r="2" b="2"/>
          <a:stretch/>
        </p:blipFill>
        <p:spPr bwMode="auto">
          <a:xfrm>
            <a:off x="2694432" y="666497"/>
            <a:ext cx="6803136" cy="3273552"/>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33D0FC1B-8562-4575-9EEC-3FE101CA93E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B0224EE6-E032-0A4B-A8B2-3B3E72DB7979}" type="slidenum">
              <a:rPr lang="en-US" smtClean="0">
                <a:solidFill>
                  <a:prstClr val="black">
                    <a:tint val="75000"/>
                  </a:prstClr>
                </a:solidFill>
                <a:latin typeface="Calibri" panose="020F0502020204030204"/>
              </a:rPr>
              <a:pPr>
                <a:spcAft>
                  <a:spcPts val="600"/>
                </a:spcAft>
                <a:defRPr/>
              </a:pPr>
              <a:t>15</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2246172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6940</TotalTime>
  <Words>619</Words>
  <Application>Microsoft Office PowerPoint</Application>
  <PresentationFormat>Widescreen</PresentationFormat>
  <Paragraphs>63</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Courier New</vt:lpstr>
      <vt:lpstr>Times New Roman</vt:lpstr>
      <vt:lpstr>Trebuchet MS</vt:lpstr>
      <vt:lpstr>Verdana</vt:lpstr>
      <vt:lpstr>Wingdings</vt:lpstr>
      <vt:lpstr>Office Theme</vt:lpstr>
      <vt:lpstr>PowerPoint Presentation</vt:lpstr>
      <vt:lpstr>PowerPoint Presentation</vt:lpstr>
      <vt:lpstr>PowerPoint Presentation</vt:lpstr>
      <vt:lpstr>PowerPoint Presentation</vt:lpstr>
      <vt:lpstr>Resistance welding equipment  Ex. spot welding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 Further Readings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Ravi Kant Gupta [MU - Jaipur]</dc:creator>
  <cp:lastModifiedBy>Dr. Ashok Kumar Sharma [MU - Jaipur]</cp:lastModifiedBy>
  <cp:revision>300</cp:revision>
  <dcterms:created xsi:type="dcterms:W3CDTF">2018-05-04T09:20:58Z</dcterms:created>
  <dcterms:modified xsi:type="dcterms:W3CDTF">2025-08-10T17:36:52Z</dcterms:modified>
</cp:coreProperties>
</file>