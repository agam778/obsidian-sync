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306" r:id="rId3"/>
    <p:sldId id="307" r:id="rId4"/>
    <p:sldId id="315" r:id="rId5"/>
    <p:sldId id="316" r:id="rId6"/>
    <p:sldId id="362" r:id="rId7"/>
    <p:sldId id="317" r:id="rId8"/>
    <p:sldId id="261" r:id="rId9"/>
    <p:sldId id="363" r:id="rId10"/>
    <p:sldId id="263" r:id="rId11"/>
    <p:sldId id="266" r:id="rId12"/>
    <p:sldId id="269" r:id="rId13"/>
    <p:sldId id="361" r:id="rId14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2F6A12-B910-4D36-89A1-BA14CBFE7DA3}" v="36" dt="2025-08-29T05:33:18.15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447" autoAdjust="0"/>
  </p:normalViewPr>
  <p:slideViewPr>
    <p:cSldViewPr>
      <p:cViewPr varScale="1">
        <p:scale>
          <a:sx n="59" d="100"/>
          <a:sy n="59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Dhaneshwar Mishra [MU - Jaipur]" userId="b99d4817-95ca-4a42-841e-f8a8d5ffa339" providerId="ADAL" clId="{DB2F6A12-B910-4D36-89A1-BA14CBFE7DA3}"/>
    <pc:docChg chg="undo custSel addSld delSld modSld">
      <pc:chgData name="Dr. Dhaneshwar Mishra [MU - Jaipur]" userId="b99d4817-95ca-4a42-841e-f8a8d5ffa339" providerId="ADAL" clId="{DB2F6A12-B910-4D36-89A1-BA14CBFE7DA3}" dt="2025-08-29T07:27:12.679" v="1667" actId="14100"/>
      <pc:docMkLst>
        <pc:docMk/>
      </pc:docMkLst>
      <pc:sldChg chg="modSp mod">
        <pc:chgData name="Dr. Dhaneshwar Mishra [MU - Jaipur]" userId="b99d4817-95ca-4a42-841e-f8a8d5ffa339" providerId="ADAL" clId="{DB2F6A12-B910-4D36-89A1-BA14CBFE7DA3}" dt="2025-08-29T04:01:16.336" v="1230" actId="20577"/>
        <pc:sldMkLst>
          <pc:docMk/>
          <pc:sldMk cId="0" sldId="256"/>
        </pc:sldMkLst>
        <pc:spChg chg="mod">
          <ac:chgData name="Dr. Dhaneshwar Mishra [MU - Jaipur]" userId="b99d4817-95ca-4a42-841e-f8a8d5ffa339" providerId="ADAL" clId="{DB2F6A12-B910-4D36-89A1-BA14CBFE7DA3}" dt="2025-08-29T04:01:16.336" v="1230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Dr. Dhaneshwar Mishra [MU - Jaipur]" userId="b99d4817-95ca-4a42-841e-f8a8d5ffa339" providerId="ADAL" clId="{DB2F6A12-B910-4D36-89A1-BA14CBFE7DA3}" dt="2025-08-27T07:28:56.509" v="1" actId="20577"/>
          <ac:spMkLst>
            <pc:docMk/>
            <pc:sldMk cId="0" sldId="256"/>
            <ac:spMk id="6" creationId="{DD0A4B27-CA26-7C2F-BB7E-F1E69664A6D2}"/>
          </ac:spMkLst>
        </pc:spChg>
      </pc:sldChg>
      <pc:sldChg chg="del">
        <pc:chgData name="Dr. Dhaneshwar Mishra [MU - Jaipur]" userId="b99d4817-95ca-4a42-841e-f8a8d5ffa339" providerId="ADAL" clId="{DB2F6A12-B910-4D36-89A1-BA14CBFE7DA3}" dt="2025-08-28T06:35:37.496" v="296" actId="47"/>
        <pc:sldMkLst>
          <pc:docMk/>
          <pc:sldMk cId="0" sldId="257"/>
        </pc:sldMkLst>
      </pc:sldChg>
      <pc:sldChg chg="del">
        <pc:chgData name="Dr. Dhaneshwar Mishra [MU - Jaipur]" userId="b99d4817-95ca-4a42-841e-f8a8d5ffa339" providerId="ADAL" clId="{DB2F6A12-B910-4D36-89A1-BA14CBFE7DA3}" dt="2025-08-28T06:35:37.496" v="296" actId="47"/>
        <pc:sldMkLst>
          <pc:docMk/>
          <pc:sldMk cId="0" sldId="258"/>
        </pc:sldMkLst>
      </pc:sldChg>
      <pc:sldChg chg="addSp delSp modSp add mod">
        <pc:chgData name="Dr. Dhaneshwar Mishra [MU - Jaipur]" userId="b99d4817-95ca-4a42-841e-f8a8d5ffa339" providerId="ADAL" clId="{DB2F6A12-B910-4D36-89A1-BA14CBFE7DA3}" dt="2025-08-29T04:00:48.739" v="1228" actId="123"/>
        <pc:sldMkLst>
          <pc:docMk/>
          <pc:sldMk cId="0" sldId="261"/>
        </pc:sldMkLst>
        <pc:spChg chg="del">
          <ac:chgData name="Dr. Dhaneshwar Mishra [MU - Jaipur]" userId="b99d4817-95ca-4a42-841e-f8a8d5ffa339" providerId="ADAL" clId="{DB2F6A12-B910-4D36-89A1-BA14CBFE7DA3}" dt="2025-08-28T07:15:20.929" v="812" actId="478"/>
          <ac:spMkLst>
            <pc:docMk/>
            <pc:sldMk cId="0" sldId="261"/>
            <ac:spMk id="2" creationId="{00000000-0000-0000-0000-000000000000}"/>
          </ac:spMkLst>
        </pc:spChg>
        <pc:spChg chg="mod">
          <ac:chgData name="Dr. Dhaneshwar Mishra [MU - Jaipur]" userId="b99d4817-95ca-4a42-841e-f8a8d5ffa339" providerId="ADAL" clId="{DB2F6A12-B910-4D36-89A1-BA14CBFE7DA3}" dt="2025-08-29T04:00:48.739" v="1228" actId="123"/>
          <ac:spMkLst>
            <pc:docMk/>
            <pc:sldMk cId="0" sldId="261"/>
            <ac:spMk id="3" creationId="{00000000-0000-0000-0000-000000000000}"/>
          </ac:spMkLst>
        </pc:spChg>
        <pc:spChg chg="del mod">
          <ac:chgData name="Dr. Dhaneshwar Mishra [MU - Jaipur]" userId="b99d4817-95ca-4a42-841e-f8a8d5ffa339" providerId="ADAL" clId="{DB2F6A12-B910-4D36-89A1-BA14CBFE7DA3}" dt="2025-08-28T07:19:22.173" v="867" actId="478"/>
          <ac:spMkLst>
            <pc:docMk/>
            <pc:sldMk cId="0" sldId="261"/>
            <ac:spMk id="5" creationId="{00000000-0000-0000-0000-000000000000}"/>
          </ac:spMkLst>
        </pc:spChg>
        <pc:spChg chg="del">
          <ac:chgData name="Dr. Dhaneshwar Mishra [MU - Jaipur]" userId="b99d4817-95ca-4a42-841e-f8a8d5ffa339" providerId="ADAL" clId="{DB2F6A12-B910-4D36-89A1-BA14CBFE7DA3}" dt="2025-08-28T07:16:22.649" v="823" actId="21"/>
          <ac:spMkLst>
            <pc:docMk/>
            <pc:sldMk cId="0" sldId="261"/>
            <ac:spMk id="6" creationId="{00000000-0000-0000-0000-000000000000}"/>
          </ac:spMkLst>
        </pc:spChg>
        <pc:spChg chg="add mod">
          <ac:chgData name="Dr. Dhaneshwar Mishra [MU - Jaipur]" userId="b99d4817-95ca-4a42-841e-f8a8d5ffa339" providerId="ADAL" clId="{DB2F6A12-B910-4D36-89A1-BA14CBFE7DA3}" dt="2025-08-28T07:19:51.273" v="883" actId="20577"/>
          <ac:spMkLst>
            <pc:docMk/>
            <pc:sldMk cId="0" sldId="261"/>
            <ac:spMk id="8" creationId="{072A2586-9421-D487-1C52-D5BEC6414D72}"/>
          </ac:spMkLst>
        </pc:spChg>
        <pc:spChg chg="add del mod">
          <ac:chgData name="Dr. Dhaneshwar Mishra [MU - Jaipur]" userId="b99d4817-95ca-4a42-841e-f8a8d5ffa339" providerId="ADAL" clId="{DB2F6A12-B910-4D36-89A1-BA14CBFE7DA3}" dt="2025-08-28T07:15:24.027" v="813" actId="478"/>
          <ac:spMkLst>
            <pc:docMk/>
            <pc:sldMk cId="0" sldId="261"/>
            <ac:spMk id="10" creationId="{2569A146-6687-69FB-3556-60D56E43120A}"/>
          </ac:spMkLst>
        </pc:spChg>
        <pc:picChg chg="mod">
          <ac:chgData name="Dr. Dhaneshwar Mishra [MU - Jaipur]" userId="b99d4817-95ca-4a42-841e-f8a8d5ffa339" providerId="ADAL" clId="{DB2F6A12-B910-4D36-89A1-BA14CBFE7DA3}" dt="2025-08-28T07:19:41.301" v="873" actId="1076"/>
          <ac:picMkLst>
            <pc:docMk/>
            <pc:sldMk cId="0" sldId="261"/>
            <ac:picMk id="4" creationId="{00000000-0000-0000-0000-000000000000}"/>
          </ac:picMkLst>
        </pc:picChg>
      </pc:sldChg>
      <pc:sldChg chg="addSp delSp modSp add del mod">
        <pc:chgData name="Dr. Dhaneshwar Mishra [MU - Jaipur]" userId="b99d4817-95ca-4a42-841e-f8a8d5ffa339" providerId="ADAL" clId="{DB2F6A12-B910-4D36-89A1-BA14CBFE7DA3}" dt="2025-08-29T05:35:01.237" v="1640" actId="47"/>
        <pc:sldMkLst>
          <pc:docMk/>
          <pc:sldMk cId="0" sldId="262"/>
        </pc:sldMkLst>
        <pc:spChg chg="mod">
          <ac:chgData name="Dr. Dhaneshwar Mishra [MU - Jaipur]" userId="b99d4817-95ca-4a42-841e-f8a8d5ffa339" providerId="ADAL" clId="{DB2F6A12-B910-4D36-89A1-BA14CBFE7DA3}" dt="2025-08-29T03:58:36.118" v="1213" actId="20577"/>
          <ac:spMkLst>
            <pc:docMk/>
            <pc:sldMk cId="0" sldId="262"/>
            <ac:spMk id="2" creationId="{00000000-0000-0000-0000-000000000000}"/>
          </ac:spMkLst>
        </pc:spChg>
        <pc:spChg chg="del mod">
          <ac:chgData name="Dr. Dhaneshwar Mishra [MU - Jaipur]" userId="b99d4817-95ca-4a42-841e-f8a8d5ffa339" providerId="ADAL" clId="{DB2F6A12-B910-4D36-89A1-BA14CBFE7DA3}" dt="2025-08-29T03:54:42.238" v="1136" actId="478"/>
          <ac:spMkLst>
            <pc:docMk/>
            <pc:sldMk cId="0" sldId="262"/>
            <ac:spMk id="5" creationId="{00000000-0000-0000-0000-000000000000}"/>
          </ac:spMkLst>
        </pc:spChg>
        <pc:spChg chg="del mod">
          <ac:chgData name="Dr. Dhaneshwar Mishra [MU - Jaipur]" userId="b99d4817-95ca-4a42-841e-f8a8d5ffa339" providerId="ADAL" clId="{DB2F6A12-B910-4D36-89A1-BA14CBFE7DA3}" dt="2025-08-29T03:54:20.828" v="1131" actId="478"/>
          <ac:spMkLst>
            <pc:docMk/>
            <pc:sldMk cId="0" sldId="262"/>
            <ac:spMk id="6" creationId="{00000000-0000-0000-0000-000000000000}"/>
          </ac:spMkLst>
        </pc:spChg>
        <pc:spChg chg="add mod">
          <ac:chgData name="Dr. Dhaneshwar Mishra [MU - Jaipur]" userId="b99d4817-95ca-4a42-841e-f8a8d5ffa339" providerId="ADAL" clId="{DB2F6A12-B910-4D36-89A1-BA14CBFE7DA3}" dt="2025-08-29T04:02:08.500" v="1245" actId="1076"/>
          <ac:spMkLst>
            <pc:docMk/>
            <pc:sldMk cId="0" sldId="262"/>
            <ac:spMk id="8" creationId="{9BE1D33F-5A8D-89F9-5E5D-648FA3439DFF}"/>
          </ac:spMkLst>
        </pc:spChg>
        <pc:spChg chg="add del mod">
          <ac:chgData name="Dr. Dhaneshwar Mishra [MU - Jaipur]" userId="b99d4817-95ca-4a42-841e-f8a8d5ffa339" providerId="ADAL" clId="{DB2F6A12-B910-4D36-89A1-BA14CBFE7DA3}" dt="2025-08-29T03:54:45.663" v="1137" actId="478"/>
          <ac:spMkLst>
            <pc:docMk/>
            <pc:sldMk cId="0" sldId="262"/>
            <ac:spMk id="9" creationId="{268C4850-045B-4931-9497-D5F86069D308}"/>
          </ac:spMkLst>
        </pc:spChg>
        <pc:spChg chg="add mod">
          <ac:chgData name="Dr. Dhaneshwar Mishra [MU - Jaipur]" userId="b99d4817-95ca-4a42-841e-f8a8d5ffa339" providerId="ADAL" clId="{DB2F6A12-B910-4D36-89A1-BA14CBFE7DA3}" dt="2025-08-29T03:57:43.475" v="1176" actId="1076"/>
          <ac:spMkLst>
            <pc:docMk/>
            <pc:sldMk cId="0" sldId="262"/>
            <ac:spMk id="11" creationId="{31BD2A65-76B8-88B9-76F8-4CB399C2988A}"/>
          </ac:spMkLst>
        </pc:spChg>
        <pc:spChg chg="add mod">
          <ac:chgData name="Dr. Dhaneshwar Mishra [MU - Jaipur]" userId="b99d4817-95ca-4a42-841e-f8a8d5ffa339" providerId="ADAL" clId="{DB2F6A12-B910-4D36-89A1-BA14CBFE7DA3}" dt="2025-08-29T04:03:46.661" v="1272" actId="14100"/>
          <ac:spMkLst>
            <pc:docMk/>
            <pc:sldMk cId="0" sldId="262"/>
            <ac:spMk id="13" creationId="{B41BADBC-C214-0413-D418-313648DCA548}"/>
          </ac:spMkLst>
        </pc:spChg>
        <pc:spChg chg="add mod">
          <ac:chgData name="Dr. Dhaneshwar Mishra [MU - Jaipur]" userId="b99d4817-95ca-4a42-841e-f8a8d5ffa339" providerId="ADAL" clId="{DB2F6A12-B910-4D36-89A1-BA14CBFE7DA3}" dt="2025-08-29T03:57:35.325" v="1174" actId="1076"/>
          <ac:spMkLst>
            <pc:docMk/>
            <pc:sldMk cId="0" sldId="262"/>
            <ac:spMk id="15" creationId="{282147EC-9E25-D38E-2D0B-C96429443684}"/>
          </ac:spMkLst>
        </pc:spChg>
        <pc:spChg chg="add mod">
          <ac:chgData name="Dr. Dhaneshwar Mishra [MU - Jaipur]" userId="b99d4817-95ca-4a42-841e-f8a8d5ffa339" providerId="ADAL" clId="{DB2F6A12-B910-4D36-89A1-BA14CBFE7DA3}" dt="2025-08-29T03:58:59.616" v="1214"/>
          <ac:spMkLst>
            <pc:docMk/>
            <pc:sldMk cId="0" sldId="262"/>
            <ac:spMk id="17" creationId="{27D81734-0AF3-3987-883B-D5E717865A36}"/>
          </ac:spMkLst>
        </pc:spChg>
        <pc:spChg chg="add mod">
          <ac:chgData name="Dr. Dhaneshwar Mishra [MU - Jaipur]" userId="b99d4817-95ca-4a42-841e-f8a8d5ffa339" providerId="ADAL" clId="{DB2F6A12-B910-4D36-89A1-BA14CBFE7DA3}" dt="2025-08-29T03:59:32.918" v="1226" actId="20577"/>
          <ac:spMkLst>
            <pc:docMk/>
            <pc:sldMk cId="0" sldId="262"/>
            <ac:spMk id="18" creationId="{E3EA67B8-CCF7-731D-C2EE-C5E3AE8026C5}"/>
          </ac:spMkLst>
        </pc:spChg>
        <pc:picChg chg="del mod">
          <ac:chgData name="Dr. Dhaneshwar Mishra [MU - Jaipur]" userId="b99d4817-95ca-4a42-841e-f8a8d5ffa339" providerId="ADAL" clId="{DB2F6A12-B910-4D36-89A1-BA14CBFE7DA3}" dt="2025-08-29T03:54:15.805" v="1129" actId="478"/>
          <ac:picMkLst>
            <pc:docMk/>
            <pc:sldMk cId="0" sldId="262"/>
            <ac:picMk id="3" creationId="{00000000-0000-0000-0000-000000000000}"/>
          </ac:picMkLst>
        </pc:picChg>
        <pc:picChg chg="del mod">
          <ac:chgData name="Dr. Dhaneshwar Mishra [MU - Jaipur]" userId="b99d4817-95ca-4a42-841e-f8a8d5ffa339" providerId="ADAL" clId="{DB2F6A12-B910-4D36-89A1-BA14CBFE7DA3}" dt="2025-08-29T03:54:17.690" v="1130" actId="478"/>
          <ac:picMkLst>
            <pc:docMk/>
            <pc:sldMk cId="0" sldId="262"/>
            <ac:picMk id="4" creationId="{00000000-0000-0000-0000-000000000000}"/>
          </ac:picMkLst>
        </pc:picChg>
        <pc:picChg chg="add mod">
          <ac:chgData name="Dr. Dhaneshwar Mishra [MU - Jaipur]" userId="b99d4817-95ca-4a42-841e-f8a8d5ffa339" providerId="ADAL" clId="{DB2F6A12-B910-4D36-89A1-BA14CBFE7DA3}" dt="2025-08-29T03:57:40.276" v="1175" actId="1076"/>
          <ac:picMkLst>
            <pc:docMk/>
            <pc:sldMk cId="0" sldId="262"/>
            <ac:picMk id="10" creationId="{AA7EC572-C5ED-A836-5367-80839DD58889}"/>
          </ac:picMkLst>
        </pc:picChg>
        <pc:picChg chg="add mod">
          <ac:chgData name="Dr. Dhaneshwar Mishra [MU - Jaipur]" userId="b99d4817-95ca-4a42-841e-f8a8d5ffa339" providerId="ADAL" clId="{DB2F6A12-B910-4D36-89A1-BA14CBFE7DA3}" dt="2025-08-29T03:57:46.854" v="1178" actId="14100"/>
          <ac:picMkLst>
            <pc:docMk/>
            <pc:sldMk cId="0" sldId="262"/>
            <ac:picMk id="14" creationId="{1A94E970-CA4E-A24D-04C2-AAE324B9AEA3}"/>
          </ac:picMkLst>
        </pc:picChg>
        <pc:picChg chg="add mod">
          <ac:chgData name="Dr. Dhaneshwar Mishra [MU - Jaipur]" userId="b99d4817-95ca-4a42-841e-f8a8d5ffa339" providerId="ADAL" clId="{DB2F6A12-B910-4D36-89A1-BA14CBFE7DA3}" dt="2025-08-29T03:59:05.313" v="1215" actId="14100"/>
          <ac:picMkLst>
            <pc:docMk/>
            <pc:sldMk cId="0" sldId="262"/>
            <ac:picMk id="16" creationId="{F428E468-C63A-F774-0D68-657A5B77E589}"/>
          </ac:picMkLst>
        </pc:picChg>
      </pc:sldChg>
      <pc:sldChg chg="delSp modSp add del mod">
        <pc:chgData name="Dr. Dhaneshwar Mishra [MU - Jaipur]" userId="b99d4817-95ca-4a42-841e-f8a8d5ffa339" providerId="ADAL" clId="{DB2F6A12-B910-4D36-89A1-BA14CBFE7DA3}" dt="2025-08-29T05:35:06.790" v="1641" actId="1076"/>
        <pc:sldMkLst>
          <pc:docMk/>
          <pc:sldMk cId="0" sldId="263"/>
        </pc:sldMkLst>
        <pc:spChg chg="del mod">
          <ac:chgData name="Dr. Dhaneshwar Mishra [MU - Jaipur]" userId="b99d4817-95ca-4a42-841e-f8a8d5ffa339" providerId="ADAL" clId="{DB2F6A12-B910-4D36-89A1-BA14CBFE7DA3}" dt="2025-08-29T04:05:00.069" v="1288" actId="478"/>
          <ac:spMkLst>
            <pc:docMk/>
            <pc:sldMk cId="0" sldId="263"/>
            <ac:spMk id="2" creationId="{00000000-0000-0000-0000-000000000000}"/>
          </ac:spMkLst>
        </pc:spChg>
        <pc:spChg chg="mod">
          <ac:chgData name="Dr. Dhaneshwar Mishra [MU - Jaipur]" userId="b99d4817-95ca-4a42-841e-f8a8d5ffa339" providerId="ADAL" clId="{DB2F6A12-B910-4D36-89A1-BA14CBFE7DA3}" dt="2025-08-29T05:35:06.790" v="1641" actId="1076"/>
          <ac:spMkLst>
            <pc:docMk/>
            <pc:sldMk cId="0" sldId="263"/>
            <ac:spMk id="3" creationId="{00000000-0000-0000-0000-000000000000}"/>
          </ac:spMkLst>
        </pc:spChg>
        <pc:spChg chg="mod">
          <ac:chgData name="Dr. Dhaneshwar Mishra [MU - Jaipur]" userId="b99d4817-95ca-4a42-841e-f8a8d5ffa339" providerId="ADAL" clId="{DB2F6A12-B910-4D36-89A1-BA14CBFE7DA3}" dt="2025-08-29T04:06:20.706" v="1314" actId="20577"/>
          <ac:spMkLst>
            <pc:docMk/>
            <pc:sldMk cId="0" sldId="263"/>
            <ac:spMk id="4" creationId="{00000000-0000-0000-0000-000000000000}"/>
          </ac:spMkLst>
        </pc:spChg>
        <pc:spChg chg="del">
          <ac:chgData name="Dr. Dhaneshwar Mishra [MU - Jaipur]" userId="b99d4817-95ca-4a42-841e-f8a8d5ffa339" providerId="ADAL" clId="{DB2F6A12-B910-4D36-89A1-BA14CBFE7DA3}" dt="2025-08-29T04:05:04.164" v="1289" actId="478"/>
          <ac:spMkLst>
            <pc:docMk/>
            <pc:sldMk cId="0" sldId="263"/>
            <ac:spMk id="8" creationId="{00000000-0000-0000-0000-000000000000}"/>
          </ac:spMkLst>
        </pc:spChg>
      </pc:sldChg>
      <pc:sldChg chg="add del">
        <pc:chgData name="Dr. Dhaneshwar Mishra [MU - Jaipur]" userId="b99d4817-95ca-4a42-841e-f8a8d5ffa339" providerId="ADAL" clId="{DB2F6A12-B910-4D36-89A1-BA14CBFE7DA3}" dt="2025-08-29T04:00:25.950" v="1227" actId="47"/>
        <pc:sldMkLst>
          <pc:docMk/>
          <pc:sldMk cId="0" sldId="264"/>
        </pc:sldMkLst>
      </pc:sldChg>
      <pc:sldChg chg="addSp delSp modSp add mod">
        <pc:chgData name="Dr. Dhaneshwar Mishra [MU - Jaipur]" userId="b99d4817-95ca-4a42-841e-f8a8d5ffa339" providerId="ADAL" clId="{DB2F6A12-B910-4D36-89A1-BA14CBFE7DA3}" dt="2025-08-29T07:27:12.679" v="1667" actId="14100"/>
        <pc:sldMkLst>
          <pc:docMk/>
          <pc:sldMk cId="0" sldId="266"/>
        </pc:sldMkLst>
        <pc:spChg chg="del mod">
          <ac:chgData name="Dr. Dhaneshwar Mishra [MU - Jaipur]" userId="b99d4817-95ca-4a42-841e-f8a8d5ffa339" providerId="ADAL" clId="{DB2F6A12-B910-4D36-89A1-BA14CBFE7DA3}" dt="2025-08-29T04:08:05.673" v="1376" actId="478"/>
          <ac:spMkLst>
            <pc:docMk/>
            <pc:sldMk cId="0" sldId="266"/>
            <ac:spMk id="2" creationId="{00000000-0000-0000-0000-000000000000}"/>
          </ac:spMkLst>
        </pc:spChg>
        <pc:spChg chg="mod">
          <ac:chgData name="Dr. Dhaneshwar Mishra [MU - Jaipur]" userId="b99d4817-95ca-4a42-841e-f8a8d5ffa339" providerId="ADAL" clId="{DB2F6A12-B910-4D36-89A1-BA14CBFE7DA3}" dt="2025-08-29T07:26:40.587" v="1663" actId="113"/>
          <ac:spMkLst>
            <pc:docMk/>
            <pc:sldMk cId="0" sldId="266"/>
            <ac:spMk id="3" creationId="{00000000-0000-0000-0000-000000000000}"/>
          </ac:spMkLst>
        </pc:spChg>
        <pc:spChg chg="mod">
          <ac:chgData name="Dr. Dhaneshwar Mishra [MU - Jaipur]" userId="b99d4817-95ca-4a42-841e-f8a8d5ffa339" providerId="ADAL" clId="{DB2F6A12-B910-4D36-89A1-BA14CBFE7DA3}" dt="2025-08-29T04:14:43.849" v="1488" actId="1076"/>
          <ac:spMkLst>
            <pc:docMk/>
            <pc:sldMk cId="0" sldId="266"/>
            <ac:spMk id="5" creationId="{00000000-0000-0000-0000-000000000000}"/>
          </ac:spMkLst>
        </pc:spChg>
        <pc:spChg chg="mod">
          <ac:chgData name="Dr. Dhaneshwar Mishra [MU - Jaipur]" userId="b99d4817-95ca-4a42-841e-f8a8d5ffa339" providerId="ADAL" clId="{DB2F6A12-B910-4D36-89A1-BA14CBFE7DA3}" dt="2025-08-29T04:15:15.043" v="1498" actId="1076"/>
          <ac:spMkLst>
            <pc:docMk/>
            <pc:sldMk cId="0" sldId="266"/>
            <ac:spMk id="6" creationId="{00000000-0000-0000-0000-000000000000}"/>
          </ac:spMkLst>
        </pc:spChg>
        <pc:spChg chg="mod">
          <ac:chgData name="Dr. Dhaneshwar Mishra [MU - Jaipur]" userId="b99d4817-95ca-4a42-841e-f8a8d5ffa339" providerId="ADAL" clId="{DB2F6A12-B910-4D36-89A1-BA14CBFE7DA3}" dt="2025-08-29T04:15:08.681" v="1496" actId="14100"/>
          <ac:spMkLst>
            <pc:docMk/>
            <pc:sldMk cId="0" sldId="266"/>
            <ac:spMk id="7" creationId="{00000000-0000-0000-0000-000000000000}"/>
          </ac:spMkLst>
        </pc:spChg>
        <pc:spChg chg="del">
          <ac:chgData name="Dr. Dhaneshwar Mishra [MU - Jaipur]" userId="b99d4817-95ca-4a42-841e-f8a8d5ffa339" providerId="ADAL" clId="{DB2F6A12-B910-4D36-89A1-BA14CBFE7DA3}" dt="2025-08-29T04:08:31.110" v="1389" actId="478"/>
          <ac:spMkLst>
            <pc:docMk/>
            <pc:sldMk cId="0" sldId="266"/>
            <ac:spMk id="8" creationId="{00000000-0000-0000-0000-000000000000}"/>
          </ac:spMkLst>
        </pc:spChg>
        <pc:spChg chg="add mod">
          <ac:chgData name="Dr. Dhaneshwar Mishra [MU - Jaipur]" userId="b99d4817-95ca-4a42-841e-f8a8d5ffa339" providerId="ADAL" clId="{DB2F6A12-B910-4D36-89A1-BA14CBFE7DA3}" dt="2025-08-29T04:08:25.873" v="1388" actId="1076"/>
          <ac:spMkLst>
            <pc:docMk/>
            <pc:sldMk cId="0" sldId="266"/>
            <ac:spMk id="10" creationId="{056A54B7-E4EB-06E3-8F75-A65F0F2D59D0}"/>
          </ac:spMkLst>
        </pc:spChg>
        <pc:picChg chg="mod modCrop">
          <ac:chgData name="Dr. Dhaneshwar Mishra [MU - Jaipur]" userId="b99d4817-95ca-4a42-841e-f8a8d5ffa339" providerId="ADAL" clId="{DB2F6A12-B910-4D36-89A1-BA14CBFE7DA3}" dt="2025-08-29T07:27:03.106" v="1665" actId="14100"/>
          <ac:picMkLst>
            <pc:docMk/>
            <pc:sldMk cId="0" sldId="266"/>
            <ac:picMk id="4" creationId="{00000000-0000-0000-0000-000000000000}"/>
          </ac:picMkLst>
        </pc:picChg>
        <pc:picChg chg="add mod modCrop">
          <ac:chgData name="Dr. Dhaneshwar Mishra [MU - Jaipur]" userId="b99d4817-95ca-4a42-841e-f8a8d5ffa339" providerId="ADAL" clId="{DB2F6A12-B910-4D36-89A1-BA14CBFE7DA3}" dt="2025-08-29T07:27:12.679" v="1667" actId="14100"/>
          <ac:picMkLst>
            <pc:docMk/>
            <pc:sldMk cId="0" sldId="266"/>
            <ac:picMk id="11" creationId="{78968452-AF58-669C-488A-D42471E0AF5D}"/>
          </ac:picMkLst>
        </pc:picChg>
        <pc:picChg chg="add mod modCrop">
          <ac:chgData name="Dr. Dhaneshwar Mishra [MU - Jaipur]" userId="b99d4817-95ca-4a42-841e-f8a8d5ffa339" providerId="ADAL" clId="{DB2F6A12-B910-4D36-89A1-BA14CBFE7DA3}" dt="2025-08-29T04:15:04.197" v="1494" actId="14100"/>
          <ac:picMkLst>
            <pc:docMk/>
            <pc:sldMk cId="0" sldId="266"/>
            <ac:picMk id="12" creationId="{D36B3ACE-6CE6-099A-84EF-AFC58847BE9A}"/>
          </ac:picMkLst>
        </pc:picChg>
      </pc:sldChg>
      <pc:sldChg chg="addSp delSp modSp add mod">
        <pc:chgData name="Dr. Dhaneshwar Mishra [MU - Jaipur]" userId="b99d4817-95ca-4a42-841e-f8a8d5ffa339" providerId="ADAL" clId="{DB2F6A12-B910-4D36-89A1-BA14CBFE7DA3}" dt="2025-08-29T05:34:23.409" v="1639" actId="1076"/>
        <pc:sldMkLst>
          <pc:docMk/>
          <pc:sldMk cId="0" sldId="269"/>
        </pc:sldMkLst>
        <pc:spChg chg="del">
          <ac:chgData name="Dr. Dhaneshwar Mishra [MU - Jaipur]" userId="b99d4817-95ca-4a42-841e-f8a8d5ffa339" providerId="ADAL" clId="{DB2F6A12-B910-4D36-89A1-BA14CBFE7DA3}" dt="2025-08-29T05:21:25.144" v="1505" actId="478"/>
          <ac:spMkLst>
            <pc:docMk/>
            <pc:sldMk cId="0" sldId="269"/>
            <ac:spMk id="2" creationId="{00000000-0000-0000-0000-000000000000}"/>
          </ac:spMkLst>
        </pc:spChg>
        <pc:spChg chg="mod">
          <ac:chgData name="Dr. Dhaneshwar Mishra [MU - Jaipur]" userId="b99d4817-95ca-4a42-841e-f8a8d5ffa339" providerId="ADAL" clId="{DB2F6A12-B910-4D36-89A1-BA14CBFE7DA3}" dt="2025-08-29T05:22:38.400" v="1534" actId="1076"/>
          <ac:spMkLst>
            <pc:docMk/>
            <pc:sldMk cId="0" sldId="269"/>
            <ac:spMk id="3" creationId="{00000000-0000-0000-0000-000000000000}"/>
          </ac:spMkLst>
        </pc:spChg>
        <pc:spChg chg="del mod">
          <ac:chgData name="Dr. Dhaneshwar Mishra [MU - Jaipur]" userId="b99d4817-95ca-4a42-841e-f8a8d5ffa339" providerId="ADAL" clId="{DB2F6A12-B910-4D36-89A1-BA14CBFE7DA3}" dt="2025-08-29T05:32:57.846" v="1593" actId="478"/>
          <ac:spMkLst>
            <pc:docMk/>
            <pc:sldMk cId="0" sldId="269"/>
            <ac:spMk id="4" creationId="{00000000-0000-0000-0000-000000000000}"/>
          </ac:spMkLst>
        </pc:spChg>
        <pc:spChg chg="mod">
          <ac:chgData name="Dr. Dhaneshwar Mishra [MU - Jaipur]" userId="b99d4817-95ca-4a42-841e-f8a8d5ffa339" providerId="ADAL" clId="{DB2F6A12-B910-4D36-89A1-BA14CBFE7DA3}" dt="2025-08-29T05:34:23.409" v="1639" actId="1076"/>
          <ac:spMkLst>
            <pc:docMk/>
            <pc:sldMk cId="0" sldId="269"/>
            <ac:spMk id="8" creationId="{00000000-0000-0000-0000-000000000000}"/>
          </ac:spMkLst>
        </pc:spChg>
        <pc:spChg chg="del mod">
          <ac:chgData name="Dr. Dhaneshwar Mishra [MU - Jaipur]" userId="b99d4817-95ca-4a42-841e-f8a8d5ffa339" providerId="ADAL" clId="{DB2F6A12-B910-4D36-89A1-BA14CBFE7DA3}" dt="2025-08-29T05:22:09.458" v="1525"/>
          <ac:spMkLst>
            <pc:docMk/>
            <pc:sldMk cId="0" sldId="269"/>
            <ac:spMk id="9" creationId="{00000000-0000-0000-0000-000000000000}"/>
          </ac:spMkLst>
        </pc:spChg>
        <pc:spChg chg="add mod">
          <ac:chgData name="Dr. Dhaneshwar Mishra [MU - Jaipur]" userId="b99d4817-95ca-4a42-841e-f8a8d5ffa339" providerId="ADAL" clId="{DB2F6A12-B910-4D36-89A1-BA14CBFE7DA3}" dt="2025-08-29T05:33:01.602" v="1594" actId="1076"/>
          <ac:spMkLst>
            <pc:docMk/>
            <pc:sldMk cId="0" sldId="269"/>
            <ac:spMk id="11" creationId="{2A2EFD02-3222-E2EC-AB87-5E9252096B67}"/>
          </ac:spMkLst>
        </pc:spChg>
        <pc:spChg chg="add mod">
          <ac:chgData name="Dr. Dhaneshwar Mishra [MU - Jaipur]" userId="b99d4817-95ca-4a42-841e-f8a8d5ffa339" providerId="ADAL" clId="{DB2F6A12-B910-4D36-89A1-BA14CBFE7DA3}" dt="2025-08-29T05:34:14.749" v="1638" actId="123"/>
          <ac:spMkLst>
            <pc:docMk/>
            <pc:sldMk cId="0" sldId="269"/>
            <ac:spMk id="13" creationId="{99654427-5D67-0E2B-CEBB-FCD852E1D971}"/>
          </ac:spMkLst>
        </pc:spChg>
        <pc:spChg chg="add mod">
          <ac:chgData name="Dr. Dhaneshwar Mishra [MU - Jaipur]" userId="b99d4817-95ca-4a42-841e-f8a8d5ffa339" providerId="ADAL" clId="{DB2F6A12-B910-4D36-89A1-BA14CBFE7DA3}" dt="2025-08-29T05:33:43.891" v="1632" actId="113"/>
          <ac:spMkLst>
            <pc:docMk/>
            <pc:sldMk cId="0" sldId="269"/>
            <ac:spMk id="14" creationId="{7B53360B-179A-CD49-ACED-38FAD6B8E7A2}"/>
          </ac:spMkLst>
        </pc:spChg>
        <pc:grpChg chg="mod">
          <ac:chgData name="Dr. Dhaneshwar Mishra [MU - Jaipur]" userId="b99d4817-95ca-4a42-841e-f8a8d5ffa339" providerId="ADAL" clId="{DB2F6A12-B910-4D36-89A1-BA14CBFE7DA3}" dt="2025-08-29T05:32:53.490" v="1592" actId="1076"/>
          <ac:grpSpMkLst>
            <pc:docMk/>
            <pc:sldMk cId="0" sldId="269"/>
            <ac:grpSpMk id="5" creationId="{00000000-0000-0000-0000-000000000000}"/>
          </ac:grpSpMkLst>
        </pc:grpChg>
      </pc:sldChg>
      <pc:sldChg chg="addSp delSp modSp add mod">
        <pc:chgData name="Dr. Dhaneshwar Mishra [MU - Jaipur]" userId="b99d4817-95ca-4a42-841e-f8a8d5ffa339" providerId="ADAL" clId="{DB2F6A12-B910-4D36-89A1-BA14CBFE7DA3}" dt="2025-08-28T06:30:12.763" v="231" actId="1076"/>
        <pc:sldMkLst>
          <pc:docMk/>
          <pc:sldMk cId="0" sldId="306"/>
        </pc:sldMkLst>
        <pc:spChg chg="mod">
          <ac:chgData name="Dr. Dhaneshwar Mishra [MU - Jaipur]" userId="b99d4817-95ca-4a42-841e-f8a8d5ffa339" providerId="ADAL" clId="{DB2F6A12-B910-4D36-89A1-BA14CBFE7DA3}" dt="2025-08-28T06:30:12.763" v="231" actId="1076"/>
          <ac:spMkLst>
            <pc:docMk/>
            <pc:sldMk cId="0" sldId="306"/>
            <ac:spMk id="4" creationId="{00000000-0000-0000-0000-000000000000}"/>
          </ac:spMkLst>
        </pc:spChg>
        <pc:spChg chg="mod">
          <ac:chgData name="Dr. Dhaneshwar Mishra [MU - Jaipur]" userId="b99d4817-95ca-4a42-841e-f8a8d5ffa339" providerId="ADAL" clId="{DB2F6A12-B910-4D36-89A1-BA14CBFE7DA3}" dt="2025-08-27T11:55:30.940" v="195" actId="14100"/>
          <ac:spMkLst>
            <pc:docMk/>
            <pc:sldMk cId="0" sldId="306"/>
            <ac:spMk id="7" creationId="{00000000-0000-0000-0000-000000000000}"/>
          </ac:spMkLst>
        </pc:spChg>
        <pc:spChg chg="add mod">
          <ac:chgData name="Dr. Dhaneshwar Mishra [MU - Jaipur]" userId="b99d4817-95ca-4a42-841e-f8a8d5ffa339" providerId="ADAL" clId="{DB2F6A12-B910-4D36-89A1-BA14CBFE7DA3}" dt="2025-08-27T11:55:24.020" v="194" actId="1076"/>
          <ac:spMkLst>
            <pc:docMk/>
            <pc:sldMk cId="0" sldId="306"/>
            <ac:spMk id="9" creationId="{59D703D1-7B6F-33F3-DFFF-DE742D12F879}"/>
          </ac:spMkLst>
        </pc:spChg>
        <pc:spChg chg="add mod">
          <ac:chgData name="Dr. Dhaneshwar Mishra [MU - Jaipur]" userId="b99d4817-95ca-4a42-841e-f8a8d5ffa339" providerId="ADAL" clId="{DB2F6A12-B910-4D36-89A1-BA14CBFE7DA3}" dt="2025-08-27T11:50:27.531" v="152" actId="403"/>
          <ac:spMkLst>
            <pc:docMk/>
            <pc:sldMk cId="0" sldId="306"/>
            <ac:spMk id="10" creationId="{033D39E8-CBF1-FA93-1029-CAC807295A83}"/>
          </ac:spMkLst>
        </pc:spChg>
        <pc:picChg chg="mod">
          <ac:chgData name="Dr. Dhaneshwar Mishra [MU - Jaipur]" userId="b99d4817-95ca-4a42-841e-f8a8d5ffa339" providerId="ADAL" clId="{DB2F6A12-B910-4D36-89A1-BA14CBFE7DA3}" dt="2025-08-27T11:55:34.436" v="196" actId="1076"/>
          <ac:picMkLst>
            <pc:docMk/>
            <pc:sldMk cId="0" sldId="306"/>
            <ac:picMk id="5" creationId="{00000000-0000-0000-0000-000000000000}"/>
          </ac:picMkLst>
        </pc:picChg>
      </pc:sldChg>
      <pc:sldChg chg="addSp delSp modSp add mod">
        <pc:chgData name="Dr. Dhaneshwar Mishra [MU - Jaipur]" userId="b99d4817-95ca-4a42-841e-f8a8d5ffa339" providerId="ADAL" clId="{DB2F6A12-B910-4D36-89A1-BA14CBFE7DA3}" dt="2025-08-28T07:11:23.296" v="756" actId="14100"/>
        <pc:sldMkLst>
          <pc:docMk/>
          <pc:sldMk cId="0" sldId="307"/>
        </pc:sldMkLst>
        <pc:spChg chg="add mod">
          <ac:chgData name="Dr. Dhaneshwar Mishra [MU - Jaipur]" userId="b99d4817-95ca-4a42-841e-f8a8d5ffa339" providerId="ADAL" clId="{DB2F6A12-B910-4D36-89A1-BA14CBFE7DA3}" dt="2025-08-28T07:11:23.296" v="756" actId="14100"/>
          <ac:spMkLst>
            <pc:docMk/>
            <pc:sldMk cId="0" sldId="307"/>
            <ac:spMk id="2" creationId="{B14A9838-337B-BE0E-7419-1C84DC732273}"/>
          </ac:spMkLst>
        </pc:spChg>
        <pc:spChg chg="mod">
          <ac:chgData name="Dr. Dhaneshwar Mishra [MU - Jaipur]" userId="b99d4817-95ca-4a42-841e-f8a8d5ffa339" providerId="ADAL" clId="{DB2F6A12-B910-4D36-89A1-BA14CBFE7DA3}" dt="2025-08-28T06:33:09.801" v="291" actId="12"/>
          <ac:spMkLst>
            <pc:docMk/>
            <pc:sldMk cId="0" sldId="307"/>
            <ac:spMk id="3" creationId="{00000000-0000-0000-0000-000000000000}"/>
          </ac:spMkLst>
        </pc:spChg>
        <pc:spChg chg="mod">
          <ac:chgData name="Dr. Dhaneshwar Mishra [MU - Jaipur]" userId="b99d4817-95ca-4a42-841e-f8a8d5ffa339" providerId="ADAL" clId="{DB2F6A12-B910-4D36-89A1-BA14CBFE7DA3}" dt="2025-08-28T06:33:00.851" v="289" actId="14100"/>
          <ac:spMkLst>
            <pc:docMk/>
            <pc:sldMk cId="0" sldId="307"/>
            <ac:spMk id="4" creationId="{00000000-0000-0000-0000-000000000000}"/>
          </ac:spMkLst>
        </pc:spChg>
        <pc:spChg chg="add mod">
          <ac:chgData name="Dr. Dhaneshwar Mishra [MU - Jaipur]" userId="b99d4817-95ca-4a42-841e-f8a8d5ffa339" providerId="ADAL" clId="{DB2F6A12-B910-4D36-89A1-BA14CBFE7DA3}" dt="2025-08-28T06:33:23.823" v="292" actId="207"/>
          <ac:spMkLst>
            <pc:docMk/>
            <pc:sldMk cId="0" sldId="307"/>
            <ac:spMk id="6" creationId="{BA37D617-4D74-8312-3277-73C0D508B7F9}"/>
          </ac:spMkLst>
        </pc:spChg>
        <pc:picChg chg="mod">
          <ac:chgData name="Dr. Dhaneshwar Mishra [MU - Jaipur]" userId="b99d4817-95ca-4a42-841e-f8a8d5ffa339" providerId="ADAL" clId="{DB2F6A12-B910-4D36-89A1-BA14CBFE7DA3}" dt="2025-08-28T06:33:36.209" v="293" actId="1076"/>
          <ac:picMkLst>
            <pc:docMk/>
            <pc:sldMk cId="0" sldId="307"/>
            <ac:picMk id="5" creationId="{00000000-0000-0000-0000-000000000000}"/>
          </ac:picMkLst>
        </pc:picChg>
      </pc:sldChg>
      <pc:sldChg chg="del">
        <pc:chgData name="Dr. Dhaneshwar Mishra [MU - Jaipur]" userId="b99d4817-95ca-4a42-841e-f8a8d5ffa339" providerId="ADAL" clId="{DB2F6A12-B910-4D36-89A1-BA14CBFE7DA3}" dt="2025-08-28T06:35:37.496" v="296" actId="47"/>
        <pc:sldMkLst>
          <pc:docMk/>
          <pc:sldMk cId="1517656135" sldId="312"/>
        </pc:sldMkLst>
      </pc:sldChg>
      <pc:sldChg chg="del">
        <pc:chgData name="Dr. Dhaneshwar Mishra [MU - Jaipur]" userId="b99d4817-95ca-4a42-841e-f8a8d5ffa339" providerId="ADAL" clId="{DB2F6A12-B910-4D36-89A1-BA14CBFE7DA3}" dt="2025-08-28T06:35:37.496" v="296" actId="47"/>
        <pc:sldMkLst>
          <pc:docMk/>
          <pc:sldMk cId="3880004730" sldId="313"/>
        </pc:sldMkLst>
      </pc:sldChg>
      <pc:sldChg chg="addSp delSp modSp add mod">
        <pc:chgData name="Dr. Dhaneshwar Mishra [MU - Jaipur]" userId="b99d4817-95ca-4a42-841e-f8a8d5ffa339" providerId="ADAL" clId="{DB2F6A12-B910-4D36-89A1-BA14CBFE7DA3}" dt="2025-08-28T07:12:51.144" v="778" actId="14100"/>
        <pc:sldMkLst>
          <pc:docMk/>
          <pc:sldMk cId="0" sldId="315"/>
        </pc:sldMkLst>
        <pc:spChg chg="del">
          <ac:chgData name="Dr. Dhaneshwar Mishra [MU - Jaipur]" userId="b99d4817-95ca-4a42-841e-f8a8d5ffa339" providerId="ADAL" clId="{DB2F6A12-B910-4D36-89A1-BA14CBFE7DA3}" dt="2025-08-28T06:41:40.010" v="351" actId="478"/>
          <ac:spMkLst>
            <pc:docMk/>
            <pc:sldMk cId="0" sldId="315"/>
            <ac:spMk id="2" creationId="{00000000-0000-0000-0000-000000000000}"/>
          </ac:spMkLst>
        </pc:spChg>
        <pc:spChg chg="mod">
          <ac:chgData name="Dr. Dhaneshwar Mishra [MU - Jaipur]" userId="b99d4817-95ca-4a42-841e-f8a8d5ffa339" providerId="ADAL" clId="{DB2F6A12-B910-4D36-89A1-BA14CBFE7DA3}" dt="2025-08-28T06:36:54.031" v="311" actId="20577"/>
          <ac:spMkLst>
            <pc:docMk/>
            <pc:sldMk cId="0" sldId="315"/>
            <ac:spMk id="3" creationId="{00000000-0000-0000-0000-000000000000}"/>
          </ac:spMkLst>
        </pc:spChg>
        <pc:spChg chg="mod">
          <ac:chgData name="Dr. Dhaneshwar Mishra [MU - Jaipur]" userId="b99d4817-95ca-4a42-841e-f8a8d5ffa339" providerId="ADAL" clId="{DB2F6A12-B910-4D36-89A1-BA14CBFE7DA3}" dt="2025-08-28T07:12:40.120" v="775" actId="14100"/>
          <ac:spMkLst>
            <pc:docMk/>
            <pc:sldMk cId="0" sldId="315"/>
            <ac:spMk id="4" creationId="{00000000-0000-0000-0000-000000000000}"/>
          </ac:spMkLst>
        </pc:spChg>
        <pc:spChg chg="del mod">
          <ac:chgData name="Dr. Dhaneshwar Mishra [MU - Jaipur]" userId="b99d4817-95ca-4a42-841e-f8a8d5ffa339" providerId="ADAL" clId="{DB2F6A12-B910-4D36-89A1-BA14CBFE7DA3}" dt="2025-08-28T07:12:21.457" v="773" actId="478"/>
          <ac:spMkLst>
            <pc:docMk/>
            <pc:sldMk cId="0" sldId="315"/>
            <ac:spMk id="6" creationId="{00000000-0000-0000-0000-000000000000}"/>
          </ac:spMkLst>
        </pc:spChg>
        <pc:spChg chg="add mod">
          <ac:chgData name="Dr. Dhaneshwar Mishra [MU - Jaipur]" userId="b99d4817-95ca-4a42-841e-f8a8d5ffa339" providerId="ADAL" clId="{DB2F6A12-B910-4D36-89A1-BA14CBFE7DA3}" dt="2025-08-28T07:12:10.560" v="772" actId="6549"/>
          <ac:spMkLst>
            <pc:docMk/>
            <pc:sldMk cId="0" sldId="315"/>
            <ac:spMk id="8" creationId="{810AD251-F23D-A65E-4743-2AC16386288A}"/>
          </ac:spMkLst>
        </pc:spChg>
        <pc:picChg chg="mod">
          <ac:chgData name="Dr. Dhaneshwar Mishra [MU - Jaipur]" userId="b99d4817-95ca-4a42-841e-f8a8d5ffa339" providerId="ADAL" clId="{DB2F6A12-B910-4D36-89A1-BA14CBFE7DA3}" dt="2025-08-28T07:12:51.144" v="778" actId="14100"/>
          <ac:picMkLst>
            <pc:docMk/>
            <pc:sldMk cId="0" sldId="315"/>
            <ac:picMk id="5" creationId="{00000000-0000-0000-0000-000000000000}"/>
          </ac:picMkLst>
        </pc:picChg>
      </pc:sldChg>
      <pc:sldChg chg="addSp delSp modSp add mod">
        <pc:chgData name="Dr. Dhaneshwar Mishra [MU - Jaipur]" userId="b99d4817-95ca-4a42-841e-f8a8d5ffa339" providerId="ADAL" clId="{DB2F6A12-B910-4D36-89A1-BA14CBFE7DA3}" dt="2025-08-28T07:10:23.097" v="738" actId="478"/>
        <pc:sldMkLst>
          <pc:docMk/>
          <pc:sldMk cId="0" sldId="316"/>
        </pc:sldMkLst>
        <pc:spChg chg="mod">
          <ac:chgData name="Dr. Dhaneshwar Mishra [MU - Jaipur]" userId="b99d4817-95ca-4a42-841e-f8a8d5ffa339" providerId="ADAL" clId="{DB2F6A12-B910-4D36-89A1-BA14CBFE7DA3}" dt="2025-08-28T06:51:47.643" v="489" actId="403"/>
          <ac:spMkLst>
            <pc:docMk/>
            <pc:sldMk cId="0" sldId="316"/>
            <ac:spMk id="2" creationId="{00000000-0000-0000-0000-000000000000}"/>
          </ac:spMkLst>
        </pc:spChg>
        <pc:spChg chg="mod">
          <ac:chgData name="Dr. Dhaneshwar Mishra [MU - Jaipur]" userId="b99d4817-95ca-4a42-841e-f8a8d5ffa339" providerId="ADAL" clId="{DB2F6A12-B910-4D36-89A1-BA14CBFE7DA3}" dt="2025-08-28T07:10:05.940" v="736" actId="20577"/>
          <ac:spMkLst>
            <pc:docMk/>
            <pc:sldMk cId="0" sldId="316"/>
            <ac:spMk id="3" creationId="{00000000-0000-0000-0000-000000000000}"/>
          </ac:spMkLst>
        </pc:spChg>
        <pc:spChg chg="del mod">
          <ac:chgData name="Dr. Dhaneshwar Mishra [MU - Jaipur]" userId="b99d4817-95ca-4a42-841e-f8a8d5ffa339" providerId="ADAL" clId="{DB2F6A12-B910-4D36-89A1-BA14CBFE7DA3}" dt="2025-08-28T07:10:23.097" v="738" actId="478"/>
          <ac:spMkLst>
            <pc:docMk/>
            <pc:sldMk cId="0" sldId="316"/>
            <ac:spMk id="5" creationId="{00000000-0000-0000-0000-000000000000}"/>
          </ac:spMkLst>
        </pc:spChg>
        <pc:spChg chg="del mod">
          <ac:chgData name="Dr. Dhaneshwar Mishra [MU - Jaipur]" userId="b99d4817-95ca-4a42-841e-f8a8d5ffa339" providerId="ADAL" clId="{DB2F6A12-B910-4D36-89A1-BA14CBFE7DA3}" dt="2025-08-28T06:46:24.764" v="436" actId="478"/>
          <ac:spMkLst>
            <pc:docMk/>
            <pc:sldMk cId="0" sldId="316"/>
            <ac:spMk id="7" creationId="{00000000-0000-0000-0000-000000000000}"/>
          </ac:spMkLst>
        </pc:spChg>
        <pc:spChg chg="add del mod">
          <ac:chgData name="Dr. Dhaneshwar Mishra [MU - Jaipur]" userId="b99d4817-95ca-4a42-841e-f8a8d5ffa339" providerId="ADAL" clId="{DB2F6A12-B910-4D36-89A1-BA14CBFE7DA3}" dt="2025-08-28T06:43:47.307" v="372" actId="478"/>
          <ac:spMkLst>
            <pc:docMk/>
            <pc:sldMk cId="0" sldId="316"/>
            <ac:spMk id="9" creationId="{51CD1114-EE58-7808-FC46-A6D42B2C5F28}"/>
          </ac:spMkLst>
        </pc:spChg>
        <pc:spChg chg="add del">
          <ac:chgData name="Dr. Dhaneshwar Mishra [MU - Jaipur]" userId="b99d4817-95ca-4a42-841e-f8a8d5ffa339" providerId="ADAL" clId="{DB2F6A12-B910-4D36-89A1-BA14CBFE7DA3}" dt="2025-08-28T06:43:53.665" v="374" actId="22"/>
          <ac:spMkLst>
            <pc:docMk/>
            <pc:sldMk cId="0" sldId="316"/>
            <ac:spMk id="11" creationId="{8A5F5193-BBDF-987E-5AB8-40F9582A6241}"/>
          </ac:spMkLst>
        </pc:spChg>
        <pc:spChg chg="add del mod">
          <ac:chgData name="Dr. Dhaneshwar Mishra [MU - Jaipur]" userId="b99d4817-95ca-4a42-841e-f8a8d5ffa339" providerId="ADAL" clId="{DB2F6A12-B910-4D36-89A1-BA14CBFE7DA3}" dt="2025-08-28T06:52:57.544" v="508" actId="21"/>
          <ac:spMkLst>
            <pc:docMk/>
            <pc:sldMk cId="0" sldId="316"/>
            <ac:spMk id="13" creationId="{90981D6B-EBE3-1811-4F02-5F5A5CE19B5E}"/>
          </ac:spMkLst>
        </pc:spChg>
        <pc:spChg chg="add del mod">
          <ac:chgData name="Dr. Dhaneshwar Mishra [MU - Jaipur]" userId="b99d4817-95ca-4a42-841e-f8a8d5ffa339" providerId="ADAL" clId="{DB2F6A12-B910-4D36-89A1-BA14CBFE7DA3}" dt="2025-08-28T06:51:54.221" v="490" actId="21"/>
          <ac:spMkLst>
            <pc:docMk/>
            <pc:sldMk cId="0" sldId="316"/>
            <ac:spMk id="15" creationId="{2EC74E26-F6D6-7D36-F2E8-33042511B182}"/>
          </ac:spMkLst>
        </pc:spChg>
        <pc:picChg chg="mod">
          <ac:chgData name="Dr. Dhaneshwar Mishra [MU - Jaipur]" userId="b99d4817-95ca-4a42-841e-f8a8d5ffa339" providerId="ADAL" clId="{DB2F6A12-B910-4D36-89A1-BA14CBFE7DA3}" dt="2025-08-28T07:10:19.205" v="737" actId="1076"/>
          <ac:picMkLst>
            <pc:docMk/>
            <pc:sldMk cId="0" sldId="316"/>
            <ac:picMk id="4" creationId="{00000000-0000-0000-0000-000000000000}"/>
          </ac:picMkLst>
        </pc:picChg>
        <pc:picChg chg="del mod">
          <ac:chgData name="Dr. Dhaneshwar Mishra [MU - Jaipur]" userId="b99d4817-95ca-4a42-841e-f8a8d5ffa339" providerId="ADAL" clId="{DB2F6A12-B910-4D36-89A1-BA14CBFE7DA3}" dt="2025-08-28T06:52:57.544" v="508" actId="21"/>
          <ac:picMkLst>
            <pc:docMk/>
            <pc:sldMk cId="0" sldId="316"/>
            <ac:picMk id="6" creationId="{00000000-0000-0000-0000-000000000000}"/>
          </ac:picMkLst>
        </pc:picChg>
      </pc:sldChg>
      <pc:sldChg chg="addSp delSp modSp add mod">
        <pc:chgData name="Dr. Dhaneshwar Mishra [MU - Jaipur]" userId="b99d4817-95ca-4a42-841e-f8a8d5ffa339" providerId="ADAL" clId="{DB2F6A12-B910-4D36-89A1-BA14CBFE7DA3}" dt="2025-08-28T07:13:12.170" v="782" actId="6549"/>
        <pc:sldMkLst>
          <pc:docMk/>
          <pc:sldMk cId="0" sldId="317"/>
        </pc:sldMkLst>
        <pc:spChg chg="mod">
          <ac:chgData name="Dr. Dhaneshwar Mishra [MU - Jaipur]" userId="b99d4817-95ca-4a42-841e-f8a8d5ffa339" providerId="ADAL" clId="{DB2F6A12-B910-4D36-89A1-BA14CBFE7DA3}" dt="2025-08-28T07:13:08.449" v="781" actId="20577"/>
          <ac:spMkLst>
            <pc:docMk/>
            <pc:sldMk cId="0" sldId="317"/>
            <ac:spMk id="3" creationId="{00000000-0000-0000-0000-000000000000}"/>
          </ac:spMkLst>
        </pc:spChg>
        <pc:spChg chg="mod">
          <ac:chgData name="Dr. Dhaneshwar Mishra [MU - Jaipur]" userId="b99d4817-95ca-4a42-841e-f8a8d5ffa339" providerId="ADAL" clId="{DB2F6A12-B910-4D36-89A1-BA14CBFE7DA3}" dt="2025-08-28T07:00:43.938" v="697" actId="1076"/>
          <ac:spMkLst>
            <pc:docMk/>
            <pc:sldMk cId="0" sldId="317"/>
            <ac:spMk id="5" creationId="{00000000-0000-0000-0000-000000000000}"/>
          </ac:spMkLst>
        </pc:spChg>
        <pc:spChg chg="del">
          <ac:chgData name="Dr. Dhaneshwar Mishra [MU - Jaipur]" userId="b99d4817-95ca-4a42-841e-f8a8d5ffa339" providerId="ADAL" clId="{DB2F6A12-B910-4D36-89A1-BA14CBFE7DA3}" dt="2025-08-28T06:58:07.167" v="629" actId="478"/>
          <ac:spMkLst>
            <pc:docMk/>
            <pc:sldMk cId="0" sldId="317"/>
            <ac:spMk id="6" creationId="{00000000-0000-0000-0000-000000000000}"/>
          </ac:spMkLst>
        </pc:spChg>
        <pc:spChg chg="add del mod">
          <ac:chgData name="Dr. Dhaneshwar Mishra [MU - Jaipur]" userId="b99d4817-95ca-4a42-841e-f8a8d5ffa339" providerId="ADAL" clId="{DB2F6A12-B910-4D36-89A1-BA14CBFE7DA3}" dt="2025-08-28T06:55:40.234" v="546" actId="478"/>
          <ac:spMkLst>
            <pc:docMk/>
            <pc:sldMk cId="0" sldId="317"/>
            <ac:spMk id="8" creationId="{63B81641-6EF9-9D3F-060D-AA9CCA7715B7}"/>
          </ac:spMkLst>
        </pc:spChg>
        <pc:spChg chg="add del mod">
          <ac:chgData name="Dr. Dhaneshwar Mishra [MU - Jaipur]" userId="b99d4817-95ca-4a42-841e-f8a8d5ffa339" providerId="ADAL" clId="{DB2F6A12-B910-4D36-89A1-BA14CBFE7DA3}" dt="2025-08-28T07:08:52.907" v="708" actId="478"/>
          <ac:spMkLst>
            <pc:docMk/>
            <pc:sldMk cId="0" sldId="317"/>
            <ac:spMk id="10" creationId="{8717E028-8A57-E786-0EBD-F53A63ECCBFD}"/>
          </ac:spMkLst>
        </pc:spChg>
        <pc:spChg chg="add mod">
          <ac:chgData name="Dr. Dhaneshwar Mishra [MU - Jaipur]" userId="b99d4817-95ca-4a42-841e-f8a8d5ffa339" providerId="ADAL" clId="{DB2F6A12-B910-4D36-89A1-BA14CBFE7DA3}" dt="2025-08-28T07:13:12.170" v="782" actId="6549"/>
          <ac:spMkLst>
            <pc:docMk/>
            <pc:sldMk cId="0" sldId="317"/>
            <ac:spMk id="12" creationId="{3CB88C28-50D4-1475-B22A-055B0235E445}"/>
          </ac:spMkLst>
        </pc:spChg>
        <pc:picChg chg="mod">
          <ac:chgData name="Dr. Dhaneshwar Mishra [MU - Jaipur]" userId="b99d4817-95ca-4a42-841e-f8a8d5ffa339" providerId="ADAL" clId="{DB2F6A12-B910-4D36-89A1-BA14CBFE7DA3}" dt="2025-08-28T07:08:46.760" v="706" actId="1076"/>
          <ac:picMkLst>
            <pc:docMk/>
            <pc:sldMk cId="0" sldId="317"/>
            <ac:picMk id="2" creationId="{00000000-0000-0000-0000-000000000000}"/>
          </ac:picMkLst>
        </pc:picChg>
        <pc:picChg chg="mod">
          <ac:chgData name="Dr. Dhaneshwar Mishra [MU - Jaipur]" userId="b99d4817-95ca-4a42-841e-f8a8d5ffa339" providerId="ADAL" clId="{DB2F6A12-B910-4D36-89A1-BA14CBFE7DA3}" dt="2025-08-28T07:08:57.586" v="709" actId="14100"/>
          <ac:picMkLst>
            <pc:docMk/>
            <pc:sldMk cId="0" sldId="317"/>
            <ac:picMk id="4" creationId="{00000000-0000-0000-0000-000000000000}"/>
          </ac:picMkLst>
        </pc:picChg>
      </pc:sldChg>
      <pc:sldChg chg="modSp add del mod">
        <pc:chgData name="Dr. Dhaneshwar Mishra [MU - Jaipur]" userId="b99d4817-95ca-4a42-841e-f8a8d5ffa339" providerId="ADAL" clId="{DB2F6A12-B910-4D36-89A1-BA14CBFE7DA3}" dt="2025-08-28T07:03:08.998" v="702" actId="47"/>
        <pc:sldMkLst>
          <pc:docMk/>
          <pc:sldMk cId="0" sldId="318"/>
        </pc:sldMkLst>
        <pc:picChg chg="mod">
          <ac:chgData name="Dr. Dhaneshwar Mishra [MU - Jaipur]" userId="b99d4817-95ca-4a42-841e-f8a8d5ffa339" providerId="ADAL" clId="{DB2F6A12-B910-4D36-89A1-BA14CBFE7DA3}" dt="2025-08-28T07:01:28.113" v="701" actId="1076"/>
          <ac:picMkLst>
            <pc:docMk/>
            <pc:sldMk cId="0" sldId="318"/>
            <ac:picMk id="2" creationId="{00000000-0000-0000-0000-000000000000}"/>
          </ac:picMkLst>
        </pc:picChg>
      </pc:sldChg>
      <pc:sldChg chg="modSp add del mod">
        <pc:chgData name="Dr. Dhaneshwar Mishra [MU - Jaipur]" userId="b99d4817-95ca-4a42-841e-f8a8d5ffa339" providerId="ADAL" clId="{DB2F6A12-B910-4D36-89A1-BA14CBFE7DA3}" dt="2025-08-28T07:03:08.998" v="702" actId="47"/>
        <pc:sldMkLst>
          <pc:docMk/>
          <pc:sldMk cId="0" sldId="319"/>
        </pc:sldMkLst>
        <pc:spChg chg="mod">
          <ac:chgData name="Dr. Dhaneshwar Mishra [MU - Jaipur]" userId="b99d4817-95ca-4a42-841e-f8a8d5ffa339" providerId="ADAL" clId="{DB2F6A12-B910-4D36-89A1-BA14CBFE7DA3}" dt="2025-08-28T06:35:26.189" v="295" actId="1076"/>
          <ac:spMkLst>
            <pc:docMk/>
            <pc:sldMk cId="0" sldId="319"/>
            <ac:spMk id="3" creationId="{00000000-0000-0000-0000-000000000000}"/>
          </ac:spMkLst>
        </pc:spChg>
      </pc:sldChg>
      <pc:sldChg chg="addSp delSp modSp new mod">
        <pc:chgData name="Dr. Dhaneshwar Mishra [MU - Jaipur]" userId="b99d4817-95ca-4a42-841e-f8a8d5ffa339" providerId="ADAL" clId="{DB2F6A12-B910-4D36-89A1-BA14CBFE7DA3}" dt="2025-08-28T06:53:57.641" v="526" actId="1076"/>
        <pc:sldMkLst>
          <pc:docMk/>
          <pc:sldMk cId="1539779296" sldId="362"/>
        </pc:sldMkLst>
        <pc:spChg chg="del">
          <ac:chgData name="Dr. Dhaneshwar Mishra [MU - Jaipur]" userId="b99d4817-95ca-4a42-841e-f8a8d5ffa339" providerId="ADAL" clId="{DB2F6A12-B910-4D36-89A1-BA14CBFE7DA3}" dt="2025-08-28T06:51:24.645" v="478" actId="478"/>
          <ac:spMkLst>
            <pc:docMk/>
            <pc:sldMk cId="1539779296" sldId="362"/>
            <ac:spMk id="2" creationId="{015295A6-D1EC-C299-1F1C-12F3FFB5DA6E}"/>
          </ac:spMkLst>
        </pc:spChg>
        <pc:spChg chg="del">
          <ac:chgData name="Dr. Dhaneshwar Mishra [MU - Jaipur]" userId="b99d4817-95ca-4a42-841e-f8a8d5ffa339" providerId="ADAL" clId="{DB2F6A12-B910-4D36-89A1-BA14CBFE7DA3}" dt="2025-08-28T06:51:21.133" v="477" actId="478"/>
          <ac:spMkLst>
            <pc:docMk/>
            <pc:sldMk cId="1539779296" sldId="362"/>
            <ac:spMk id="3" creationId="{4F14FAF7-456E-6EDC-DDA2-486F8228DC75}"/>
          </ac:spMkLst>
        </pc:spChg>
        <pc:spChg chg="add mod">
          <ac:chgData name="Dr. Dhaneshwar Mishra [MU - Jaipur]" userId="b99d4817-95ca-4a42-841e-f8a8d5ffa339" providerId="ADAL" clId="{DB2F6A12-B910-4D36-89A1-BA14CBFE7DA3}" dt="2025-08-28T06:53:39.654" v="518" actId="14100"/>
          <ac:spMkLst>
            <pc:docMk/>
            <pc:sldMk cId="1539779296" sldId="362"/>
            <ac:spMk id="4" creationId="{6C8C9B03-A142-BDA3-BAF8-34897D8E220B}"/>
          </ac:spMkLst>
        </pc:spChg>
        <pc:spChg chg="add mod">
          <ac:chgData name="Dr. Dhaneshwar Mishra [MU - Jaipur]" userId="b99d4817-95ca-4a42-841e-f8a8d5ffa339" providerId="ADAL" clId="{DB2F6A12-B910-4D36-89A1-BA14CBFE7DA3}" dt="2025-08-28T06:53:57.641" v="526" actId="1076"/>
          <ac:spMkLst>
            <pc:docMk/>
            <pc:sldMk cId="1539779296" sldId="362"/>
            <ac:spMk id="6" creationId="{F11688F5-08E4-9173-E4DB-589EC56F64F5}"/>
          </ac:spMkLst>
        </pc:spChg>
        <pc:spChg chg="add mod">
          <ac:chgData name="Dr. Dhaneshwar Mishra [MU - Jaipur]" userId="b99d4817-95ca-4a42-841e-f8a8d5ffa339" providerId="ADAL" clId="{DB2F6A12-B910-4D36-89A1-BA14CBFE7DA3}" dt="2025-08-28T06:53:10.245" v="511" actId="1076"/>
          <ac:spMkLst>
            <pc:docMk/>
            <pc:sldMk cId="1539779296" sldId="362"/>
            <ac:spMk id="13" creationId="{90981D6B-EBE3-1811-4F02-5F5A5CE19B5E}"/>
          </ac:spMkLst>
        </pc:spChg>
        <pc:picChg chg="add mod">
          <ac:chgData name="Dr. Dhaneshwar Mishra [MU - Jaipur]" userId="b99d4817-95ca-4a42-841e-f8a8d5ffa339" providerId="ADAL" clId="{DB2F6A12-B910-4D36-89A1-BA14CBFE7DA3}" dt="2025-08-28T06:53:15.390" v="514" actId="14100"/>
          <ac:picMkLst>
            <pc:docMk/>
            <pc:sldMk cId="1539779296" sldId="362"/>
            <ac:picMk id="7" creationId="{00000000-0000-0000-0000-000000000000}"/>
          </ac:picMkLst>
        </pc:picChg>
      </pc:sldChg>
      <pc:sldChg chg="addSp delSp modSp new mod">
        <pc:chgData name="Dr. Dhaneshwar Mishra [MU - Jaipur]" userId="b99d4817-95ca-4a42-841e-f8a8d5ffa339" providerId="ADAL" clId="{DB2F6A12-B910-4D36-89A1-BA14CBFE7DA3}" dt="2025-08-29T03:54:28.759" v="1132" actId="21"/>
        <pc:sldMkLst>
          <pc:docMk/>
          <pc:sldMk cId="1014376334" sldId="363"/>
        </pc:sldMkLst>
        <pc:spChg chg="del">
          <ac:chgData name="Dr. Dhaneshwar Mishra [MU - Jaipur]" userId="b99d4817-95ca-4a42-841e-f8a8d5ffa339" providerId="ADAL" clId="{DB2F6A12-B910-4D36-89A1-BA14CBFE7DA3}" dt="2025-08-28T07:16:36.934" v="826" actId="478"/>
          <ac:spMkLst>
            <pc:docMk/>
            <pc:sldMk cId="1014376334" sldId="363"/>
            <ac:spMk id="2" creationId="{878A781F-6728-4EF2-D375-863F17E84569}"/>
          </ac:spMkLst>
        </pc:spChg>
        <pc:spChg chg="del">
          <ac:chgData name="Dr. Dhaneshwar Mishra [MU - Jaipur]" userId="b99d4817-95ca-4a42-841e-f8a8d5ffa339" providerId="ADAL" clId="{DB2F6A12-B910-4D36-89A1-BA14CBFE7DA3}" dt="2025-08-28T07:16:32.511" v="825" actId="478"/>
          <ac:spMkLst>
            <pc:docMk/>
            <pc:sldMk cId="1014376334" sldId="363"/>
            <ac:spMk id="3" creationId="{45FAE575-DFC4-FEC1-F1DE-103B94B6092F}"/>
          </ac:spMkLst>
        </pc:spChg>
        <pc:spChg chg="add mod">
          <ac:chgData name="Dr. Dhaneshwar Mishra [MU - Jaipur]" userId="b99d4817-95ca-4a42-841e-f8a8d5ffa339" providerId="ADAL" clId="{DB2F6A12-B910-4D36-89A1-BA14CBFE7DA3}" dt="2025-08-29T03:52:41.194" v="1085" actId="207"/>
          <ac:spMkLst>
            <pc:docMk/>
            <pc:sldMk cId="1014376334" sldId="363"/>
            <ac:spMk id="4" creationId="{E319BC67-F030-EE70-D8EB-696E4C0EEC02}"/>
          </ac:spMkLst>
        </pc:spChg>
        <pc:spChg chg="add mod">
          <ac:chgData name="Dr. Dhaneshwar Mishra [MU - Jaipur]" userId="b99d4817-95ca-4a42-841e-f8a8d5ffa339" providerId="ADAL" clId="{DB2F6A12-B910-4D36-89A1-BA14CBFE7DA3}" dt="2025-08-29T03:53:33.669" v="1121" actId="14100"/>
          <ac:spMkLst>
            <pc:docMk/>
            <pc:sldMk cId="1014376334" sldId="363"/>
            <ac:spMk id="5" creationId="{1462D7DF-3821-8349-D0A9-B965E364247C}"/>
          </ac:spMkLst>
        </pc:spChg>
        <pc:spChg chg="add del">
          <ac:chgData name="Dr. Dhaneshwar Mishra [MU - Jaipur]" userId="b99d4817-95ca-4a42-841e-f8a8d5ffa339" providerId="ADAL" clId="{DB2F6A12-B910-4D36-89A1-BA14CBFE7DA3}" dt="2025-08-28T07:17:08.429" v="841" actId="22"/>
          <ac:spMkLst>
            <pc:docMk/>
            <pc:sldMk cId="1014376334" sldId="363"/>
            <ac:spMk id="5" creationId="{A10C391D-FECA-C196-9977-7024AEBEF450}"/>
          </ac:spMkLst>
        </pc:spChg>
        <pc:spChg chg="add del mod">
          <ac:chgData name="Dr. Dhaneshwar Mishra [MU - Jaipur]" userId="b99d4817-95ca-4a42-841e-f8a8d5ffa339" providerId="ADAL" clId="{DB2F6A12-B910-4D36-89A1-BA14CBFE7DA3}" dt="2025-08-28T07:17:02.452" v="839" actId="478"/>
          <ac:spMkLst>
            <pc:docMk/>
            <pc:sldMk cId="1014376334" sldId="363"/>
            <ac:spMk id="6" creationId="{00000000-0000-0000-0000-000000000000}"/>
          </ac:spMkLst>
        </pc:spChg>
        <pc:spChg chg="add mod">
          <ac:chgData name="Dr. Dhaneshwar Mishra [MU - Jaipur]" userId="b99d4817-95ca-4a42-841e-f8a8d5ffa339" providerId="ADAL" clId="{DB2F6A12-B910-4D36-89A1-BA14CBFE7DA3}" dt="2025-08-29T03:53:21.362" v="1106" actId="20577"/>
          <ac:spMkLst>
            <pc:docMk/>
            <pc:sldMk cId="1014376334" sldId="363"/>
            <ac:spMk id="6" creationId="{A417C996-14EE-E537-E82A-D0C89032861A}"/>
          </ac:spMkLst>
        </pc:spChg>
        <pc:spChg chg="add del mod">
          <ac:chgData name="Dr. Dhaneshwar Mishra [MU - Jaipur]" userId="b99d4817-95ca-4a42-841e-f8a8d5ffa339" providerId="ADAL" clId="{DB2F6A12-B910-4D36-89A1-BA14CBFE7DA3}" dt="2025-08-29T03:54:28.759" v="1132" actId="21"/>
          <ac:spMkLst>
            <pc:docMk/>
            <pc:sldMk cId="1014376334" sldId="363"/>
            <ac:spMk id="8" creationId="{9BE1D33F-5A8D-89F9-5E5D-648FA3439DFF}"/>
          </ac:spMkLst>
        </pc:spChg>
        <pc:spChg chg="add mod">
          <ac:chgData name="Dr. Dhaneshwar Mishra [MU - Jaipur]" userId="b99d4817-95ca-4a42-841e-f8a8d5ffa339" providerId="ADAL" clId="{DB2F6A12-B910-4D36-89A1-BA14CBFE7DA3}" dt="2025-08-28T07:35:14.004" v="1056" actId="404"/>
          <ac:spMkLst>
            <pc:docMk/>
            <pc:sldMk cId="1014376334" sldId="363"/>
            <ac:spMk id="10" creationId="{085F2617-5EA0-B1BA-BD2B-49D98D85DB96}"/>
          </ac:spMkLst>
        </pc:spChg>
        <pc:spChg chg="add mod">
          <ac:chgData name="Dr. Dhaneshwar Mishra [MU - Jaipur]" userId="b99d4817-95ca-4a42-841e-f8a8d5ffa339" providerId="ADAL" clId="{DB2F6A12-B910-4D36-89A1-BA14CBFE7DA3}" dt="2025-08-28T07:33:28.098" v="1017" actId="20577"/>
          <ac:spMkLst>
            <pc:docMk/>
            <pc:sldMk cId="1014376334" sldId="363"/>
            <ac:spMk id="11" creationId="{F561DBA8-AE18-ADEA-290D-9A1030A661E3}"/>
          </ac:spMkLst>
        </pc:spChg>
        <pc:picChg chg="add mod">
          <ac:chgData name="Dr. Dhaneshwar Mishra [MU - Jaipur]" userId="b99d4817-95ca-4a42-841e-f8a8d5ffa339" providerId="ADAL" clId="{DB2F6A12-B910-4D36-89A1-BA14CBFE7DA3}" dt="2025-08-29T03:52:14.509" v="1065" actId="1076"/>
          <ac:picMkLst>
            <pc:docMk/>
            <pc:sldMk cId="1014376334" sldId="363"/>
            <ac:picMk id="2" creationId="{170C204F-B64C-EEFF-90C0-E3503AB98A64}"/>
          </ac:picMkLst>
        </pc:picChg>
        <pc:picChg chg="add mod">
          <ac:chgData name="Dr. Dhaneshwar Mishra [MU - Jaipur]" userId="b99d4817-95ca-4a42-841e-f8a8d5ffa339" providerId="ADAL" clId="{DB2F6A12-B910-4D36-89A1-BA14CBFE7DA3}" dt="2025-08-29T03:52:03.940" v="1064" actId="1076"/>
          <ac:picMkLst>
            <pc:docMk/>
            <pc:sldMk cId="1014376334" sldId="363"/>
            <ac:picMk id="3" creationId="{A839A210-4E48-C341-1E77-BE323E297C2B}"/>
          </ac:picMkLst>
        </pc:picChg>
        <pc:picChg chg="add mod">
          <ac:chgData name="Dr. Dhaneshwar Mishra [MU - Jaipur]" userId="b99d4817-95ca-4a42-841e-f8a8d5ffa339" providerId="ADAL" clId="{DB2F6A12-B910-4D36-89A1-BA14CBFE7DA3}" dt="2025-08-29T03:52:16.419" v="1066" actId="1076"/>
          <ac:picMkLst>
            <pc:docMk/>
            <pc:sldMk cId="1014376334" sldId="363"/>
            <ac:picMk id="12" creationId="{4A87623E-E4EF-D087-1C92-27354CD41A49}"/>
          </ac:picMkLst>
        </pc:picChg>
      </pc:sldChg>
      <pc:sldChg chg="del">
        <pc:chgData name="Dr. Dhaneshwar Mishra [MU - Jaipur]" userId="b99d4817-95ca-4a42-841e-f8a8d5ffa339" providerId="ADAL" clId="{DB2F6A12-B910-4D36-89A1-BA14CBFE7DA3}" dt="2025-08-28T06:35:37.496" v="296" actId="47"/>
        <pc:sldMkLst>
          <pc:docMk/>
          <pc:sldMk cId="1863584943" sldId="366"/>
        </pc:sldMkLst>
      </pc:sldChg>
      <pc:sldChg chg="del">
        <pc:chgData name="Dr. Dhaneshwar Mishra [MU - Jaipur]" userId="b99d4817-95ca-4a42-841e-f8a8d5ffa339" providerId="ADAL" clId="{DB2F6A12-B910-4D36-89A1-BA14CBFE7DA3}" dt="2025-08-28T06:35:37.496" v="296" actId="47"/>
        <pc:sldMkLst>
          <pc:docMk/>
          <pc:sldMk cId="2507983794" sldId="367"/>
        </pc:sldMkLst>
      </pc:sldChg>
      <pc:sldChg chg="del">
        <pc:chgData name="Dr. Dhaneshwar Mishra [MU - Jaipur]" userId="b99d4817-95ca-4a42-841e-f8a8d5ffa339" providerId="ADAL" clId="{DB2F6A12-B910-4D36-89A1-BA14CBFE7DA3}" dt="2025-08-28T06:35:37.496" v="296" actId="47"/>
        <pc:sldMkLst>
          <pc:docMk/>
          <pc:sldMk cId="498424938" sldId="368"/>
        </pc:sldMkLst>
      </pc:sldChg>
      <pc:sldChg chg="del">
        <pc:chgData name="Dr. Dhaneshwar Mishra [MU - Jaipur]" userId="b99d4817-95ca-4a42-841e-f8a8d5ffa339" providerId="ADAL" clId="{DB2F6A12-B910-4D36-89A1-BA14CBFE7DA3}" dt="2025-08-28T06:35:37.496" v="296" actId="47"/>
        <pc:sldMkLst>
          <pc:docMk/>
          <pc:sldMk cId="808155537" sldId="369"/>
        </pc:sldMkLst>
      </pc:sldChg>
      <pc:sldChg chg="del">
        <pc:chgData name="Dr. Dhaneshwar Mishra [MU - Jaipur]" userId="b99d4817-95ca-4a42-841e-f8a8d5ffa339" providerId="ADAL" clId="{DB2F6A12-B910-4D36-89A1-BA14CBFE7DA3}" dt="2025-08-28T06:35:37.496" v="296" actId="47"/>
        <pc:sldMkLst>
          <pc:docMk/>
          <pc:sldMk cId="3198096741" sldId="370"/>
        </pc:sldMkLst>
      </pc:sldChg>
      <pc:sldChg chg="del">
        <pc:chgData name="Dr. Dhaneshwar Mishra [MU - Jaipur]" userId="b99d4817-95ca-4a42-841e-f8a8d5ffa339" providerId="ADAL" clId="{DB2F6A12-B910-4D36-89A1-BA14CBFE7DA3}" dt="2025-08-28T06:35:37.496" v="296" actId="47"/>
        <pc:sldMkLst>
          <pc:docMk/>
          <pc:sldMk cId="2280729284" sldId="3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B4936-67D7-410A-98A3-74B2FDB9C987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5860D2-00FC-4F1E-8FA4-8D375C9A45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2495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5860D2-00FC-4F1E-8FA4-8D375C9A45F9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006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016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045330"/>
            <a:ext cx="9873373" cy="1174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-3047" y="1036294"/>
            <a:ext cx="9885934" cy="13553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11140440" y="3047"/>
            <a:ext cx="1051559" cy="11003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1523" y="1082039"/>
            <a:ext cx="9839325" cy="0"/>
          </a:xfrm>
          <a:custGeom>
            <a:avLst/>
            <a:gdLst/>
            <a:ahLst/>
            <a:cxnLst/>
            <a:rect l="l" t="t" r="r" b="b"/>
            <a:pathLst>
              <a:path w="9839325">
                <a:moveTo>
                  <a:pt x="0" y="0"/>
                </a:moveTo>
                <a:lnTo>
                  <a:pt x="9838944" y="0"/>
                </a:lnTo>
              </a:path>
            </a:pathLst>
          </a:custGeom>
          <a:ln w="45720">
            <a:solidFill>
              <a:srgbClr val="E36C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1523" y="1059180"/>
            <a:ext cx="9839325" cy="45720"/>
          </a:xfrm>
          <a:custGeom>
            <a:avLst/>
            <a:gdLst/>
            <a:ahLst/>
            <a:cxnLst/>
            <a:rect l="l" t="t" r="r" b="b"/>
            <a:pathLst>
              <a:path w="9839325" h="45719">
                <a:moveTo>
                  <a:pt x="0" y="45720"/>
                </a:moveTo>
                <a:lnTo>
                  <a:pt x="9838944" y="45720"/>
                </a:lnTo>
                <a:lnTo>
                  <a:pt x="9838944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ln w="9144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2E549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016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2E549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016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045330"/>
            <a:ext cx="9873373" cy="1174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-3047" y="1036294"/>
            <a:ext cx="9885934" cy="13553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11140440" y="3047"/>
            <a:ext cx="1051559" cy="11003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1523" y="1082039"/>
            <a:ext cx="9839325" cy="0"/>
          </a:xfrm>
          <a:custGeom>
            <a:avLst/>
            <a:gdLst/>
            <a:ahLst/>
            <a:cxnLst/>
            <a:rect l="l" t="t" r="r" b="b"/>
            <a:pathLst>
              <a:path w="9839325">
                <a:moveTo>
                  <a:pt x="0" y="0"/>
                </a:moveTo>
                <a:lnTo>
                  <a:pt x="9838944" y="0"/>
                </a:lnTo>
              </a:path>
            </a:pathLst>
          </a:custGeom>
          <a:ln w="45720">
            <a:solidFill>
              <a:srgbClr val="E36C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1523" y="1059180"/>
            <a:ext cx="9839325" cy="45720"/>
          </a:xfrm>
          <a:custGeom>
            <a:avLst/>
            <a:gdLst/>
            <a:ahLst/>
            <a:cxnLst/>
            <a:rect l="l" t="t" r="r" b="b"/>
            <a:pathLst>
              <a:path w="9839325" h="45719">
                <a:moveTo>
                  <a:pt x="0" y="45720"/>
                </a:moveTo>
                <a:lnTo>
                  <a:pt x="9838944" y="45720"/>
                </a:lnTo>
                <a:lnTo>
                  <a:pt x="9838944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ln w="9144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2E549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016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045330"/>
            <a:ext cx="9873373" cy="1174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9663683" y="1082039"/>
            <a:ext cx="177165" cy="0"/>
          </a:xfrm>
          <a:custGeom>
            <a:avLst/>
            <a:gdLst/>
            <a:ahLst/>
            <a:cxnLst/>
            <a:rect l="l" t="t" r="r" b="b"/>
            <a:pathLst>
              <a:path w="177165">
                <a:moveTo>
                  <a:pt x="0" y="0"/>
                </a:moveTo>
                <a:lnTo>
                  <a:pt x="176783" y="0"/>
                </a:lnTo>
              </a:path>
            </a:pathLst>
          </a:custGeom>
          <a:ln w="45720">
            <a:solidFill>
              <a:srgbClr val="E36C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1523" y="1082039"/>
            <a:ext cx="2529840" cy="0"/>
          </a:xfrm>
          <a:custGeom>
            <a:avLst/>
            <a:gdLst/>
            <a:ahLst/>
            <a:cxnLst/>
            <a:rect l="l" t="t" r="r" b="b"/>
            <a:pathLst>
              <a:path w="2529840">
                <a:moveTo>
                  <a:pt x="0" y="0"/>
                </a:moveTo>
                <a:lnTo>
                  <a:pt x="2529840" y="0"/>
                </a:lnTo>
              </a:path>
            </a:pathLst>
          </a:custGeom>
          <a:ln w="45720">
            <a:solidFill>
              <a:srgbClr val="E36C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-3047" y="1036294"/>
            <a:ext cx="9885934" cy="13553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11140440" y="3047"/>
            <a:ext cx="1051559" cy="11003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9663683" y="1082039"/>
            <a:ext cx="177165" cy="0"/>
          </a:xfrm>
          <a:custGeom>
            <a:avLst/>
            <a:gdLst/>
            <a:ahLst/>
            <a:cxnLst/>
            <a:rect l="l" t="t" r="r" b="b"/>
            <a:pathLst>
              <a:path w="177165">
                <a:moveTo>
                  <a:pt x="0" y="0"/>
                </a:moveTo>
                <a:lnTo>
                  <a:pt x="176783" y="0"/>
                </a:lnTo>
              </a:path>
            </a:pathLst>
          </a:custGeom>
          <a:ln w="45720">
            <a:solidFill>
              <a:srgbClr val="E36C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k object 22"/>
          <p:cNvSpPr/>
          <p:nvPr/>
        </p:nvSpPr>
        <p:spPr>
          <a:xfrm>
            <a:off x="1523" y="1082039"/>
            <a:ext cx="2529840" cy="0"/>
          </a:xfrm>
          <a:custGeom>
            <a:avLst/>
            <a:gdLst/>
            <a:ahLst/>
            <a:cxnLst/>
            <a:rect l="l" t="t" r="r" b="b"/>
            <a:pathLst>
              <a:path w="2529840">
                <a:moveTo>
                  <a:pt x="0" y="0"/>
                </a:moveTo>
                <a:lnTo>
                  <a:pt x="2529840" y="0"/>
                </a:lnTo>
              </a:path>
            </a:pathLst>
          </a:custGeom>
          <a:ln w="45720">
            <a:solidFill>
              <a:srgbClr val="E36C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k object 23"/>
          <p:cNvSpPr/>
          <p:nvPr/>
        </p:nvSpPr>
        <p:spPr>
          <a:xfrm>
            <a:off x="1523" y="1059180"/>
            <a:ext cx="9839325" cy="45720"/>
          </a:xfrm>
          <a:custGeom>
            <a:avLst/>
            <a:gdLst/>
            <a:ahLst/>
            <a:cxnLst/>
            <a:rect l="l" t="t" r="r" b="b"/>
            <a:pathLst>
              <a:path w="9839325" h="45719">
                <a:moveTo>
                  <a:pt x="0" y="45720"/>
                </a:moveTo>
                <a:lnTo>
                  <a:pt x="9838944" y="45720"/>
                </a:lnTo>
                <a:lnTo>
                  <a:pt x="9838944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ln w="9144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k object 24"/>
          <p:cNvSpPr/>
          <p:nvPr/>
        </p:nvSpPr>
        <p:spPr>
          <a:xfrm>
            <a:off x="2465832" y="457200"/>
            <a:ext cx="7258684" cy="372605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k object 25"/>
          <p:cNvSpPr/>
          <p:nvPr/>
        </p:nvSpPr>
        <p:spPr>
          <a:xfrm>
            <a:off x="2531364" y="504444"/>
            <a:ext cx="7132320" cy="3599815"/>
          </a:xfrm>
          <a:custGeom>
            <a:avLst/>
            <a:gdLst/>
            <a:ahLst/>
            <a:cxnLst/>
            <a:rect l="l" t="t" r="r" b="b"/>
            <a:pathLst>
              <a:path w="7132320" h="3599815">
                <a:moveTo>
                  <a:pt x="0" y="3599687"/>
                </a:moveTo>
                <a:lnTo>
                  <a:pt x="7132320" y="3599687"/>
                </a:lnTo>
                <a:lnTo>
                  <a:pt x="7132320" y="0"/>
                </a:lnTo>
                <a:lnTo>
                  <a:pt x="0" y="0"/>
                </a:lnTo>
                <a:lnTo>
                  <a:pt x="0" y="3599687"/>
                </a:lnTo>
                <a:close/>
              </a:path>
            </a:pathLst>
          </a:custGeom>
          <a:ln w="9144">
            <a:solidFill>
              <a:srgbClr val="C7C9C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k object 26"/>
          <p:cNvSpPr/>
          <p:nvPr/>
        </p:nvSpPr>
        <p:spPr>
          <a:xfrm>
            <a:off x="2694432" y="667512"/>
            <a:ext cx="6803135" cy="327355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016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56491"/>
            <a:ext cx="3932237" cy="1600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198442"/>
            <a:ext cx="617220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268414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3/14/18</a:t>
            </a:r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solidFill>
                  <a:prstClr val="black">
                    <a:tint val="75000"/>
                  </a:prstClr>
                </a:solidFill>
              </a:rPr>
              <a:t>Manipal University Jaipur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52CCF-9C18-EE4F-AF97-937D2292C2BD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3437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045330"/>
            <a:ext cx="9873373" cy="11746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71981" y="2271725"/>
            <a:ext cx="9448037" cy="22028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2E549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34948" y="1379677"/>
            <a:ext cx="10522102" cy="1962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87354" y="6595440"/>
            <a:ext cx="204470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016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3088" y="320040"/>
            <a:ext cx="11549380" cy="6217920"/>
          </a:xfrm>
          <a:custGeom>
            <a:avLst/>
            <a:gdLst/>
            <a:ahLst/>
            <a:cxnLst/>
            <a:rect l="l" t="t" r="r" b="b"/>
            <a:pathLst>
              <a:path w="11549380" h="6217920">
                <a:moveTo>
                  <a:pt x="0" y="6217920"/>
                </a:moveTo>
                <a:lnTo>
                  <a:pt x="11548872" y="6217920"/>
                </a:lnTo>
                <a:lnTo>
                  <a:pt x="11548872" y="0"/>
                </a:lnTo>
                <a:lnTo>
                  <a:pt x="0" y="0"/>
                </a:lnTo>
                <a:lnTo>
                  <a:pt x="0" y="6217920"/>
                </a:lnTo>
                <a:close/>
              </a:path>
            </a:pathLst>
          </a:custGeom>
          <a:solidFill>
            <a:srgbClr val="000000">
              <a:alpha val="784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654296" y="2057400"/>
            <a:ext cx="0" cy="2743200"/>
          </a:xfrm>
          <a:custGeom>
            <a:avLst/>
            <a:gdLst/>
            <a:ahLst/>
            <a:cxnLst/>
            <a:rect l="l" t="t" r="r" b="b"/>
            <a:pathLst>
              <a:path h="2743200">
                <a:moveTo>
                  <a:pt x="0" y="0"/>
                </a:moveTo>
                <a:lnTo>
                  <a:pt x="0" y="2743200"/>
                </a:lnTo>
              </a:path>
            </a:pathLst>
          </a:custGeom>
          <a:ln w="18288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90602" y="2677122"/>
            <a:ext cx="10997245" cy="1371337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3696335" marR="5080">
              <a:lnSpc>
                <a:spcPts val="5190"/>
              </a:lnSpc>
              <a:spcBef>
                <a:spcPts val="750"/>
              </a:spcBef>
            </a:pPr>
            <a:r>
              <a:rPr lang="en-US" sz="3600" dirty="0">
                <a:solidFill>
                  <a:srgbClr val="3366CC"/>
                </a:solidFill>
              </a:rPr>
              <a:t>The Bulk Forming Processes: Rolling and Forging</a:t>
            </a:r>
            <a:endParaRPr sz="3600" spc="-60" dirty="0"/>
          </a:p>
        </p:txBody>
      </p:sp>
      <p:sp>
        <p:nvSpPr>
          <p:cNvPr id="5" name="object 5"/>
          <p:cNvSpPr/>
          <p:nvPr/>
        </p:nvSpPr>
        <p:spPr>
          <a:xfrm>
            <a:off x="11204702" y="6175667"/>
            <a:ext cx="49530" cy="85725"/>
          </a:xfrm>
          <a:custGeom>
            <a:avLst/>
            <a:gdLst/>
            <a:ahLst/>
            <a:cxnLst/>
            <a:rect l="l" t="t" r="r" b="b"/>
            <a:pathLst>
              <a:path w="49529" h="85725">
                <a:moveTo>
                  <a:pt x="47244" y="76301"/>
                </a:moveTo>
                <a:lnTo>
                  <a:pt x="2286" y="76301"/>
                </a:lnTo>
                <a:lnTo>
                  <a:pt x="2031" y="76390"/>
                </a:lnTo>
                <a:lnTo>
                  <a:pt x="1777" y="76593"/>
                </a:lnTo>
                <a:lnTo>
                  <a:pt x="1397" y="76784"/>
                </a:lnTo>
                <a:lnTo>
                  <a:pt x="1270" y="77076"/>
                </a:lnTo>
                <a:lnTo>
                  <a:pt x="762" y="77812"/>
                </a:lnTo>
                <a:lnTo>
                  <a:pt x="634" y="78282"/>
                </a:lnTo>
                <a:lnTo>
                  <a:pt x="380" y="79413"/>
                </a:lnTo>
                <a:lnTo>
                  <a:pt x="380" y="82410"/>
                </a:lnTo>
                <a:lnTo>
                  <a:pt x="634" y="83540"/>
                </a:lnTo>
                <a:lnTo>
                  <a:pt x="889" y="83997"/>
                </a:lnTo>
                <a:lnTo>
                  <a:pt x="1143" y="84353"/>
                </a:lnTo>
                <a:lnTo>
                  <a:pt x="1270" y="84696"/>
                </a:lnTo>
                <a:lnTo>
                  <a:pt x="1524" y="84950"/>
                </a:lnTo>
                <a:lnTo>
                  <a:pt x="2031" y="85255"/>
                </a:lnTo>
                <a:lnTo>
                  <a:pt x="2413" y="85331"/>
                </a:lnTo>
                <a:lnTo>
                  <a:pt x="47244" y="85331"/>
                </a:lnTo>
                <a:lnTo>
                  <a:pt x="48768" y="83997"/>
                </a:lnTo>
                <a:lnTo>
                  <a:pt x="49022" y="83540"/>
                </a:lnTo>
                <a:lnTo>
                  <a:pt x="49275" y="82410"/>
                </a:lnTo>
                <a:lnTo>
                  <a:pt x="49275" y="79413"/>
                </a:lnTo>
                <a:lnTo>
                  <a:pt x="48895" y="77812"/>
                </a:lnTo>
                <a:lnTo>
                  <a:pt x="48641" y="77444"/>
                </a:lnTo>
                <a:lnTo>
                  <a:pt x="48514" y="77076"/>
                </a:lnTo>
                <a:lnTo>
                  <a:pt x="48259" y="76784"/>
                </a:lnTo>
                <a:lnTo>
                  <a:pt x="47878" y="76593"/>
                </a:lnTo>
                <a:lnTo>
                  <a:pt x="47625" y="76390"/>
                </a:lnTo>
                <a:lnTo>
                  <a:pt x="47244" y="76301"/>
                </a:lnTo>
                <a:close/>
              </a:path>
              <a:path w="49529" h="85725">
                <a:moveTo>
                  <a:pt x="31623" y="11861"/>
                </a:moveTo>
                <a:lnTo>
                  <a:pt x="20320" y="11861"/>
                </a:lnTo>
                <a:lnTo>
                  <a:pt x="20320" y="76301"/>
                </a:lnTo>
                <a:lnTo>
                  <a:pt x="31623" y="76301"/>
                </a:lnTo>
                <a:lnTo>
                  <a:pt x="31623" y="11861"/>
                </a:lnTo>
                <a:close/>
              </a:path>
              <a:path w="49529" h="85725">
                <a:moveTo>
                  <a:pt x="27431" y="0"/>
                </a:moveTo>
                <a:lnTo>
                  <a:pt x="21463" y="787"/>
                </a:lnTo>
                <a:lnTo>
                  <a:pt x="1904" y="13296"/>
                </a:lnTo>
                <a:lnTo>
                  <a:pt x="1143" y="13817"/>
                </a:lnTo>
                <a:lnTo>
                  <a:pt x="889" y="14084"/>
                </a:lnTo>
                <a:lnTo>
                  <a:pt x="762" y="14350"/>
                </a:lnTo>
                <a:lnTo>
                  <a:pt x="507" y="14655"/>
                </a:lnTo>
                <a:lnTo>
                  <a:pt x="126" y="15786"/>
                </a:lnTo>
                <a:lnTo>
                  <a:pt x="0" y="20040"/>
                </a:lnTo>
                <a:lnTo>
                  <a:pt x="253" y="21348"/>
                </a:lnTo>
                <a:lnTo>
                  <a:pt x="507" y="21818"/>
                </a:lnTo>
                <a:lnTo>
                  <a:pt x="762" y="22110"/>
                </a:lnTo>
                <a:lnTo>
                  <a:pt x="1143" y="22390"/>
                </a:lnTo>
                <a:lnTo>
                  <a:pt x="1524" y="22491"/>
                </a:lnTo>
                <a:lnTo>
                  <a:pt x="2540" y="22313"/>
                </a:lnTo>
                <a:lnTo>
                  <a:pt x="3175" y="22047"/>
                </a:lnTo>
                <a:lnTo>
                  <a:pt x="3937" y="21615"/>
                </a:lnTo>
                <a:lnTo>
                  <a:pt x="20320" y="11861"/>
                </a:lnTo>
                <a:lnTo>
                  <a:pt x="31623" y="11861"/>
                </a:lnTo>
                <a:lnTo>
                  <a:pt x="31623" y="1320"/>
                </a:lnTo>
                <a:lnTo>
                  <a:pt x="31369" y="1092"/>
                </a:lnTo>
                <a:lnTo>
                  <a:pt x="31242" y="850"/>
                </a:lnTo>
                <a:lnTo>
                  <a:pt x="30988" y="647"/>
                </a:lnTo>
                <a:lnTo>
                  <a:pt x="30225" y="342"/>
                </a:lnTo>
                <a:lnTo>
                  <a:pt x="29718" y="228"/>
                </a:lnTo>
                <a:lnTo>
                  <a:pt x="28321" y="50"/>
                </a:lnTo>
                <a:lnTo>
                  <a:pt x="27431" y="0"/>
                </a:lnTo>
                <a:close/>
              </a:path>
            </a:pathLst>
          </a:custGeom>
          <a:solidFill>
            <a:srgbClr val="00000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DD0A4B27-CA26-7C2F-BB7E-F1E69664A6D2}"/>
              </a:ext>
            </a:extLst>
          </p:cNvPr>
          <p:cNvSpPr txBox="1">
            <a:spLocks/>
          </p:cNvSpPr>
          <p:nvPr/>
        </p:nvSpPr>
        <p:spPr>
          <a:xfrm>
            <a:off x="438467" y="2665971"/>
            <a:ext cx="4100450" cy="763029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>
            <a:lvl1pPr>
              <a:defRPr sz="4800" b="0" i="0">
                <a:solidFill>
                  <a:srgbClr val="2E5496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3695700" marR="5080" indent="-2803525">
              <a:lnSpc>
                <a:spcPts val="5190"/>
              </a:lnSpc>
              <a:spcBef>
                <a:spcPts val="750"/>
              </a:spcBef>
            </a:pPr>
            <a:r>
              <a:rPr lang="en-US" kern="0" dirty="0">
                <a:solidFill>
                  <a:srgbClr val="3366CC"/>
                </a:solidFill>
              </a:rPr>
              <a:t>Lecture 14</a:t>
            </a:r>
            <a:endParaRPr lang="en-US" kern="0" spc="-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52400" y="1194476"/>
            <a:ext cx="11620500" cy="13054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indent="-28575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Rolling is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metal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forming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sz="28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thickness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compressive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forces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exerted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rolls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rotating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opposite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directions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59750" y="3614549"/>
            <a:ext cx="3656050" cy="20574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27956" y="2365774"/>
            <a:ext cx="7777843" cy="4470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365"/>
              </a:spcBef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/>
            <a:r>
              <a:rPr sz="24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</a:t>
            </a:r>
            <a:r>
              <a:rPr sz="2400" spc="-25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terminologies: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/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Bloom: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square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cross-section,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150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mm x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150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mm or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5"/>
              </a:spcBef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/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Slab:</a:t>
            </a:r>
            <a:r>
              <a:rPr sz="2400" spc="-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rolled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ingot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bloom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has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rectangular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cross-section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250</a:t>
            </a:r>
            <a:r>
              <a:rPr lang="en-US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mm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sz="2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and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thickness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mm or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5"/>
              </a:spcBef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/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Billet:</a:t>
            </a:r>
            <a:r>
              <a:rPr sz="2400" spc="-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rolled from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bloom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square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cross-section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2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dimensions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40mm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side</a:t>
            </a:r>
            <a:r>
              <a:rPr lang="en-US"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/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D703D1-7B6F-33F3-DFFF-DE742D12F879}"/>
              </a:ext>
            </a:extLst>
          </p:cNvPr>
          <p:cNvSpPr txBox="1"/>
          <p:nvPr/>
        </p:nvSpPr>
        <p:spPr>
          <a:xfrm>
            <a:off x="9354721" y="2905780"/>
            <a:ext cx="26071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716280">
              <a:spcBef>
                <a:spcPts val="100"/>
              </a:spcBef>
            </a:pPr>
            <a:r>
              <a:rPr lang="en-US" sz="28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Flat</a:t>
            </a:r>
            <a:r>
              <a:rPr lang="en-US" sz="2800" spc="-1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3D39E8-CBF1-FA93-1029-CAC807295A83}"/>
              </a:ext>
            </a:extLst>
          </p:cNvPr>
          <p:cNvSpPr txBox="1"/>
          <p:nvPr/>
        </p:nvSpPr>
        <p:spPr>
          <a:xfrm>
            <a:off x="1143000" y="228600"/>
            <a:ext cx="5410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Rolling Process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2771" y="1078738"/>
            <a:ext cx="9525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660033"/>
                </a:solidFill>
              </a:rPr>
              <a:t>Blooms</a:t>
            </a:r>
            <a:r>
              <a:rPr sz="2400" spc="-15" dirty="0">
                <a:solidFill>
                  <a:srgbClr val="660033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are</a:t>
            </a:r>
            <a:r>
              <a:rPr sz="2400" spc="-20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rolled</a:t>
            </a:r>
            <a:r>
              <a:rPr sz="2400" spc="-15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into</a:t>
            </a:r>
            <a:r>
              <a:rPr sz="2400" spc="-20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structural</a:t>
            </a:r>
            <a:r>
              <a:rPr sz="2400" spc="-30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shapes</a:t>
            </a:r>
            <a:r>
              <a:rPr sz="2400" spc="-35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like rails</a:t>
            </a:r>
            <a:r>
              <a:rPr sz="2400" spc="-10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for</a:t>
            </a:r>
            <a:r>
              <a:rPr sz="2400" spc="-30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railroad</a:t>
            </a:r>
            <a:r>
              <a:rPr sz="2400" spc="-25" dirty="0">
                <a:solidFill>
                  <a:srgbClr val="000000"/>
                </a:solidFill>
              </a:rPr>
              <a:t> </a:t>
            </a:r>
            <a:r>
              <a:rPr sz="2400" spc="-10" dirty="0">
                <a:solidFill>
                  <a:srgbClr val="000000"/>
                </a:solidFill>
              </a:rPr>
              <a:t>tracks.</a:t>
            </a:r>
            <a:endParaRPr sz="2400" dirty="0"/>
          </a:p>
        </p:txBody>
      </p:sp>
      <p:sp>
        <p:nvSpPr>
          <p:cNvPr id="4" name="object 4"/>
          <p:cNvSpPr txBox="1"/>
          <p:nvPr/>
        </p:nvSpPr>
        <p:spPr>
          <a:xfrm>
            <a:off x="391885" y="1600200"/>
            <a:ext cx="6074229" cy="37196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236854" indent="-342900"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Billets</a:t>
            </a:r>
            <a:r>
              <a:rPr sz="2400" spc="2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rolled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bars,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rods.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become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materials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machining,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drawing,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forging,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extrusion, among other processes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35"/>
              </a:spcBef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2900"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Slabs</a:t>
            </a:r>
            <a:r>
              <a:rPr sz="2400" spc="1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rolled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plates,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sheets,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strips.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Hot-rolled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plates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commonly used in shipbuilding, bridges, boilers, and welded structures for various heavy machinery, as well as in the production of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66114" y="1598936"/>
            <a:ext cx="5105400" cy="470515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14A9838-337B-BE0E-7419-1C84DC732273}"/>
              </a:ext>
            </a:extLst>
          </p:cNvPr>
          <p:cNvSpPr txBox="1"/>
          <p:nvPr/>
        </p:nvSpPr>
        <p:spPr>
          <a:xfrm>
            <a:off x="1143000" y="228600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Rolling Process and Applications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BA37D617-4D74-8312-3277-73C0D508B7F9}"/>
              </a:ext>
            </a:extLst>
          </p:cNvPr>
          <p:cNvSpPr txBox="1">
            <a:spLocks/>
          </p:cNvSpPr>
          <p:nvPr/>
        </p:nvSpPr>
        <p:spPr>
          <a:xfrm>
            <a:off x="332014" y="5400505"/>
            <a:ext cx="6134100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800" b="0" i="0">
                <a:solidFill>
                  <a:srgbClr val="2E5496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35560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rgbClr val="000000"/>
                </a:solidFill>
              </a:rPr>
              <a:t>The</a:t>
            </a:r>
            <a:r>
              <a:rPr lang="en-US" sz="2400" kern="0" spc="-5" dirty="0">
                <a:solidFill>
                  <a:srgbClr val="000000"/>
                </a:solidFill>
              </a:rPr>
              <a:t> </a:t>
            </a:r>
            <a:r>
              <a:rPr lang="en-US" sz="2400" kern="0" dirty="0">
                <a:solidFill>
                  <a:srgbClr val="000000"/>
                </a:solidFill>
              </a:rPr>
              <a:t>plates</a:t>
            </a:r>
            <a:r>
              <a:rPr lang="en-US" sz="2400" kern="0" spc="-5" dirty="0">
                <a:solidFill>
                  <a:srgbClr val="000000"/>
                </a:solidFill>
              </a:rPr>
              <a:t> </a:t>
            </a:r>
            <a:r>
              <a:rPr lang="en-US" sz="2400" kern="0" dirty="0">
                <a:solidFill>
                  <a:srgbClr val="000000"/>
                </a:solidFill>
              </a:rPr>
              <a:t>and sheets</a:t>
            </a:r>
            <a:r>
              <a:rPr lang="en-US" sz="2400" kern="0" spc="-30" dirty="0">
                <a:solidFill>
                  <a:srgbClr val="000000"/>
                </a:solidFill>
              </a:rPr>
              <a:t> </a:t>
            </a:r>
            <a:r>
              <a:rPr lang="en-US" sz="2400" kern="0" dirty="0">
                <a:solidFill>
                  <a:srgbClr val="000000"/>
                </a:solidFill>
              </a:rPr>
              <a:t>are</a:t>
            </a:r>
            <a:r>
              <a:rPr lang="en-US" sz="2400" kern="0" spc="-5" dirty="0">
                <a:solidFill>
                  <a:srgbClr val="000000"/>
                </a:solidFill>
              </a:rPr>
              <a:t> </a:t>
            </a:r>
            <a:r>
              <a:rPr lang="en-US" sz="2400" kern="0" dirty="0">
                <a:solidFill>
                  <a:srgbClr val="000000"/>
                </a:solidFill>
              </a:rPr>
              <a:t>further</a:t>
            </a:r>
            <a:r>
              <a:rPr lang="en-US" sz="2400" kern="0" spc="-30" dirty="0">
                <a:solidFill>
                  <a:srgbClr val="000000"/>
                </a:solidFill>
              </a:rPr>
              <a:t> </a:t>
            </a:r>
            <a:r>
              <a:rPr lang="en-US" sz="2400" kern="0" dirty="0">
                <a:solidFill>
                  <a:srgbClr val="000000"/>
                </a:solidFill>
              </a:rPr>
              <a:t>reduced</a:t>
            </a:r>
            <a:r>
              <a:rPr lang="en-US" sz="2400" kern="0" spc="-25" dirty="0">
                <a:solidFill>
                  <a:srgbClr val="000000"/>
                </a:solidFill>
              </a:rPr>
              <a:t> </a:t>
            </a:r>
            <a:r>
              <a:rPr lang="en-US" sz="2400" kern="0" dirty="0">
                <a:solidFill>
                  <a:srgbClr val="000000"/>
                </a:solidFill>
              </a:rPr>
              <a:t>in</a:t>
            </a:r>
            <a:r>
              <a:rPr lang="en-US" sz="2400" kern="0" spc="10" dirty="0">
                <a:solidFill>
                  <a:srgbClr val="000000"/>
                </a:solidFill>
              </a:rPr>
              <a:t> </a:t>
            </a:r>
            <a:r>
              <a:rPr lang="en-US" sz="2400" kern="0" dirty="0">
                <a:solidFill>
                  <a:srgbClr val="000000"/>
                </a:solidFill>
              </a:rPr>
              <a:t>thickness</a:t>
            </a:r>
            <a:r>
              <a:rPr lang="en-US" sz="2400" kern="0" spc="-35" dirty="0">
                <a:solidFill>
                  <a:srgbClr val="000000"/>
                </a:solidFill>
              </a:rPr>
              <a:t> </a:t>
            </a:r>
            <a:r>
              <a:rPr lang="en-US" sz="2400" kern="0" dirty="0">
                <a:solidFill>
                  <a:srgbClr val="000000"/>
                </a:solidFill>
              </a:rPr>
              <a:t>by </a:t>
            </a:r>
            <a:r>
              <a:rPr lang="en-US" sz="2400" kern="0" dirty="0">
                <a:solidFill>
                  <a:srgbClr val="FF0000"/>
                </a:solidFill>
              </a:rPr>
              <a:t>cold</a:t>
            </a:r>
            <a:r>
              <a:rPr lang="en-US" sz="2400" kern="0" spc="-5" dirty="0">
                <a:solidFill>
                  <a:srgbClr val="FF0000"/>
                </a:solidFill>
              </a:rPr>
              <a:t> </a:t>
            </a:r>
            <a:r>
              <a:rPr lang="en-US" sz="2400" kern="0" dirty="0">
                <a:solidFill>
                  <a:srgbClr val="FF0000"/>
                </a:solidFill>
              </a:rPr>
              <a:t>rolling</a:t>
            </a:r>
            <a:r>
              <a:rPr lang="en-US" sz="2400" kern="0" spc="10" dirty="0">
                <a:solidFill>
                  <a:srgbClr val="FF0000"/>
                </a:solidFill>
              </a:rPr>
              <a:t> </a:t>
            </a:r>
            <a:r>
              <a:rPr lang="en-US" sz="2400" kern="0" spc="-25" dirty="0">
                <a:solidFill>
                  <a:srgbClr val="000000"/>
                </a:solidFill>
              </a:rPr>
              <a:t>to </a:t>
            </a:r>
            <a:r>
              <a:rPr lang="en-US" sz="2400" kern="0" dirty="0">
                <a:solidFill>
                  <a:srgbClr val="000000"/>
                </a:solidFill>
              </a:rPr>
              <a:t>strengthen</a:t>
            </a:r>
            <a:r>
              <a:rPr lang="en-US" sz="2400" kern="0" spc="-45" dirty="0">
                <a:solidFill>
                  <a:srgbClr val="000000"/>
                </a:solidFill>
              </a:rPr>
              <a:t> </a:t>
            </a:r>
            <a:r>
              <a:rPr lang="en-US" sz="2400" kern="0" dirty="0">
                <a:solidFill>
                  <a:srgbClr val="000000"/>
                </a:solidFill>
              </a:rPr>
              <a:t>the</a:t>
            </a:r>
            <a:r>
              <a:rPr lang="en-US" sz="2400" kern="0" spc="-15" dirty="0">
                <a:solidFill>
                  <a:srgbClr val="000000"/>
                </a:solidFill>
              </a:rPr>
              <a:t> </a:t>
            </a:r>
            <a:r>
              <a:rPr lang="en-US" sz="2400" kern="0" dirty="0">
                <a:solidFill>
                  <a:srgbClr val="000000"/>
                </a:solidFill>
              </a:rPr>
              <a:t>metal</a:t>
            </a:r>
            <a:r>
              <a:rPr lang="en-US" sz="2400" kern="0" spc="5" dirty="0">
                <a:solidFill>
                  <a:srgbClr val="000000"/>
                </a:solidFill>
              </a:rPr>
              <a:t> </a:t>
            </a:r>
            <a:r>
              <a:rPr lang="en-US" sz="2400" kern="0" dirty="0">
                <a:solidFill>
                  <a:srgbClr val="000000"/>
                </a:solidFill>
              </a:rPr>
              <a:t>and</a:t>
            </a:r>
            <a:r>
              <a:rPr lang="en-US" sz="2400" kern="0" spc="-20" dirty="0">
                <a:solidFill>
                  <a:srgbClr val="000000"/>
                </a:solidFill>
              </a:rPr>
              <a:t> </a:t>
            </a:r>
            <a:r>
              <a:rPr lang="en-US" sz="2400" kern="0" dirty="0">
                <a:solidFill>
                  <a:srgbClr val="000000"/>
                </a:solidFill>
              </a:rPr>
              <a:t>permit</a:t>
            </a:r>
            <a:r>
              <a:rPr lang="en-US" sz="2400" kern="0" spc="-20" dirty="0">
                <a:solidFill>
                  <a:srgbClr val="000000"/>
                </a:solidFill>
              </a:rPr>
              <a:t> </a:t>
            </a:r>
            <a:r>
              <a:rPr lang="en-US" sz="2400" kern="0" dirty="0">
                <a:solidFill>
                  <a:srgbClr val="000000"/>
                </a:solidFill>
              </a:rPr>
              <a:t>a</a:t>
            </a:r>
            <a:r>
              <a:rPr lang="en-US" sz="2400" kern="0" spc="10" dirty="0">
                <a:solidFill>
                  <a:srgbClr val="000000"/>
                </a:solidFill>
              </a:rPr>
              <a:t> </a:t>
            </a:r>
            <a:r>
              <a:rPr lang="en-US" sz="2400" kern="0" dirty="0">
                <a:solidFill>
                  <a:srgbClr val="000000"/>
                </a:solidFill>
              </a:rPr>
              <a:t>tighter</a:t>
            </a:r>
            <a:r>
              <a:rPr lang="en-US" sz="2400" kern="0" spc="-15" dirty="0">
                <a:solidFill>
                  <a:srgbClr val="000000"/>
                </a:solidFill>
              </a:rPr>
              <a:t> </a:t>
            </a:r>
            <a:r>
              <a:rPr lang="en-US" sz="2400" kern="0" dirty="0">
                <a:solidFill>
                  <a:srgbClr val="000000"/>
                </a:solidFill>
              </a:rPr>
              <a:t>tolerance</a:t>
            </a:r>
            <a:r>
              <a:rPr lang="en-US" sz="2400" kern="0" spc="-35" dirty="0">
                <a:solidFill>
                  <a:srgbClr val="000000"/>
                </a:solidFill>
              </a:rPr>
              <a:t> </a:t>
            </a:r>
            <a:r>
              <a:rPr lang="en-US" sz="2400" kern="0" dirty="0">
                <a:solidFill>
                  <a:srgbClr val="000000"/>
                </a:solidFill>
              </a:rPr>
              <a:t>on</a:t>
            </a:r>
            <a:r>
              <a:rPr lang="en-US" sz="2400" kern="0" spc="5" dirty="0">
                <a:solidFill>
                  <a:srgbClr val="000000"/>
                </a:solidFill>
              </a:rPr>
              <a:t> </a:t>
            </a:r>
            <a:r>
              <a:rPr lang="en-US" sz="2400" kern="0" spc="-10" dirty="0">
                <a:solidFill>
                  <a:srgbClr val="000000"/>
                </a:solidFill>
              </a:rPr>
              <a:t>thickness.</a:t>
            </a:r>
            <a:endParaRPr lang="en-US" sz="2400" kern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2400" y="317074"/>
            <a:ext cx="9448037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17900">
              <a:spcBef>
                <a:spcPts val="100"/>
              </a:spcBef>
            </a:pPr>
            <a:r>
              <a:rPr sz="4400" dirty="0"/>
              <a:t>Rolling</a:t>
            </a:r>
            <a:r>
              <a:rPr sz="4400" spc="-65" dirty="0"/>
              <a:t> </a:t>
            </a:r>
            <a:r>
              <a:rPr lang="en-US" sz="4400" spc="-10" dirty="0"/>
              <a:t>M</a:t>
            </a:r>
            <a:r>
              <a:rPr sz="4400" spc="-10" dirty="0"/>
              <a:t>ills</a:t>
            </a:r>
            <a:endParaRPr sz="4400" dirty="0"/>
          </a:p>
        </p:txBody>
      </p:sp>
      <p:sp>
        <p:nvSpPr>
          <p:cNvPr id="4" name="object 4"/>
          <p:cNvSpPr txBox="1"/>
          <p:nvPr/>
        </p:nvSpPr>
        <p:spPr>
          <a:xfrm>
            <a:off x="381000" y="1706591"/>
            <a:ext cx="8610600" cy="52354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71755">
              <a:spcBef>
                <a:spcPts val="105"/>
              </a:spcBef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rolling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mill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consists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rolls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rotating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opposite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directions.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35"/>
              </a:spcBef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/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</a:t>
            </a:r>
            <a:r>
              <a:rPr sz="2400" spc="1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diameters:</a:t>
            </a:r>
            <a:r>
              <a:rPr sz="2400" spc="-3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0.6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1.4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35"/>
              </a:spcBef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/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Types:</a:t>
            </a:r>
            <a:r>
              <a:rPr sz="2400" spc="-4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either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reversing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reversing.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40"/>
              </a:spcBef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sz="2400" spc="-1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</a:t>
            </a:r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reversing</a:t>
            </a:r>
            <a:r>
              <a:rPr sz="2400" spc="-3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mill:</a:t>
            </a:r>
            <a:r>
              <a:rPr sz="2400" spc="-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rolls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rotate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direction,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slab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always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moves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entry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side.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35"/>
              </a:spcBef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2900"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Reversing</a:t>
            </a:r>
            <a:r>
              <a:rPr sz="2400" spc="-2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mill: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direction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rotation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reversed,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pass,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slab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passed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directions.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permits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reductions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be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made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same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pairs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2133599"/>
            <a:ext cx="3810000" cy="30178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10AD251-F23D-A65E-4743-2AC16386288A}"/>
              </a:ext>
            </a:extLst>
          </p:cNvPr>
          <p:cNvSpPr txBox="1"/>
          <p:nvPr/>
        </p:nvSpPr>
        <p:spPr>
          <a:xfrm>
            <a:off x="174171" y="973116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en-US" sz="3200" spc="-3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</a:t>
            </a:r>
            <a:r>
              <a:rPr lang="en-US" sz="32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igh</a:t>
            </a:r>
            <a:r>
              <a:rPr lang="en-US" sz="3200" spc="-1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en-US" sz="32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olling</a:t>
            </a:r>
            <a:r>
              <a:rPr lang="en-US" sz="3200" spc="-25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  <a:r>
              <a:rPr lang="en-US" sz="32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ill</a:t>
            </a:r>
            <a:r>
              <a:rPr lang="en-US" sz="3200" spc="-4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2152" y="341969"/>
            <a:ext cx="51054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z="3600" dirty="0">
                <a:solidFill>
                  <a:srgbClr val="000099"/>
                </a:solidFill>
              </a:rPr>
              <a:t>Three</a:t>
            </a:r>
            <a:r>
              <a:rPr sz="3600" spc="-35" dirty="0">
                <a:solidFill>
                  <a:srgbClr val="000099"/>
                </a:solidFill>
              </a:rPr>
              <a:t> </a:t>
            </a:r>
            <a:r>
              <a:rPr lang="en-US" sz="3600" spc="-35" dirty="0">
                <a:solidFill>
                  <a:srgbClr val="000099"/>
                </a:solidFill>
              </a:rPr>
              <a:t>H</a:t>
            </a:r>
            <a:r>
              <a:rPr sz="3600" dirty="0">
                <a:solidFill>
                  <a:srgbClr val="000099"/>
                </a:solidFill>
              </a:rPr>
              <a:t>igh</a:t>
            </a:r>
            <a:r>
              <a:rPr sz="3600" spc="-10" dirty="0">
                <a:solidFill>
                  <a:srgbClr val="000099"/>
                </a:solidFill>
              </a:rPr>
              <a:t> </a:t>
            </a:r>
            <a:r>
              <a:rPr lang="en-US" sz="3600" spc="-10" dirty="0">
                <a:solidFill>
                  <a:srgbClr val="000099"/>
                </a:solidFill>
              </a:rPr>
              <a:t>R</a:t>
            </a:r>
            <a:r>
              <a:rPr sz="3600" dirty="0">
                <a:solidFill>
                  <a:srgbClr val="000099"/>
                </a:solidFill>
              </a:rPr>
              <a:t>olling</a:t>
            </a:r>
            <a:r>
              <a:rPr sz="3600" spc="-5" dirty="0">
                <a:solidFill>
                  <a:srgbClr val="000099"/>
                </a:solidFill>
              </a:rPr>
              <a:t> </a:t>
            </a:r>
            <a:r>
              <a:rPr lang="en-US" sz="3600" spc="-5" dirty="0">
                <a:solidFill>
                  <a:srgbClr val="000099"/>
                </a:solidFill>
              </a:rPr>
              <a:t>M</a:t>
            </a:r>
            <a:r>
              <a:rPr lang="en-US" sz="3600" dirty="0">
                <a:solidFill>
                  <a:srgbClr val="000099"/>
                </a:solidFill>
              </a:rPr>
              <a:t>ills</a:t>
            </a:r>
            <a:endParaRPr sz="3600" spc="-10" dirty="0">
              <a:solidFill>
                <a:srgbClr val="00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4249" y="1540006"/>
            <a:ext cx="8166866" cy="4272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60325" indent="-342900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2800" spc="-1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</a:t>
            </a:r>
            <a:r>
              <a:rPr lang="en-US" sz="2800" spc="1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pass, 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en-US" sz="2800" spc="-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rolls</a:t>
            </a:r>
            <a:r>
              <a:rPr lang="en-US" sz="2800" spc="-2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used.</a:t>
            </a:r>
            <a:r>
              <a:rPr lang="en-US" sz="2800" spc="-4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55600" marR="60325" indent="-342900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800" spc="-5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</a:t>
            </a:r>
            <a:r>
              <a:rPr lang="en-US" sz="2800" spc="-3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direction</a:t>
            </a:r>
            <a:r>
              <a:rPr lang="en-US" sz="2800" spc="-1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sz="2800" spc="1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sz="2800" spc="-2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 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changed</a:t>
            </a:r>
            <a:r>
              <a:rPr lang="en-US" sz="2800" spc="-1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60325" indent="-342900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rolls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sheet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shifted to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bottom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further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reduction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done.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spc="-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2900">
              <a:spcBef>
                <a:spcPts val="1080"/>
              </a:spcBef>
              <a:buFont typeface="Arial" panose="020B0604020202020204" pitchFamily="34" charset="0"/>
              <a:buChar char="•"/>
            </a:pPr>
            <a:r>
              <a:rPr sz="28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Disadvantage:</a:t>
            </a:r>
            <a:r>
              <a:rPr sz="2800" spc="-1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mechanism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required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 the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slab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21485" y="1572663"/>
            <a:ext cx="3366266" cy="30700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8C9B03-A142-BDA3-BAF8-34897D8E220B}"/>
              </a:ext>
            </a:extLst>
          </p:cNvPr>
          <p:cNvSpPr txBox="1"/>
          <p:nvPr/>
        </p:nvSpPr>
        <p:spPr>
          <a:xfrm>
            <a:off x="304800" y="1371600"/>
            <a:ext cx="9906000" cy="45679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242316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consists</a:t>
            </a:r>
            <a:r>
              <a:rPr lang="en-US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en-US"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</a:t>
            </a:r>
            <a:r>
              <a:rPr lang="en-US"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rolls</a:t>
            </a:r>
            <a:r>
              <a:rPr lang="en-US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thickness</a:t>
            </a:r>
            <a:r>
              <a:rPr lang="en-US"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reduction</a:t>
            </a:r>
            <a:r>
              <a:rPr lang="en-US"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en-US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</a:t>
            </a:r>
            <a:r>
              <a:rPr lang="en-US"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backing</a:t>
            </a:r>
            <a:r>
              <a:rPr lang="en-US"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rolls</a:t>
            </a:r>
            <a:r>
              <a:rPr lang="en-US"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</a:t>
            </a:r>
            <a:r>
              <a:rPr lang="en-US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</a:t>
            </a:r>
            <a:r>
              <a:rPr lang="en-US"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242316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2800"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242316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</a:t>
            </a:r>
            <a:r>
              <a:rPr lang="en-US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rolls</a:t>
            </a:r>
            <a:r>
              <a:rPr lang="en-US"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lang="en-US" sz="28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</a:t>
            </a:r>
            <a:r>
              <a:rPr lang="en-US"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</a:t>
            </a:r>
            <a:r>
              <a:rPr lang="en-US"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force</a:t>
            </a:r>
            <a:r>
              <a:rPr lang="en-US"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required</a:t>
            </a:r>
            <a:r>
              <a:rPr lang="en-US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roll-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sheet</a:t>
            </a:r>
            <a:r>
              <a:rPr lang="en-US"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 area will</a:t>
            </a:r>
            <a:r>
              <a:rPr lang="en-US"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en-US"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2294255" indent="-342900">
              <a:spcBef>
                <a:spcPts val="1085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</a:t>
            </a:r>
            <a:r>
              <a:rPr lang="en-US"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backing</a:t>
            </a:r>
            <a:r>
              <a:rPr lang="en-US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rolls are</a:t>
            </a:r>
            <a:r>
              <a:rPr lang="en-US"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required</a:t>
            </a:r>
            <a:r>
              <a:rPr lang="en-US"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</a:t>
            </a:r>
            <a:r>
              <a:rPr lang="en-US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elastic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deflection</a:t>
            </a:r>
            <a:r>
              <a:rPr lang="en-US"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</a:t>
            </a:r>
            <a:r>
              <a:rPr lang="en-US"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rolls</a:t>
            </a:r>
            <a:r>
              <a:rPr lang="en-US"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en-US"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sheet</a:t>
            </a:r>
            <a:r>
              <a:rPr lang="en-US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passes</a:t>
            </a:r>
            <a:r>
              <a:rPr lang="en-US"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them.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1688F5-08E4-9173-E4DB-589EC56F64F5}"/>
              </a:ext>
            </a:extLst>
          </p:cNvPr>
          <p:cNvSpPr txBox="1"/>
          <p:nvPr/>
        </p:nvSpPr>
        <p:spPr>
          <a:xfrm>
            <a:off x="685800" y="210597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</a:t>
            </a:r>
            <a:r>
              <a:rPr lang="en-US" sz="4000" spc="-25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</a:t>
            </a:r>
            <a:r>
              <a:rPr lang="en-US" sz="40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igh</a:t>
            </a:r>
            <a:r>
              <a:rPr lang="en-US" sz="4000" spc="-2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en-US" sz="40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olling</a:t>
            </a:r>
            <a:r>
              <a:rPr lang="en-US" sz="4000" spc="-1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  <a:r>
              <a:rPr lang="en-US" sz="40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ill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03300" y="1828800"/>
            <a:ext cx="3166185" cy="333593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0981D6B-EBE3-1811-4F02-5F5A5CE19B5E}"/>
              </a:ext>
            </a:extLst>
          </p:cNvPr>
          <p:cNvSpPr txBox="1"/>
          <p:nvPr/>
        </p:nvSpPr>
        <p:spPr>
          <a:xfrm>
            <a:off x="8578040" y="5638800"/>
            <a:ext cx="31661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Four high rolling mills</a:t>
            </a:r>
          </a:p>
        </p:txBody>
      </p:sp>
    </p:spTree>
    <p:extLst>
      <p:ext uri="{BB962C8B-B14F-4D97-AF65-F5344CB8AC3E}">
        <p14:creationId xmlns:p14="http://schemas.microsoft.com/office/powerpoint/2010/main" val="15397792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34400" y="1280983"/>
            <a:ext cx="2956213" cy="201885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1130" y="1564303"/>
            <a:ext cx="7700889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solidFill>
                  <a:srgbClr val="000099"/>
                </a:solidFill>
              </a:rPr>
              <a:t>Cluster</a:t>
            </a:r>
            <a:r>
              <a:rPr sz="2400" spc="-20" dirty="0">
                <a:solidFill>
                  <a:srgbClr val="000099"/>
                </a:solidFill>
              </a:rPr>
              <a:t> </a:t>
            </a:r>
            <a:r>
              <a:rPr lang="en-US" sz="2400" spc="-20" dirty="0">
                <a:solidFill>
                  <a:srgbClr val="000099"/>
                </a:solidFill>
              </a:rPr>
              <a:t>R</a:t>
            </a:r>
            <a:r>
              <a:rPr sz="2400" dirty="0">
                <a:solidFill>
                  <a:srgbClr val="000099"/>
                </a:solidFill>
              </a:rPr>
              <a:t>olling</a:t>
            </a:r>
            <a:r>
              <a:rPr sz="2400" spc="-30" dirty="0">
                <a:solidFill>
                  <a:srgbClr val="000099"/>
                </a:solidFill>
              </a:rPr>
              <a:t> </a:t>
            </a:r>
            <a:r>
              <a:rPr lang="en-US" sz="2400" spc="-30" dirty="0">
                <a:solidFill>
                  <a:srgbClr val="000099"/>
                </a:solidFill>
              </a:rPr>
              <a:t>M</a:t>
            </a:r>
            <a:r>
              <a:rPr sz="2400" dirty="0">
                <a:solidFill>
                  <a:srgbClr val="000099"/>
                </a:solidFill>
              </a:rPr>
              <a:t>ill</a:t>
            </a:r>
            <a:r>
              <a:rPr lang="en-US" sz="2400" dirty="0">
                <a:solidFill>
                  <a:srgbClr val="000099"/>
                </a:solidFill>
              </a:rPr>
              <a:t>s  uses small rolls for rolling purposes</a:t>
            </a:r>
            <a:endParaRPr sz="2400" spc="-10" dirty="0">
              <a:solidFill>
                <a:srgbClr val="000000"/>
              </a:solidFill>
            </a:endParaRP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86599" y="3583156"/>
            <a:ext cx="4545529" cy="213184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42901" y="2951069"/>
            <a:ext cx="6324600" cy="37978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32385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onsists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series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rolling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stations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order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10.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32385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station,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thickness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reduction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sheet.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rolling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station,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velocity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ully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practice,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along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casting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operation.</a:t>
            </a:r>
            <a:r>
              <a:rPr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spc="-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esults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reduction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floor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shorter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manufacturing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B88C28-50D4-1475-B22A-055B0235E445}"/>
              </a:ext>
            </a:extLst>
          </p:cNvPr>
          <p:cNvSpPr txBox="1"/>
          <p:nvPr/>
        </p:nvSpPr>
        <p:spPr>
          <a:xfrm>
            <a:off x="152400" y="2337458"/>
            <a:ext cx="61939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/>
            <a:r>
              <a:rPr lang="en-US" sz="2800" spc="-25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Tandem</a:t>
            </a:r>
            <a:r>
              <a:rPr lang="en-US" sz="2800" spc="-8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en-US" sz="28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olling</a:t>
            </a:r>
            <a:r>
              <a:rPr lang="en-US" sz="2800" spc="-55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Mill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2400" y="1281687"/>
            <a:ext cx="7848600" cy="5494516"/>
          </a:xfrm>
          <a:prstGeom prst="rect">
            <a:avLst/>
          </a:prstGeom>
        </p:spPr>
        <p:txBody>
          <a:bodyPr vert="horz" wrap="square" lIns="0" tIns="29844" rIns="0" bIns="0" rtlCol="0">
            <a:spAutoFit/>
          </a:bodyPr>
          <a:lstStyle/>
          <a:p>
            <a:pPr marL="355600" indent="-342900">
              <a:lnSpc>
                <a:spcPct val="150000"/>
              </a:lnSpc>
              <a:spcBef>
                <a:spcPts val="114"/>
              </a:spcBef>
              <a:buFont typeface="Arial" panose="020B0604020202020204" pitchFamily="34" charset="0"/>
              <a:buChar char="•"/>
              <a:tabLst>
                <a:tab pos="154940" algn="l"/>
              </a:tabLst>
            </a:pPr>
            <a:r>
              <a:rPr lang="en-US"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deformation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sz="2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workpiece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compressed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sz="2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en-US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dies,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either impact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hydraulic</a:t>
            </a:r>
            <a:r>
              <a:rPr sz="2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(or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gradual load) to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deform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it.</a:t>
            </a:r>
            <a:endParaRPr lang="en-US" sz="2400"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50000"/>
              </a:lnSpc>
              <a:spcBef>
                <a:spcPts val="114"/>
              </a:spcBef>
              <a:buFont typeface="Arial" panose="020B0604020202020204" pitchFamily="34" charset="0"/>
              <a:buChar char="•"/>
              <a:tabLst>
                <a:tab pos="154940" algn="l"/>
              </a:tabLst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29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5494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used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make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variety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high-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automotive,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aerospace,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applications.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crankshafts,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connecting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rods,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gears,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aircraft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structural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components,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jet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turbine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etc.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770"/>
              </a:spcBef>
            </a:pPr>
            <a:endParaRPr dirty="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96943" y="1676400"/>
            <a:ext cx="3842657" cy="3886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72A2586-9421-D487-1C52-D5BEC6414D72}"/>
              </a:ext>
            </a:extLst>
          </p:cNvPr>
          <p:cNvSpPr txBox="1"/>
          <p:nvPr/>
        </p:nvSpPr>
        <p:spPr>
          <a:xfrm>
            <a:off x="457200" y="81797"/>
            <a:ext cx="6172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034" algn="ctr">
              <a:spcBef>
                <a:spcPts val="234"/>
              </a:spcBef>
            </a:pPr>
            <a:r>
              <a:rPr lang="en-US" sz="4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Forging Process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085F2617-5EA0-B1BA-BD2B-49D98D85DB96}"/>
              </a:ext>
            </a:extLst>
          </p:cNvPr>
          <p:cNvSpPr txBox="1"/>
          <p:nvPr/>
        </p:nvSpPr>
        <p:spPr>
          <a:xfrm>
            <a:off x="380999" y="1295401"/>
            <a:ext cx="11397343" cy="3503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50000"/>
              </a:lnSpc>
              <a:buClr>
                <a:srgbClr val="000000"/>
              </a:buClr>
              <a:tabLst>
                <a:tab pos="154940" algn="l"/>
              </a:tabLst>
            </a:pPr>
            <a:r>
              <a:rPr lang="en-US"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Based on</a:t>
            </a:r>
            <a:r>
              <a:rPr lang="en-US" sz="2400" spc="-1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temperature: </a:t>
            </a:r>
          </a:p>
          <a:p>
            <a:pPr marL="12700">
              <a:lnSpc>
                <a:spcPct val="150000"/>
              </a:lnSpc>
              <a:buClr>
                <a:srgbClr val="000000"/>
              </a:buClr>
              <a:tabLst>
                <a:tab pos="154940" algn="l"/>
              </a:tabLst>
            </a:pPr>
            <a:r>
              <a:rPr lang="en-US"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cold forging,</a:t>
            </a:r>
            <a:r>
              <a:rPr lang="en-US"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warm forging, and (c)</a:t>
            </a:r>
            <a:r>
              <a:rPr lang="en-US" sz="2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 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forging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tabLst>
                <a:tab pos="154940" algn="l"/>
              </a:tabLst>
            </a:pPr>
            <a:r>
              <a:rPr lang="en-US"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lang="en-US" sz="2400" spc="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sz="2400" spc="-1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presses:   </a:t>
            </a:r>
          </a:p>
          <a:p>
            <a:pPr marL="12700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tabLst>
                <a:tab pos="154940" algn="l"/>
              </a:tabLst>
            </a:pPr>
            <a:r>
              <a:rPr lang="en-US" sz="2400" spc="-1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</a:t>
            </a:r>
            <a:r>
              <a:rPr lang="en-US"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forging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hammer;</a:t>
            </a:r>
            <a:r>
              <a:rPr lang="en-US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(b)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gradual pressure</a:t>
            </a:r>
            <a:r>
              <a:rPr lang="en-US"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en-US"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forging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press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tabLst>
                <a:tab pos="154940" algn="l"/>
              </a:tabLst>
            </a:pPr>
            <a:r>
              <a:rPr lang="en-US"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lang="en-US" sz="2400" spc="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sz="2400" spc="-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sz="2400" spc="1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400" spc="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forming:</a:t>
            </a:r>
          </a:p>
          <a:p>
            <a:pPr marL="12700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tabLst>
                <a:tab pos="154940" algn="l"/>
              </a:tabLst>
            </a:pPr>
            <a:r>
              <a:rPr lang="en-US" sz="2400" spc="-1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</a:t>
            </a:r>
            <a:r>
              <a:rPr lang="en-US"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</a:t>
            </a:r>
            <a:r>
              <a:rPr lang="en-US"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forging,</a:t>
            </a:r>
            <a:r>
              <a:rPr lang="en-US"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impression</a:t>
            </a:r>
            <a:r>
              <a:rPr lang="en-US"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</a:t>
            </a:r>
            <a:r>
              <a:rPr lang="en-US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forging,</a:t>
            </a:r>
            <a:r>
              <a:rPr lang="en-US"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flashless</a:t>
            </a:r>
            <a:r>
              <a:rPr lang="en-US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forging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61DBA8-AE18-ADEA-290D-9A1030A661E3}"/>
              </a:ext>
            </a:extLst>
          </p:cNvPr>
          <p:cNvSpPr txBox="1"/>
          <p:nvPr/>
        </p:nvSpPr>
        <p:spPr>
          <a:xfrm>
            <a:off x="370114" y="206331"/>
            <a:ext cx="8305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Classifications of Forging</a:t>
            </a:r>
          </a:p>
        </p:txBody>
      </p:sp>
      <p:pic>
        <p:nvPicPr>
          <p:cNvPr id="12" name="object 4">
            <a:extLst>
              <a:ext uri="{FF2B5EF4-FFF2-40B4-BE49-F238E27FC236}">
                <a16:creationId xmlns:a16="http://schemas.microsoft.com/office/drawing/2014/main" id="{4A87623E-E4EF-D087-1C92-27354CD41A4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8264" y="4680180"/>
            <a:ext cx="2645230" cy="2003469"/>
          </a:xfrm>
          <a:prstGeom prst="rect">
            <a:avLst/>
          </a:prstGeom>
        </p:spPr>
      </p:pic>
      <p:pic>
        <p:nvPicPr>
          <p:cNvPr id="2" name="object 3">
            <a:extLst>
              <a:ext uri="{FF2B5EF4-FFF2-40B4-BE49-F238E27FC236}">
                <a16:creationId xmlns:a16="http://schemas.microsoft.com/office/drawing/2014/main" id="{170C204F-B64C-EEFF-90C0-E3503AB98A6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57600" y="4947881"/>
            <a:ext cx="4093351" cy="1511608"/>
          </a:xfrm>
          <a:prstGeom prst="rect">
            <a:avLst/>
          </a:prstGeom>
        </p:spPr>
      </p:pic>
      <p:pic>
        <p:nvPicPr>
          <p:cNvPr id="3" name="object 4">
            <a:extLst>
              <a:ext uri="{FF2B5EF4-FFF2-40B4-BE49-F238E27FC236}">
                <a16:creationId xmlns:a16="http://schemas.microsoft.com/office/drawing/2014/main" id="{A839A210-4E48-C341-1E77-BE323E297C2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30961" y="4403908"/>
            <a:ext cx="2212276" cy="22042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319BC67-F030-EE70-D8EB-696E4C0EEC02}"/>
              </a:ext>
            </a:extLst>
          </p:cNvPr>
          <p:cNvSpPr txBox="1"/>
          <p:nvPr/>
        </p:nvSpPr>
        <p:spPr>
          <a:xfrm>
            <a:off x="2121637" y="6427614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Open die forging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62D7DF-3821-8349-D0A9-B965E364247C}"/>
              </a:ext>
            </a:extLst>
          </p:cNvPr>
          <p:cNvSpPr txBox="1"/>
          <p:nvPr/>
        </p:nvSpPr>
        <p:spPr>
          <a:xfrm>
            <a:off x="4523014" y="6488668"/>
            <a:ext cx="2715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Impression die forging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17C996-14EE-E537-E82A-D0C89032861A}"/>
              </a:ext>
            </a:extLst>
          </p:cNvPr>
          <p:cNvSpPr txBox="1"/>
          <p:nvPr/>
        </p:nvSpPr>
        <p:spPr>
          <a:xfrm>
            <a:off x="9141847" y="6489165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Flashless forging</a:t>
            </a:r>
          </a:p>
        </p:txBody>
      </p:sp>
    </p:spTree>
    <p:extLst>
      <p:ext uri="{BB962C8B-B14F-4D97-AF65-F5344CB8AC3E}">
        <p14:creationId xmlns:p14="http://schemas.microsoft.com/office/powerpoint/2010/main" val="1014376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9176" y="311854"/>
            <a:ext cx="544766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600" dirty="0">
                <a:solidFill>
                  <a:srgbClr val="333399"/>
                </a:solidFill>
              </a:rPr>
              <a:t>Open</a:t>
            </a:r>
            <a:r>
              <a:rPr sz="3600" spc="-35" dirty="0">
                <a:solidFill>
                  <a:srgbClr val="333399"/>
                </a:solidFill>
              </a:rPr>
              <a:t> </a:t>
            </a:r>
            <a:r>
              <a:rPr lang="en-US" sz="3600" spc="-35" dirty="0">
                <a:solidFill>
                  <a:srgbClr val="333399"/>
                </a:solidFill>
              </a:rPr>
              <a:t>D</a:t>
            </a:r>
            <a:r>
              <a:rPr sz="3600" dirty="0">
                <a:solidFill>
                  <a:srgbClr val="333399"/>
                </a:solidFill>
              </a:rPr>
              <a:t>ie </a:t>
            </a:r>
            <a:r>
              <a:rPr lang="en-US" sz="3600" spc="-10" dirty="0">
                <a:solidFill>
                  <a:srgbClr val="333399"/>
                </a:solidFill>
              </a:rPr>
              <a:t>F</a:t>
            </a:r>
            <a:r>
              <a:rPr sz="3600" spc="-10" dirty="0">
                <a:solidFill>
                  <a:srgbClr val="333399"/>
                </a:solidFill>
              </a:rPr>
              <a:t>orging</a:t>
            </a:r>
            <a:endParaRPr sz="3600" dirty="0"/>
          </a:p>
        </p:txBody>
      </p:sp>
      <p:sp>
        <p:nvSpPr>
          <p:cNvPr id="4" name="object 4"/>
          <p:cNvSpPr txBox="1"/>
          <p:nvPr/>
        </p:nvSpPr>
        <p:spPr>
          <a:xfrm>
            <a:off x="360062" y="1297896"/>
            <a:ext cx="11679537" cy="28575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85725" algn="just">
              <a:lnSpc>
                <a:spcPct val="150000"/>
              </a:lnSpc>
              <a:spcBef>
                <a:spcPts val="100"/>
              </a:spcBef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forging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compression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billet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flat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halves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sz="2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compression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test.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known</a:t>
            </a:r>
            <a:r>
              <a:rPr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upsetting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upset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forging. 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100" marR="68580" algn="just">
              <a:lnSpc>
                <a:spcPct val="150000"/>
              </a:lnSpc>
              <a:spcBef>
                <a:spcPts val="1080"/>
              </a:spcBef>
            </a:pPr>
            <a:r>
              <a:rPr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</a:t>
            </a:r>
            <a:r>
              <a:rPr sz="2400" spc="-1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ideal</a:t>
            </a:r>
            <a:r>
              <a:rPr sz="2400" spc="-1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conditions</a:t>
            </a:r>
            <a:r>
              <a:rPr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where</a:t>
            </a:r>
            <a:r>
              <a:rPr sz="2400" spc="1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</a:t>
            </a:r>
            <a:r>
              <a:rPr sz="2400" spc="-2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-2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sz="2400" spc="-2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friction</a:t>
            </a:r>
            <a:r>
              <a:rPr sz="2400" spc="-2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sz="2400" spc="1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3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billet</a:t>
            </a:r>
            <a:r>
              <a:rPr sz="2400" spc="-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-2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die</a:t>
            </a:r>
            <a:r>
              <a:rPr sz="2400" spc="-2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surfaces, </a:t>
            </a:r>
            <a:r>
              <a:rPr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homogeneous deformation</a:t>
            </a:r>
            <a:r>
              <a:rPr sz="2400" spc="-2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occurs.</a:t>
            </a:r>
            <a:r>
              <a:rPr sz="2400" spc="-3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400" spc="-3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this,</a:t>
            </a:r>
            <a:r>
              <a:rPr sz="2400" spc="-4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3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diameter</a:t>
            </a:r>
            <a:r>
              <a:rPr sz="2400" spc="-2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increases</a:t>
            </a:r>
            <a:r>
              <a:rPr sz="2400" spc="-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uniformly </a:t>
            </a:r>
            <a:r>
              <a:rPr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throughout</a:t>
            </a:r>
            <a:r>
              <a:rPr sz="2400" spc="-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sz="2400" spc="-1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height.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2200" y="3882754"/>
            <a:ext cx="6993606" cy="209657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212341" y="6125667"/>
            <a:ext cx="455739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2603500" algn="l"/>
              </a:tabLst>
            </a:pPr>
            <a:r>
              <a:rPr sz="1600" b="1" dirty="0">
                <a:latin typeface="Arial"/>
                <a:cs typeface="Arial"/>
              </a:rPr>
              <a:t>Start</a:t>
            </a:r>
            <a:r>
              <a:rPr sz="1600" b="1" spc="-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of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compression</a:t>
            </a:r>
            <a:r>
              <a:rPr sz="1600" b="1" dirty="0">
                <a:latin typeface="Arial"/>
                <a:cs typeface="Arial"/>
              </a:rPr>
              <a:t>	Partial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compression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42809" y="6125667"/>
            <a:ext cx="239268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b="1" dirty="0">
                <a:latin typeface="Arial"/>
                <a:cs typeface="Arial"/>
              </a:rPr>
              <a:t>Completed</a:t>
            </a:r>
            <a:r>
              <a:rPr sz="1600" b="1" spc="-5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compression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43280" y="1066800"/>
            <a:ext cx="8866366" cy="55381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 algn="just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Closed</a:t>
            </a:r>
            <a:r>
              <a:rPr sz="2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</a:t>
            </a:r>
            <a:r>
              <a:rPr sz="2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forging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called</a:t>
            </a:r>
            <a:r>
              <a:rPr sz="2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impression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</a:t>
            </a:r>
            <a:r>
              <a:rPr sz="2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forging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</a:t>
            </a:r>
            <a:r>
              <a:rPr sz="2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2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dies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sz="22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</a:t>
            </a:r>
            <a:r>
              <a:rPr sz="2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</a:t>
            </a:r>
            <a:r>
              <a:rPr lang="en-US" sz="2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impression</a:t>
            </a:r>
            <a:r>
              <a:rPr sz="2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2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sz="22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imparted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2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workpiece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forming.</a:t>
            </a:r>
            <a:r>
              <a:rPr lang="en-US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2200" dirty="0">
              <a:latin typeface="Microsoft Sans Serif"/>
              <a:cs typeface="Microsoft Sans Serif"/>
            </a:endParaRPr>
          </a:p>
          <a:p>
            <a:pPr marL="298450" marR="560705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2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stage,</a:t>
            </a:r>
            <a:r>
              <a:rPr sz="2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2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billet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deforms</a:t>
            </a:r>
            <a:r>
              <a:rPr sz="2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partially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giving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bulged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shape. </a:t>
            </a:r>
            <a:endParaRPr lang="en-US" sz="2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marR="560705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</a:t>
            </a:r>
            <a:r>
              <a:rPr sz="2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</a:t>
            </a:r>
            <a:r>
              <a:rPr sz="2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</a:t>
            </a:r>
            <a:r>
              <a:rPr sz="2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closure,</a:t>
            </a:r>
            <a:r>
              <a:rPr sz="2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impression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2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</a:t>
            </a:r>
            <a:r>
              <a:rPr sz="22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filled</a:t>
            </a:r>
            <a:r>
              <a:rPr sz="2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deformed</a:t>
            </a:r>
            <a:r>
              <a:rPr sz="2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billet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further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moves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 of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impression</a:t>
            </a:r>
            <a:r>
              <a:rPr sz="22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flash.</a:t>
            </a:r>
            <a:r>
              <a:rPr lang="en-US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marR="508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multi-stage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operation,</a:t>
            </a:r>
            <a:r>
              <a:rPr sz="22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cavities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required for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change.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200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marR="508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2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2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stage,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modification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observed.</a:t>
            </a:r>
            <a:r>
              <a:rPr sz="22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forging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used,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blows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hammer may</a:t>
            </a:r>
            <a:r>
              <a:rPr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required</a:t>
            </a:r>
            <a:r>
              <a:rPr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</a:t>
            </a:r>
            <a:r>
              <a:rPr sz="22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step.</a:t>
            </a:r>
            <a:endParaRPr lang="en-US" sz="2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marR="508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Coining </a:t>
            </a:r>
            <a:endParaRPr sz="2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rcRect r="64393"/>
          <a:stretch>
            <a:fillRect/>
          </a:stretch>
        </p:blipFill>
        <p:spPr>
          <a:xfrm>
            <a:off x="9398260" y="314395"/>
            <a:ext cx="1803140" cy="203325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229634" y="2573117"/>
            <a:ext cx="112268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dirty="0">
                <a:latin typeface="Microsoft Sans Serif"/>
                <a:cs typeface="Microsoft Sans Serif"/>
              </a:rPr>
              <a:t>Starting</a:t>
            </a:r>
            <a:r>
              <a:rPr sz="1400" spc="-6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stage</a:t>
            </a:r>
            <a:endParaRPr sz="1400" dirty="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80308" y="4444716"/>
            <a:ext cx="1634708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z="1400" spc="-10" dirty="0">
                <a:latin typeface="Microsoft Sans Serif"/>
                <a:cs typeface="Microsoft Sans Serif"/>
              </a:rPr>
              <a:t>Intermediate stage</a:t>
            </a:r>
            <a:endParaRPr sz="1400" dirty="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58400" y="6090849"/>
            <a:ext cx="192395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z="1400" dirty="0">
                <a:latin typeface="Microsoft Sans Serif"/>
                <a:cs typeface="Microsoft Sans Serif"/>
              </a:rPr>
              <a:t>Final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stage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sz="1400" spc="-20" dirty="0">
                <a:latin typeface="Microsoft Sans Serif"/>
                <a:cs typeface="Microsoft Sans Serif"/>
              </a:rPr>
              <a:t>with </a:t>
            </a:r>
            <a:r>
              <a:rPr sz="1400" dirty="0">
                <a:latin typeface="Microsoft Sans Serif"/>
                <a:cs typeface="Microsoft Sans Serif"/>
              </a:rPr>
              <a:t>flash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formation</a:t>
            </a:r>
            <a:endParaRPr sz="1400" dirty="0">
              <a:latin typeface="Microsoft Sans Serif"/>
              <a:cs typeface="Microsoft Sans Serif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6A54B7-E4EB-06E3-8F75-A65F0F2D59D0}"/>
              </a:ext>
            </a:extLst>
          </p:cNvPr>
          <p:cNvSpPr txBox="1"/>
          <p:nvPr/>
        </p:nvSpPr>
        <p:spPr>
          <a:xfrm>
            <a:off x="609600" y="221900"/>
            <a:ext cx="8991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Impression Die (Closed Die) Forging</a:t>
            </a:r>
          </a:p>
        </p:txBody>
      </p:sp>
      <p:pic>
        <p:nvPicPr>
          <p:cNvPr id="11" name="object 4">
            <a:extLst>
              <a:ext uri="{FF2B5EF4-FFF2-40B4-BE49-F238E27FC236}">
                <a16:creationId xmlns:a16="http://schemas.microsoft.com/office/drawing/2014/main" id="{78968452-AF58-669C-488A-D42471E0AF5D}"/>
              </a:ext>
            </a:extLst>
          </p:cNvPr>
          <p:cNvPicPr/>
          <p:nvPr/>
        </p:nvPicPr>
        <p:blipFill>
          <a:blip r:embed="rId2" cstate="print"/>
          <a:srcRect l="35669" r="39837"/>
          <a:stretch>
            <a:fillRect/>
          </a:stretch>
        </p:blipFill>
        <p:spPr>
          <a:xfrm>
            <a:off x="10892335" y="2291382"/>
            <a:ext cx="1122680" cy="2033256"/>
          </a:xfrm>
          <a:prstGeom prst="rect">
            <a:avLst/>
          </a:prstGeom>
        </p:spPr>
      </p:pic>
      <p:pic>
        <p:nvPicPr>
          <p:cNvPr id="12" name="object 4">
            <a:extLst>
              <a:ext uri="{FF2B5EF4-FFF2-40B4-BE49-F238E27FC236}">
                <a16:creationId xmlns:a16="http://schemas.microsoft.com/office/drawing/2014/main" id="{D36B3ACE-6CE6-099A-84EF-AFC58847BE9A}"/>
              </a:ext>
            </a:extLst>
          </p:cNvPr>
          <p:cNvPicPr/>
          <p:nvPr/>
        </p:nvPicPr>
        <p:blipFill>
          <a:blip r:embed="rId2" cstate="print"/>
          <a:srcRect l="65196" t="34495"/>
          <a:stretch>
            <a:fillRect/>
          </a:stretch>
        </p:blipFill>
        <p:spPr>
          <a:xfrm>
            <a:off x="10058400" y="4777393"/>
            <a:ext cx="1643113" cy="13134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1836" y="95616"/>
            <a:ext cx="9448037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13100">
              <a:spcBef>
                <a:spcPts val="100"/>
              </a:spcBef>
            </a:pPr>
            <a:r>
              <a:rPr sz="3600" dirty="0">
                <a:solidFill>
                  <a:srgbClr val="333399"/>
                </a:solidFill>
              </a:rPr>
              <a:t>Flashless</a:t>
            </a:r>
            <a:r>
              <a:rPr sz="3600" spc="-35" dirty="0">
                <a:solidFill>
                  <a:srgbClr val="333399"/>
                </a:solidFill>
              </a:rPr>
              <a:t> </a:t>
            </a:r>
            <a:r>
              <a:rPr lang="en-US" sz="3600" spc="-10" dirty="0">
                <a:solidFill>
                  <a:srgbClr val="333399"/>
                </a:solidFill>
              </a:rPr>
              <a:t>F</a:t>
            </a:r>
            <a:r>
              <a:rPr sz="3600" spc="-10" dirty="0">
                <a:solidFill>
                  <a:srgbClr val="333399"/>
                </a:solidFill>
              </a:rPr>
              <a:t>orging</a:t>
            </a:r>
            <a:endParaRPr sz="3600" dirty="0"/>
          </a:p>
        </p:txBody>
      </p:sp>
      <p:grpSp>
        <p:nvGrpSpPr>
          <p:cNvPr id="5" name="object 5"/>
          <p:cNvGrpSpPr/>
          <p:nvPr/>
        </p:nvGrpSpPr>
        <p:grpSpPr>
          <a:xfrm>
            <a:off x="6117771" y="1199499"/>
            <a:ext cx="5891530" cy="2295525"/>
            <a:chOff x="1293784" y="1171575"/>
            <a:chExt cx="5891530" cy="229552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3784" y="1171575"/>
              <a:ext cx="5891363" cy="229552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286000" y="2768980"/>
              <a:ext cx="533400" cy="103505"/>
            </a:xfrm>
            <a:custGeom>
              <a:avLst/>
              <a:gdLst/>
              <a:ahLst/>
              <a:cxnLst/>
              <a:rect l="l" t="t" r="r" b="b"/>
              <a:pathLst>
                <a:path w="533400" h="103505">
                  <a:moveTo>
                    <a:pt x="508330" y="51943"/>
                  </a:moveTo>
                  <a:lnTo>
                    <a:pt x="438276" y="92456"/>
                  </a:lnTo>
                  <a:lnTo>
                    <a:pt x="437261" y="96393"/>
                  </a:lnTo>
                  <a:lnTo>
                    <a:pt x="439038" y="99314"/>
                  </a:lnTo>
                  <a:lnTo>
                    <a:pt x="440817" y="102362"/>
                  </a:lnTo>
                  <a:lnTo>
                    <a:pt x="444626" y="103505"/>
                  </a:lnTo>
                  <a:lnTo>
                    <a:pt x="522467" y="58293"/>
                  </a:lnTo>
                  <a:lnTo>
                    <a:pt x="520826" y="58293"/>
                  </a:lnTo>
                  <a:lnTo>
                    <a:pt x="520826" y="57404"/>
                  </a:lnTo>
                  <a:lnTo>
                    <a:pt x="517651" y="57404"/>
                  </a:lnTo>
                  <a:lnTo>
                    <a:pt x="508330" y="51943"/>
                  </a:lnTo>
                  <a:close/>
                </a:path>
                <a:path w="533400" h="103505">
                  <a:moveTo>
                    <a:pt x="0" y="44069"/>
                  </a:moveTo>
                  <a:lnTo>
                    <a:pt x="0" y="56769"/>
                  </a:lnTo>
                  <a:lnTo>
                    <a:pt x="520827" y="58293"/>
                  </a:lnTo>
                  <a:lnTo>
                    <a:pt x="497260" y="58293"/>
                  </a:lnTo>
                  <a:lnTo>
                    <a:pt x="508223" y="51943"/>
                  </a:lnTo>
                  <a:lnTo>
                    <a:pt x="497492" y="45593"/>
                  </a:lnTo>
                  <a:lnTo>
                    <a:pt x="520827" y="45593"/>
                  </a:lnTo>
                  <a:lnTo>
                    <a:pt x="0" y="44069"/>
                  </a:lnTo>
                  <a:close/>
                </a:path>
                <a:path w="533400" h="103505">
                  <a:moveTo>
                    <a:pt x="522580" y="45593"/>
                  </a:moveTo>
                  <a:lnTo>
                    <a:pt x="520826" y="45593"/>
                  </a:lnTo>
                  <a:lnTo>
                    <a:pt x="520826" y="58293"/>
                  </a:lnTo>
                  <a:lnTo>
                    <a:pt x="522467" y="58293"/>
                  </a:lnTo>
                  <a:lnTo>
                    <a:pt x="533400" y="51943"/>
                  </a:lnTo>
                  <a:lnTo>
                    <a:pt x="522580" y="45593"/>
                  </a:lnTo>
                  <a:close/>
                </a:path>
                <a:path w="533400" h="103505">
                  <a:moveTo>
                    <a:pt x="517651" y="46482"/>
                  </a:moveTo>
                  <a:lnTo>
                    <a:pt x="508330" y="51943"/>
                  </a:lnTo>
                  <a:lnTo>
                    <a:pt x="517651" y="57404"/>
                  </a:lnTo>
                  <a:lnTo>
                    <a:pt x="517651" y="46482"/>
                  </a:lnTo>
                  <a:close/>
                </a:path>
                <a:path w="533400" h="103505">
                  <a:moveTo>
                    <a:pt x="520826" y="46482"/>
                  </a:moveTo>
                  <a:lnTo>
                    <a:pt x="517651" y="46482"/>
                  </a:lnTo>
                  <a:lnTo>
                    <a:pt x="517651" y="57404"/>
                  </a:lnTo>
                  <a:lnTo>
                    <a:pt x="520826" y="57404"/>
                  </a:lnTo>
                  <a:lnTo>
                    <a:pt x="520826" y="46482"/>
                  </a:lnTo>
                  <a:close/>
                </a:path>
                <a:path w="533400" h="103505">
                  <a:moveTo>
                    <a:pt x="445007" y="0"/>
                  </a:moveTo>
                  <a:lnTo>
                    <a:pt x="441070" y="1016"/>
                  </a:lnTo>
                  <a:lnTo>
                    <a:pt x="437514" y="7112"/>
                  </a:lnTo>
                  <a:lnTo>
                    <a:pt x="438531" y="11049"/>
                  </a:lnTo>
                  <a:lnTo>
                    <a:pt x="508330" y="51943"/>
                  </a:lnTo>
                  <a:lnTo>
                    <a:pt x="517651" y="46482"/>
                  </a:lnTo>
                  <a:lnTo>
                    <a:pt x="520826" y="46482"/>
                  </a:lnTo>
                  <a:lnTo>
                    <a:pt x="520826" y="45593"/>
                  </a:lnTo>
                  <a:lnTo>
                    <a:pt x="522580" y="45593"/>
                  </a:lnTo>
                  <a:lnTo>
                    <a:pt x="447929" y="1778"/>
                  </a:lnTo>
                  <a:lnTo>
                    <a:pt x="4450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78971" y="4708342"/>
            <a:ext cx="11277600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spcBef>
                <a:spcPts val="14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uitable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</a:t>
            </a:r>
            <a:r>
              <a:rPr sz="2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symmetrical</a:t>
            </a:r>
            <a:r>
              <a:rPr sz="2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geometries,</a:t>
            </a:r>
            <a:r>
              <a:rPr sz="2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to work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materials</a:t>
            </a:r>
            <a:r>
              <a:rPr sz="2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22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Al, Mg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</a:t>
            </a:r>
            <a:r>
              <a:rPr lang="en-US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alloys.</a:t>
            </a:r>
          </a:p>
          <a:p>
            <a:pPr marL="12700" marR="5080"/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2EFD02-3222-E2EC-AB87-5E9252096B67}"/>
              </a:ext>
            </a:extLst>
          </p:cNvPr>
          <p:cNvSpPr txBox="1"/>
          <p:nvPr/>
        </p:nvSpPr>
        <p:spPr>
          <a:xfrm>
            <a:off x="459179" y="1508156"/>
            <a:ext cx="6096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622300" algn="just">
              <a:lnSpc>
                <a:spcPct val="100000"/>
              </a:lnSpc>
              <a:spcBef>
                <a:spcPts val="100"/>
              </a:spcBef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Flashless</a:t>
            </a:r>
            <a:r>
              <a:rPr lang="en-US" sz="22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forging:</a:t>
            </a:r>
            <a:r>
              <a:rPr lang="en-US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</a:t>
            </a:r>
            <a:r>
              <a:rPr lang="en-US"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</a:t>
            </a:r>
            <a:r>
              <a:rPr lang="en-US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thing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22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en-US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workpiece</a:t>
            </a:r>
            <a:r>
              <a:rPr lang="en-US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volume</a:t>
            </a:r>
            <a:r>
              <a:rPr lang="en-US" sz="22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equal</a:t>
            </a:r>
            <a:r>
              <a:rPr lang="en-US"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</a:t>
            </a:r>
            <a:r>
              <a:rPr lang="en-US" sz="2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</a:t>
            </a:r>
            <a:r>
              <a:rPr lang="en-US"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cavity</a:t>
            </a:r>
            <a:r>
              <a:rPr lang="en-US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within</a:t>
            </a:r>
            <a:r>
              <a:rPr lang="en-US"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</a:t>
            </a:r>
            <a:r>
              <a:rPr lang="en-US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</a:t>
            </a:r>
            <a:r>
              <a:rPr lang="en-US"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tolerance.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654427-5D67-0E2B-CEBB-FCD852E1D971}"/>
              </a:ext>
            </a:extLst>
          </p:cNvPr>
          <p:cNvSpPr txBox="1"/>
          <p:nvPr/>
        </p:nvSpPr>
        <p:spPr>
          <a:xfrm>
            <a:off x="379023" y="3175416"/>
            <a:ext cx="639189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26034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2200" spc="-2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starting</a:t>
            </a:r>
            <a:r>
              <a:rPr lang="en-US" sz="2200" spc="-3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billet</a:t>
            </a:r>
            <a:r>
              <a:rPr lang="en-US" sz="2200" spc="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lang="en-US" sz="2200" spc="-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too</a:t>
            </a:r>
            <a:r>
              <a:rPr lang="en-US" sz="2200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large,</a:t>
            </a:r>
            <a:r>
              <a:rPr lang="en-US" sz="2200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excessive</a:t>
            </a:r>
            <a:r>
              <a:rPr lang="en-US" sz="2200" spc="-2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pressures</a:t>
            </a:r>
            <a:r>
              <a:rPr lang="en-US" sz="2200" spc="-3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lang="en-US" sz="2200" spc="1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cause</a:t>
            </a:r>
            <a:r>
              <a:rPr lang="en-US" sz="2200" spc="-2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damage 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200" spc="-1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200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die</a:t>
            </a:r>
            <a:r>
              <a:rPr lang="en-US" sz="2200" spc="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200" spc="-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press. 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2200" spc="-2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billet size</a:t>
            </a:r>
            <a:r>
              <a:rPr lang="en-US" sz="2200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2200" spc="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</a:t>
            </a:r>
            <a:r>
              <a:rPr lang="en-US" sz="2200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small,</a:t>
            </a:r>
            <a:r>
              <a:rPr lang="en-US" sz="2200" spc="-1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200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cavity</a:t>
            </a:r>
            <a:r>
              <a:rPr lang="en-US" sz="2200" spc="-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lang="en-US" sz="2200" spc="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sz="2200" spc="-2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en-US" sz="2200" spc="-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filled.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53360B-179A-CD49-ACED-38FAD6B8E7A2}"/>
              </a:ext>
            </a:extLst>
          </p:cNvPr>
          <p:cNvSpPr txBox="1"/>
          <p:nvPr/>
        </p:nvSpPr>
        <p:spPr>
          <a:xfrm>
            <a:off x="6705600" y="3581400"/>
            <a:ext cx="51073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stages of Flash Forging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40 Perfect thank you messages (Appreciation sms)">
            <a:extLst>
              <a:ext uri="{FF2B5EF4-FFF2-40B4-BE49-F238E27FC236}">
                <a16:creationId xmlns:a16="http://schemas.microsoft.com/office/drawing/2014/main" id="{0EF917C7-33B0-4584-96EC-D99575EC62A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5183188" y="1944520"/>
            <a:ext cx="6172200" cy="3381469"/>
          </a:xfrm>
          <a:prstGeom prst="rect">
            <a:avLst/>
          </a:prstGeom>
          <a:solidFill>
            <a:srgbClr val="FFFFFF"/>
          </a:solidFill>
          <a:effectLst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D0FC1B-8562-4575-9EEC-3FE101CA9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5337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0224EE6-E032-0A4B-A8B2-3B3E72DB797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spcAft>
                  <a:spcPts val="600"/>
                </a:spcAft>
                <a:defRPr/>
              </a:pPr>
              <a:t>13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6172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2792</TotalTime>
  <Words>990</Words>
  <Application>Microsoft Office PowerPoint</Application>
  <PresentationFormat>Widescreen</PresentationFormat>
  <Paragraphs>82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Calibri</vt:lpstr>
      <vt:lpstr>Microsoft Sans Serif</vt:lpstr>
      <vt:lpstr>Times New Roman</vt:lpstr>
      <vt:lpstr>Office Theme</vt:lpstr>
      <vt:lpstr>The Bulk Forming Processes: Rolling and Forging</vt:lpstr>
      <vt:lpstr>PowerPoint Presentation</vt:lpstr>
      <vt:lpstr>Blooms are rolled into structural shapes like rails for railroad tracks.</vt:lpstr>
      <vt:lpstr>Rolling Mills</vt:lpstr>
      <vt:lpstr>Three High Rolling Mills</vt:lpstr>
      <vt:lpstr>PowerPoint Presentation</vt:lpstr>
      <vt:lpstr>Cluster Rolling Mills  uses small rolls for rolling purposes</vt:lpstr>
      <vt:lpstr>PowerPoint Presentation</vt:lpstr>
      <vt:lpstr>PowerPoint Presentation</vt:lpstr>
      <vt:lpstr>Open Die Forging</vt:lpstr>
      <vt:lpstr>PowerPoint Presentation</vt:lpstr>
      <vt:lpstr>Flashless Forging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Gas Metal Arc Welding  (GMAW / MIG) Submerged Welding</dc:title>
  <dc:creator>Dr. Ashok Kumar Sharma [MU - Jaipur]</dc:creator>
  <cp:lastModifiedBy>Dr. Dhaneshwar Mishra [MU - Jaipur]</cp:lastModifiedBy>
  <cp:revision>43</cp:revision>
  <dcterms:created xsi:type="dcterms:W3CDTF">2020-04-30T11:37:54Z</dcterms:created>
  <dcterms:modified xsi:type="dcterms:W3CDTF">2025-08-29T07:27:19Z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2020-04-24T00:00:00Z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2020-04-30T00:00:00Z</vt:filetime>
  </property>
</Properties>
</file>